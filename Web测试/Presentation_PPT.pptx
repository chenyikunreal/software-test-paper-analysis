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93" r:id="rId5"/>
    <p:sldId id="266" r:id="rId6"/>
    <p:sldId id="268" r:id="rId7"/>
    <p:sldId id="262" r:id="rId8"/>
    <p:sldId id="271" r:id="rId9"/>
    <p:sldId id="272" r:id="rId10"/>
    <p:sldId id="275" r:id="rId11"/>
    <p:sldId id="263" r:id="rId12"/>
    <p:sldId id="276" r:id="rId13"/>
    <p:sldId id="321" r:id="rId14"/>
    <p:sldId id="277" r:id="rId15"/>
    <p:sldId id="328" r:id="rId16"/>
    <p:sldId id="278" r:id="rId17"/>
    <p:sldId id="329" r:id="rId18"/>
    <p:sldId id="330" r:id="rId19"/>
    <p:sldId id="331" r:id="rId20"/>
    <p:sldId id="324" r:id="rId21"/>
    <p:sldId id="279" r:id="rId22"/>
    <p:sldId id="332" r:id="rId23"/>
    <p:sldId id="333" r:id="rId24"/>
    <p:sldId id="281" r:id="rId25"/>
    <p:sldId id="264" r:id="rId26"/>
    <p:sldId id="283" r:id="rId27"/>
    <p:sldId id="285" r:id="rId28"/>
    <p:sldId id="265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86" d="100"/>
          <a:sy n="86" d="100"/>
        </p:scale>
        <p:origin x="408" y="-91"/>
      </p:cViewPr>
      <p:guideLst>
        <p:guide orient="horz" pos="2361"/>
        <p:guide pos="3840"/>
      </p:guideLst>
    </p:cSldViewPr>
  </p:slideViewPr>
  <p:outlineViewPr>
    <p:cViewPr>
      <p:scale>
        <a:sx n="75" d="100"/>
        <a:sy n="7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0DF52-8C74-4DAC-BB9C-21B83D918010}" type="datetimeFigureOut">
              <a:rPr lang="zh-CN" altLang="en-US" smtClean="0"/>
              <a:t>2020/11/9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CEC2D-ECC0-4528-8DF0-CCC368230BD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196ED2-C5E1-482D-A87F-9A9395C28B2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"/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12192000" cy="688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" name="Freeform 12"/>
          <p:cNvSpPr/>
          <p:nvPr userDrawn="1"/>
        </p:nvSpPr>
        <p:spPr bwMode="auto">
          <a:xfrm>
            <a:off x="-687388" y="-1116013"/>
            <a:ext cx="13779500" cy="8456613"/>
          </a:xfrm>
          <a:custGeom>
            <a:avLst/>
            <a:gdLst>
              <a:gd name="T0" fmla="*/ 251 w 842"/>
              <a:gd name="T1" fmla="*/ 55 h 523"/>
              <a:gd name="T2" fmla="*/ 199 w 842"/>
              <a:gd name="T3" fmla="*/ 314 h 523"/>
              <a:gd name="T4" fmla="*/ 842 w 842"/>
              <a:gd name="T5" fmla="*/ 384 h 523"/>
              <a:gd name="T6" fmla="*/ 778 w 842"/>
              <a:gd name="T7" fmla="*/ 434 h 523"/>
              <a:gd name="T8" fmla="*/ 158 w 842"/>
              <a:gd name="T9" fmla="*/ 424 h 523"/>
              <a:gd name="T10" fmla="*/ 164 w 842"/>
              <a:gd name="T11" fmla="*/ 27 h 523"/>
              <a:gd name="T12" fmla="*/ 251 w 842"/>
              <a:gd name="T13" fmla="*/ 55 h 5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842" h="523">
                <a:moveTo>
                  <a:pt x="251" y="55"/>
                </a:moveTo>
                <a:cubicBezTo>
                  <a:pt x="251" y="55"/>
                  <a:pt x="134" y="156"/>
                  <a:pt x="199" y="314"/>
                </a:cubicBezTo>
                <a:cubicBezTo>
                  <a:pt x="269" y="482"/>
                  <a:pt x="687" y="451"/>
                  <a:pt x="842" y="384"/>
                </a:cubicBezTo>
                <a:cubicBezTo>
                  <a:pt x="778" y="434"/>
                  <a:pt x="778" y="434"/>
                  <a:pt x="778" y="434"/>
                </a:cubicBezTo>
                <a:cubicBezTo>
                  <a:pt x="778" y="434"/>
                  <a:pt x="315" y="523"/>
                  <a:pt x="158" y="424"/>
                </a:cubicBezTo>
                <a:cubicBezTo>
                  <a:pt x="0" y="326"/>
                  <a:pt x="90" y="54"/>
                  <a:pt x="164" y="27"/>
                </a:cubicBezTo>
                <a:cubicBezTo>
                  <a:pt x="239" y="0"/>
                  <a:pt x="251" y="55"/>
                  <a:pt x="251" y="55"/>
                </a:cubicBezTo>
                <a:close/>
              </a:path>
            </a:pathLst>
          </a:custGeom>
          <a:solidFill>
            <a:srgbClr val="55C0E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Freeform 13"/>
          <p:cNvSpPr/>
          <p:nvPr userDrawn="1"/>
        </p:nvSpPr>
        <p:spPr bwMode="auto">
          <a:xfrm>
            <a:off x="-295275" y="-438150"/>
            <a:ext cx="12995275" cy="7472363"/>
          </a:xfrm>
          <a:custGeom>
            <a:avLst/>
            <a:gdLst>
              <a:gd name="T0" fmla="*/ 148 w 794"/>
              <a:gd name="T1" fmla="*/ 0 h 462"/>
              <a:gd name="T2" fmla="*/ 95 w 794"/>
              <a:gd name="T3" fmla="*/ 232 h 462"/>
              <a:gd name="T4" fmla="*/ 547 w 794"/>
              <a:gd name="T5" fmla="*/ 405 h 462"/>
              <a:gd name="T6" fmla="*/ 794 w 794"/>
              <a:gd name="T7" fmla="*/ 356 h 462"/>
              <a:gd name="T8" fmla="*/ 771 w 794"/>
              <a:gd name="T9" fmla="*/ 462 h 462"/>
              <a:gd name="T10" fmla="*/ 0 w 794"/>
              <a:gd name="T11" fmla="*/ 457 h 462"/>
              <a:gd name="T12" fmla="*/ 2 w 794"/>
              <a:gd name="T13" fmla="*/ 8 h 462"/>
              <a:gd name="T14" fmla="*/ 148 w 794"/>
              <a:gd name="T15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94" h="462">
                <a:moveTo>
                  <a:pt x="148" y="0"/>
                </a:moveTo>
                <a:cubicBezTo>
                  <a:pt x="148" y="0"/>
                  <a:pt x="65" y="98"/>
                  <a:pt x="95" y="232"/>
                </a:cubicBezTo>
                <a:cubicBezTo>
                  <a:pt x="134" y="402"/>
                  <a:pt x="376" y="425"/>
                  <a:pt x="547" y="405"/>
                </a:cubicBezTo>
                <a:cubicBezTo>
                  <a:pt x="718" y="385"/>
                  <a:pt x="794" y="356"/>
                  <a:pt x="794" y="356"/>
                </a:cubicBezTo>
                <a:cubicBezTo>
                  <a:pt x="771" y="462"/>
                  <a:pt x="771" y="462"/>
                  <a:pt x="771" y="462"/>
                </a:cubicBezTo>
                <a:cubicBezTo>
                  <a:pt x="0" y="457"/>
                  <a:pt x="0" y="457"/>
                  <a:pt x="0" y="457"/>
                </a:cubicBezTo>
                <a:cubicBezTo>
                  <a:pt x="2" y="8"/>
                  <a:pt x="2" y="8"/>
                  <a:pt x="2" y="8"/>
                </a:cubicBezTo>
                <a:lnTo>
                  <a:pt x="148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3"/>
          <p:cNvGrpSpPr>
            <a:grpSpLocks noChangeAspect="1"/>
          </p:cNvGrpSpPr>
          <p:nvPr userDrawn="1"/>
        </p:nvGrpSpPr>
        <p:grpSpPr bwMode="auto">
          <a:xfrm>
            <a:off x="-1201738" y="-989013"/>
            <a:ext cx="14185900" cy="8455025"/>
            <a:chOff x="-757" y="-623"/>
            <a:chExt cx="8936" cy="5326"/>
          </a:xfrm>
        </p:grpSpPr>
        <p:sp>
          <p:nvSpPr>
            <p:cNvPr id="4" name="AutoShape 12"/>
            <p:cNvSpPr>
              <a:spLocks noChangeAspect="1" noChangeArrowheads="1" noTextEdit="1"/>
            </p:cNvSpPr>
            <p:nvPr/>
          </p:nvSpPr>
          <p:spPr bwMode="auto">
            <a:xfrm>
              <a:off x="0" y="0"/>
              <a:ext cx="768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15"/>
            <p:cNvSpPr/>
            <p:nvPr/>
          </p:nvSpPr>
          <p:spPr bwMode="auto">
            <a:xfrm>
              <a:off x="-757" y="-623"/>
              <a:ext cx="8936" cy="5326"/>
            </a:xfrm>
            <a:custGeom>
              <a:avLst/>
              <a:gdLst>
                <a:gd name="T0" fmla="*/ 250 w 867"/>
                <a:gd name="T1" fmla="*/ 55 h 523"/>
                <a:gd name="T2" fmla="*/ 198 w 867"/>
                <a:gd name="T3" fmla="*/ 314 h 523"/>
                <a:gd name="T4" fmla="*/ 867 w 867"/>
                <a:gd name="T5" fmla="*/ 384 h 523"/>
                <a:gd name="T6" fmla="*/ 803 w 867"/>
                <a:gd name="T7" fmla="*/ 434 h 523"/>
                <a:gd name="T8" fmla="*/ 157 w 867"/>
                <a:gd name="T9" fmla="*/ 424 h 523"/>
                <a:gd name="T10" fmla="*/ 164 w 867"/>
                <a:gd name="T11" fmla="*/ 27 h 523"/>
                <a:gd name="T12" fmla="*/ 250 w 867"/>
                <a:gd name="T13" fmla="*/ 55 h 5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7" h="523">
                  <a:moveTo>
                    <a:pt x="250" y="55"/>
                  </a:moveTo>
                  <a:cubicBezTo>
                    <a:pt x="250" y="55"/>
                    <a:pt x="133" y="156"/>
                    <a:pt x="198" y="314"/>
                  </a:cubicBezTo>
                  <a:cubicBezTo>
                    <a:pt x="268" y="482"/>
                    <a:pt x="709" y="442"/>
                    <a:pt x="867" y="384"/>
                  </a:cubicBezTo>
                  <a:cubicBezTo>
                    <a:pt x="803" y="434"/>
                    <a:pt x="803" y="434"/>
                    <a:pt x="803" y="434"/>
                  </a:cubicBezTo>
                  <a:cubicBezTo>
                    <a:pt x="803" y="434"/>
                    <a:pt x="314" y="523"/>
                    <a:pt x="157" y="424"/>
                  </a:cubicBezTo>
                  <a:cubicBezTo>
                    <a:pt x="0" y="326"/>
                    <a:pt x="89" y="54"/>
                    <a:pt x="164" y="27"/>
                  </a:cubicBezTo>
                  <a:cubicBezTo>
                    <a:pt x="238" y="0"/>
                    <a:pt x="250" y="55"/>
                    <a:pt x="250" y="55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" name="Freeform 16"/>
            <p:cNvSpPr/>
            <p:nvPr/>
          </p:nvSpPr>
          <p:spPr bwMode="auto">
            <a:xfrm>
              <a:off x="-510" y="-195"/>
              <a:ext cx="8441" cy="4746"/>
            </a:xfrm>
            <a:custGeom>
              <a:avLst/>
              <a:gdLst>
                <a:gd name="T0" fmla="*/ 147 w 819"/>
                <a:gd name="T1" fmla="*/ 0 h 466"/>
                <a:gd name="T2" fmla="*/ 94 w 819"/>
                <a:gd name="T3" fmla="*/ 232 h 466"/>
                <a:gd name="T4" fmla="*/ 552 w 819"/>
                <a:gd name="T5" fmla="*/ 405 h 466"/>
                <a:gd name="T6" fmla="*/ 819 w 819"/>
                <a:gd name="T7" fmla="*/ 356 h 466"/>
                <a:gd name="T8" fmla="*/ 807 w 819"/>
                <a:gd name="T9" fmla="*/ 466 h 466"/>
                <a:gd name="T10" fmla="*/ 0 w 819"/>
                <a:gd name="T11" fmla="*/ 457 h 466"/>
                <a:gd name="T12" fmla="*/ 1 w 819"/>
                <a:gd name="T13" fmla="*/ 8 h 466"/>
                <a:gd name="T14" fmla="*/ 147 w 819"/>
                <a:gd name="T15" fmla="*/ 0 h 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9" h="466">
                  <a:moveTo>
                    <a:pt x="147" y="0"/>
                  </a:moveTo>
                  <a:cubicBezTo>
                    <a:pt x="147" y="0"/>
                    <a:pt x="64" y="98"/>
                    <a:pt x="94" y="232"/>
                  </a:cubicBezTo>
                  <a:cubicBezTo>
                    <a:pt x="133" y="402"/>
                    <a:pt x="381" y="423"/>
                    <a:pt x="552" y="405"/>
                  </a:cubicBezTo>
                  <a:cubicBezTo>
                    <a:pt x="743" y="386"/>
                    <a:pt x="819" y="356"/>
                    <a:pt x="819" y="356"/>
                  </a:cubicBezTo>
                  <a:cubicBezTo>
                    <a:pt x="807" y="466"/>
                    <a:pt x="807" y="466"/>
                    <a:pt x="807" y="466"/>
                  </a:cubicBezTo>
                  <a:cubicBezTo>
                    <a:pt x="0" y="457"/>
                    <a:pt x="0" y="457"/>
                    <a:pt x="0" y="457"/>
                  </a:cubicBezTo>
                  <a:cubicBezTo>
                    <a:pt x="1" y="8"/>
                    <a:pt x="1" y="8"/>
                    <a:pt x="1" y="8"/>
                  </a:cubicBezTo>
                  <a:lnTo>
                    <a:pt x="147" y="0"/>
                  </a:lnTo>
                  <a:close/>
                </a:path>
              </a:pathLst>
            </a:custGeom>
            <a:solidFill>
              <a:srgbClr val="55C0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3"/>
          <p:cNvSpPr/>
          <p:nvPr userDrawn="1"/>
        </p:nvSpPr>
        <p:spPr bwMode="auto">
          <a:xfrm>
            <a:off x="422034" y="-482844"/>
            <a:ext cx="12995275" cy="7472363"/>
          </a:xfrm>
          <a:custGeom>
            <a:avLst/>
            <a:gdLst>
              <a:gd name="T0" fmla="*/ 148 w 794"/>
              <a:gd name="T1" fmla="*/ 0 h 462"/>
              <a:gd name="T2" fmla="*/ 95 w 794"/>
              <a:gd name="T3" fmla="*/ 232 h 462"/>
              <a:gd name="T4" fmla="*/ 547 w 794"/>
              <a:gd name="T5" fmla="*/ 405 h 462"/>
              <a:gd name="T6" fmla="*/ 794 w 794"/>
              <a:gd name="T7" fmla="*/ 356 h 462"/>
              <a:gd name="T8" fmla="*/ 771 w 794"/>
              <a:gd name="T9" fmla="*/ 462 h 462"/>
              <a:gd name="T10" fmla="*/ 0 w 794"/>
              <a:gd name="T11" fmla="*/ 457 h 462"/>
              <a:gd name="T12" fmla="*/ 2 w 794"/>
              <a:gd name="T13" fmla="*/ 8 h 462"/>
              <a:gd name="T14" fmla="*/ 148 w 794"/>
              <a:gd name="T15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94" h="462">
                <a:moveTo>
                  <a:pt x="148" y="0"/>
                </a:moveTo>
                <a:cubicBezTo>
                  <a:pt x="148" y="0"/>
                  <a:pt x="65" y="98"/>
                  <a:pt x="95" y="232"/>
                </a:cubicBezTo>
                <a:cubicBezTo>
                  <a:pt x="134" y="402"/>
                  <a:pt x="376" y="425"/>
                  <a:pt x="547" y="405"/>
                </a:cubicBezTo>
                <a:cubicBezTo>
                  <a:pt x="718" y="385"/>
                  <a:pt x="794" y="356"/>
                  <a:pt x="794" y="356"/>
                </a:cubicBezTo>
                <a:cubicBezTo>
                  <a:pt x="771" y="462"/>
                  <a:pt x="771" y="462"/>
                  <a:pt x="771" y="462"/>
                </a:cubicBezTo>
                <a:cubicBezTo>
                  <a:pt x="0" y="457"/>
                  <a:pt x="0" y="457"/>
                  <a:pt x="0" y="457"/>
                </a:cubicBezTo>
                <a:cubicBezTo>
                  <a:pt x="2" y="8"/>
                  <a:pt x="2" y="8"/>
                  <a:pt x="2" y="8"/>
                </a:cubicBezTo>
                <a:lnTo>
                  <a:pt x="148" y="0"/>
                </a:lnTo>
                <a:close/>
              </a:path>
            </a:pathLst>
          </a:custGeom>
          <a:solidFill>
            <a:srgbClr val="55C0EE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4" name="Freeform 13"/>
          <p:cNvSpPr/>
          <p:nvPr userDrawn="1"/>
        </p:nvSpPr>
        <p:spPr bwMode="auto">
          <a:xfrm>
            <a:off x="-311993" y="-295276"/>
            <a:ext cx="12995275" cy="7472363"/>
          </a:xfrm>
          <a:custGeom>
            <a:avLst/>
            <a:gdLst>
              <a:gd name="T0" fmla="*/ 148 w 794"/>
              <a:gd name="T1" fmla="*/ 0 h 462"/>
              <a:gd name="T2" fmla="*/ 95 w 794"/>
              <a:gd name="T3" fmla="*/ 232 h 462"/>
              <a:gd name="T4" fmla="*/ 547 w 794"/>
              <a:gd name="T5" fmla="*/ 405 h 462"/>
              <a:gd name="T6" fmla="*/ 794 w 794"/>
              <a:gd name="T7" fmla="*/ 356 h 462"/>
              <a:gd name="T8" fmla="*/ 771 w 794"/>
              <a:gd name="T9" fmla="*/ 462 h 462"/>
              <a:gd name="T10" fmla="*/ 0 w 794"/>
              <a:gd name="T11" fmla="*/ 457 h 462"/>
              <a:gd name="T12" fmla="*/ 2 w 794"/>
              <a:gd name="T13" fmla="*/ 8 h 462"/>
              <a:gd name="T14" fmla="*/ 148 w 794"/>
              <a:gd name="T15" fmla="*/ 0 h 4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94" h="462">
                <a:moveTo>
                  <a:pt x="148" y="0"/>
                </a:moveTo>
                <a:cubicBezTo>
                  <a:pt x="148" y="0"/>
                  <a:pt x="65" y="98"/>
                  <a:pt x="95" y="232"/>
                </a:cubicBezTo>
                <a:cubicBezTo>
                  <a:pt x="134" y="402"/>
                  <a:pt x="376" y="425"/>
                  <a:pt x="547" y="405"/>
                </a:cubicBezTo>
                <a:cubicBezTo>
                  <a:pt x="718" y="385"/>
                  <a:pt x="794" y="356"/>
                  <a:pt x="794" y="356"/>
                </a:cubicBezTo>
                <a:cubicBezTo>
                  <a:pt x="771" y="462"/>
                  <a:pt x="771" y="462"/>
                  <a:pt x="771" y="462"/>
                </a:cubicBezTo>
                <a:cubicBezTo>
                  <a:pt x="0" y="457"/>
                  <a:pt x="0" y="457"/>
                  <a:pt x="0" y="457"/>
                </a:cubicBezTo>
                <a:cubicBezTo>
                  <a:pt x="2" y="8"/>
                  <a:pt x="2" y="8"/>
                  <a:pt x="2" y="8"/>
                </a:cubicBezTo>
                <a:lnTo>
                  <a:pt x="148" y="0"/>
                </a:ln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2020/11/9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4774556" y="2045642"/>
            <a:ext cx="688693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zh-CN" sz="6000" b="1" dirty="0"/>
              <a:t>Web</a:t>
            </a:r>
            <a:r>
              <a:rPr kumimoji="1" lang="zh-CN" altLang="en-US" sz="6000" b="1" dirty="0"/>
              <a:t>测试文献讨论</a:t>
            </a:r>
            <a:endParaRPr kumimoji="1" lang="en-US" altLang="zh-CN" sz="6000" b="1" dirty="0"/>
          </a:p>
        </p:txBody>
      </p:sp>
      <p:sp>
        <p:nvSpPr>
          <p:cNvPr id="20" name="文本框 19"/>
          <p:cNvSpPr txBox="1"/>
          <p:nvPr/>
        </p:nvSpPr>
        <p:spPr>
          <a:xfrm>
            <a:off x="8666488" y="3061305"/>
            <a:ext cx="421803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思考</a:t>
            </a:r>
            <a:r>
              <a:rPr kumimoji="1" lang="en-US" altLang="zh-CN" sz="2400" dirty="0"/>
              <a:t>Web</a:t>
            </a:r>
            <a:r>
              <a:rPr kumimoji="1" lang="zh-CN" altLang="en-US" sz="2400" dirty="0"/>
              <a:t>测试的发展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391501" y="3542420"/>
            <a:ext cx="42180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1600" dirty="0"/>
              <a:t> </a:t>
            </a:r>
            <a:endParaRPr kumimoji="1" lang="en-US" altLang="zh-CN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3135002" y="1231289"/>
            <a:ext cx="1956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目录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181299" y="1750024"/>
            <a:ext cx="17005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600" dirty="0"/>
              <a:t>CONTENTS</a:t>
            </a:r>
            <a:endParaRPr lang="zh-CN" altLang="en-US" sz="1600" dirty="0"/>
          </a:p>
        </p:txBody>
      </p:sp>
      <p:cxnSp>
        <p:nvCxnSpPr>
          <p:cNvPr id="15" name="直接连接符 14"/>
          <p:cNvCxnSpPr/>
          <p:nvPr/>
        </p:nvCxnSpPr>
        <p:spPr>
          <a:xfrm>
            <a:off x="3135002" y="1334526"/>
            <a:ext cx="0" cy="697474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5824449" y="2141041"/>
            <a:ext cx="479644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5824449" y="3064552"/>
            <a:ext cx="479644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5824449" y="3988063"/>
            <a:ext cx="479644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5824449" y="4911575"/>
            <a:ext cx="479644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5824449" y="1698069"/>
            <a:ext cx="7279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i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824448" y="2604472"/>
            <a:ext cx="7279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i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824447" y="3527982"/>
            <a:ext cx="72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i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24447" y="4451492"/>
            <a:ext cx="727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i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761635" y="1720533"/>
            <a:ext cx="3325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小组成员及文献介绍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6761635" y="2644043"/>
            <a:ext cx="3325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文献内容概述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6761635" y="3567553"/>
            <a:ext cx="3325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研究过程及方法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761635" y="4494648"/>
            <a:ext cx="33250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036185" y="2721079"/>
            <a:ext cx="1162799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5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035675" y="2720975"/>
            <a:ext cx="5883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spc="3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小组成员及文献介绍</a:t>
            </a:r>
            <a:endParaRPr lang="zh-CN" altLang="en-US" sz="3200" spc="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FF1D3A9-6114-4D91-A3BE-488D259E9B85}"/>
              </a:ext>
            </a:extLst>
          </p:cNvPr>
          <p:cNvSpPr txBox="1"/>
          <p:nvPr/>
        </p:nvSpPr>
        <p:spPr>
          <a:xfrm>
            <a:off x="6096000" y="3429000"/>
            <a:ext cx="31882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INTRODUCTION OF THE THESIS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5"/>
          <p:cNvSpPr/>
          <p:nvPr/>
        </p:nvSpPr>
        <p:spPr>
          <a:xfrm>
            <a:off x="4891501" y="1910793"/>
            <a:ext cx="2297750" cy="22983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00" dirty="0">
              <a:latin typeface="Sinkin Sans 300 Light" charset="0"/>
              <a:ea typeface="Sinkin Sans 300 Light" charset="0"/>
              <a:cs typeface="Sinkin Sans 300 Light" charset="0"/>
            </a:endParaRPr>
          </a:p>
        </p:txBody>
      </p:sp>
      <p:sp>
        <p:nvSpPr>
          <p:cNvPr id="7" name="Oval 58"/>
          <p:cNvSpPr/>
          <p:nvPr/>
        </p:nvSpPr>
        <p:spPr>
          <a:xfrm>
            <a:off x="2130957" y="2161784"/>
            <a:ext cx="1787242" cy="17877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00" dirty="0">
              <a:latin typeface="Sinkin Sans 300 Light" charset="0"/>
              <a:ea typeface="Sinkin Sans 300 Light" charset="0"/>
              <a:cs typeface="Sinkin Sans 300 Light" charset="0"/>
            </a:endParaRPr>
          </a:p>
        </p:txBody>
      </p:sp>
      <p:sp>
        <p:nvSpPr>
          <p:cNvPr id="8" name="Oval 61"/>
          <p:cNvSpPr/>
          <p:nvPr/>
        </p:nvSpPr>
        <p:spPr>
          <a:xfrm>
            <a:off x="8226481" y="2161784"/>
            <a:ext cx="1787242" cy="178770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900" dirty="0">
              <a:latin typeface="Sinkin Sans 300 Light" charset="0"/>
              <a:ea typeface="Sinkin Sans 300 Light" charset="0"/>
              <a:cs typeface="Sinkin Sans 300 Light" charset="0"/>
            </a:endParaRPr>
          </a:p>
        </p:txBody>
      </p:sp>
      <p:sp>
        <p:nvSpPr>
          <p:cNvPr id="11" name="Freeform 226"/>
          <p:cNvSpPr>
            <a:spLocks noEditPoints="1"/>
          </p:cNvSpPr>
          <p:nvPr/>
        </p:nvSpPr>
        <p:spPr bwMode="auto">
          <a:xfrm>
            <a:off x="8707943" y="2825437"/>
            <a:ext cx="850598" cy="570082"/>
          </a:xfrm>
          <a:custGeom>
            <a:avLst/>
            <a:gdLst>
              <a:gd name="T0" fmla="*/ 86 w 87"/>
              <a:gd name="T1" fmla="*/ 15 h 58"/>
              <a:gd name="T2" fmla="*/ 44 w 87"/>
              <a:gd name="T3" fmla="*/ 29 h 58"/>
              <a:gd name="T4" fmla="*/ 43 w 87"/>
              <a:gd name="T5" fmla="*/ 29 h 58"/>
              <a:gd name="T6" fmla="*/ 43 w 87"/>
              <a:gd name="T7" fmla="*/ 29 h 58"/>
              <a:gd name="T8" fmla="*/ 18 w 87"/>
              <a:gd name="T9" fmla="*/ 21 h 58"/>
              <a:gd name="T10" fmla="*/ 14 w 87"/>
              <a:gd name="T11" fmla="*/ 32 h 58"/>
              <a:gd name="T12" fmla="*/ 17 w 87"/>
              <a:gd name="T13" fmla="*/ 36 h 58"/>
              <a:gd name="T14" fmla="*/ 15 w 87"/>
              <a:gd name="T15" fmla="*/ 40 h 58"/>
              <a:gd name="T16" fmla="*/ 17 w 87"/>
              <a:gd name="T17" fmla="*/ 56 h 58"/>
              <a:gd name="T18" fmla="*/ 16 w 87"/>
              <a:gd name="T19" fmla="*/ 57 h 58"/>
              <a:gd name="T20" fmla="*/ 16 w 87"/>
              <a:gd name="T21" fmla="*/ 58 h 58"/>
              <a:gd name="T22" fmla="*/ 8 w 87"/>
              <a:gd name="T23" fmla="*/ 58 h 58"/>
              <a:gd name="T24" fmla="*/ 7 w 87"/>
              <a:gd name="T25" fmla="*/ 57 h 58"/>
              <a:gd name="T26" fmla="*/ 7 w 87"/>
              <a:gd name="T27" fmla="*/ 56 h 58"/>
              <a:gd name="T28" fmla="*/ 9 w 87"/>
              <a:gd name="T29" fmla="*/ 40 h 58"/>
              <a:gd name="T30" fmla="*/ 7 w 87"/>
              <a:gd name="T31" fmla="*/ 36 h 58"/>
              <a:gd name="T32" fmla="*/ 10 w 87"/>
              <a:gd name="T33" fmla="*/ 32 h 58"/>
              <a:gd name="T34" fmla="*/ 13 w 87"/>
              <a:gd name="T35" fmla="*/ 19 h 58"/>
              <a:gd name="T36" fmla="*/ 1 w 87"/>
              <a:gd name="T37" fmla="*/ 15 h 58"/>
              <a:gd name="T38" fmla="*/ 0 w 87"/>
              <a:gd name="T39" fmla="*/ 14 h 58"/>
              <a:gd name="T40" fmla="*/ 1 w 87"/>
              <a:gd name="T41" fmla="*/ 13 h 58"/>
              <a:gd name="T42" fmla="*/ 43 w 87"/>
              <a:gd name="T43" fmla="*/ 0 h 58"/>
              <a:gd name="T44" fmla="*/ 43 w 87"/>
              <a:gd name="T45" fmla="*/ 0 h 58"/>
              <a:gd name="T46" fmla="*/ 44 w 87"/>
              <a:gd name="T47" fmla="*/ 0 h 58"/>
              <a:gd name="T48" fmla="*/ 86 w 87"/>
              <a:gd name="T49" fmla="*/ 13 h 58"/>
              <a:gd name="T50" fmla="*/ 87 w 87"/>
              <a:gd name="T51" fmla="*/ 14 h 58"/>
              <a:gd name="T52" fmla="*/ 86 w 87"/>
              <a:gd name="T53" fmla="*/ 15 h 58"/>
              <a:gd name="T54" fmla="*/ 68 w 87"/>
              <a:gd name="T55" fmla="*/ 38 h 58"/>
              <a:gd name="T56" fmla="*/ 43 w 87"/>
              <a:gd name="T57" fmla="*/ 48 h 58"/>
              <a:gd name="T58" fmla="*/ 19 w 87"/>
              <a:gd name="T59" fmla="*/ 38 h 58"/>
              <a:gd name="T60" fmla="*/ 20 w 87"/>
              <a:gd name="T61" fmla="*/ 26 h 58"/>
              <a:gd name="T62" fmla="*/ 42 w 87"/>
              <a:gd name="T63" fmla="*/ 33 h 58"/>
              <a:gd name="T64" fmla="*/ 43 w 87"/>
              <a:gd name="T65" fmla="*/ 34 h 58"/>
              <a:gd name="T66" fmla="*/ 45 w 87"/>
              <a:gd name="T67" fmla="*/ 33 h 58"/>
              <a:gd name="T68" fmla="*/ 67 w 87"/>
              <a:gd name="T69" fmla="*/ 26 h 58"/>
              <a:gd name="T70" fmla="*/ 68 w 87"/>
              <a:gd name="T71" fmla="*/ 38 h 5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87" h="58">
                <a:moveTo>
                  <a:pt x="86" y="15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9"/>
                  <a:pt x="44" y="29"/>
                  <a:pt x="43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18" y="21"/>
                  <a:pt x="18" y="21"/>
                  <a:pt x="18" y="21"/>
                </a:cubicBezTo>
                <a:cubicBezTo>
                  <a:pt x="16" y="23"/>
                  <a:pt x="15" y="27"/>
                  <a:pt x="14" y="32"/>
                </a:cubicBezTo>
                <a:cubicBezTo>
                  <a:pt x="16" y="33"/>
                  <a:pt x="17" y="34"/>
                  <a:pt x="17" y="36"/>
                </a:cubicBezTo>
                <a:cubicBezTo>
                  <a:pt x="17" y="38"/>
                  <a:pt x="16" y="39"/>
                  <a:pt x="15" y="40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7"/>
                  <a:pt x="17" y="57"/>
                  <a:pt x="16" y="57"/>
                </a:cubicBezTo>
                <a:cubicBezTo>
                  <a:pt x="16" y="58"/>
                  <a:pt x="16" y="58"/>
                  <a:pt x="16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8" y="58"/>
                  <a:pt x="8" y="58"/>
                  <a:pt x="7" y="57"/>
                </a:cubicBezTo>
                <a:cubicBezTo>
                  <a:pt x="7" y="57"/>
                  <a:pt x="7" y="57"/>
                  <a:pt x="7" y="56"/>
                </a:cubicBezTo>
                <a:cubicBezTo>
                  <a:pt x="9" y="40"/>
                  <a:pt x="9" y="40"/>
                  <a:pt x="9" y="40"/>
                </a:cubicBezTo>
                <a:cubicBezTo>
                  <a:pt x="8" y="39"/>
                  <a:pt x="7" y="38"/>
                  <a:pt x="7" y="36"/>
                </a:cubicBezTo>
                <a:cubicBezTo>
                  <a:pt x="7" y="34"/>
                  <a:pt x="8" y="33"/>
                  <a:pt x="10" y="32"/>
                </a:cubicBezTo>
                <a:cubicBezTo>
                  <a:pt x="10" y="27"/>
                  <a:pt x="11" y="23"/>
                  <a:pt x="13" y="19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5"/>
                  <a:pt x="0" y="15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86" y="13"/>
                  <a:pt x="86" y="13"/>
                  <a:pt x="86" y="13"/>
                </a:cubicBezTo>
                <a:cubicBezTo>
                  <a:pt x="87" y="13"/>
                  <a:pt x="87" y="14"/>
                  <a:pt x="87" y="14"/>
                </a:cubicBezTo>
                <a:cubicBezTo>
                  <a:pt x="87" y="15"/>
                  <a:pt x="87" y="15"/>
                  <a:pt x="86" y="15"/>
                </a:cubicBezTo>
                <a:close/>
                <a:moveTo>
                  <a:pt x="68" y="38"/>
                </a:moveTo>
                <a:cubicBezTo>
                  <a:pt x="68" y="44"/>
                  <a:pt x="57" y="48"/>
                  <a:pt x="43" y="48"/>
                </a:cubicBezTo>
                <a:cubicBezTo>
                  <a:pt x="30" y="48"/>
                  <a:pt x="19" y="44"/>
                  <a:pt x="19" y="38"/>
                </a:cubicBezTo>
                <a:cubicBezTo>
                  <a:pt x="20" y="26"/>
                  <a:pt x="20" y="26"/>
                  <a:pt x="20" y="26"/>
                </a:cubicBezTo>
                <a:cubicBezTo>
                  <a:pt x="42" y="33"/>
                  <a:pt x="42" y="33"/>
                  <a:pt x="42" y="33"/>
                </a:cubicBezTo>
                <a:cubicBezTo>
                  <a:pt x="42" y="33"/>
                  <a:pt x="43" y="34"/>
                  <a:pt x="43" y="34"/>
                </a:cubicBezTo>
                <a:cubicBezTo>
                  <a:pt x="44" y="34"/>
                  <a:pt x="45" y="33"/>
                  <a:pt x="45" y="33"/>
                </a:cubicBezTo>
                <a:cubicBezTo>
                  <a:pt x="67" y="26"/>
                  <a:pt x="67" y="26"/>
                  <a:pt x="67" y="26"/>
                </a:cubicBezTo>
                <a:lnTo>
                  <a:pt x="68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 sz="9600" dirty="0">
              <a:latin typeface="Sinkin Sans 300 Light" charset="0"/>
            </a:endParaRPr>
          </a:p>
        </p:txBody>
      </p:sp>
      <p:sp>
        <p:nvSpPr>
          <p:cNvPr id="12" name="TextBox 5"/>
          <p:cNvSpPr txBox="1"/>
          <p:nvPr/>
        </p:nvSpPr>
        <p:spPr>
          <a:xfrm>
            <a:off x="2130957" y="4416328"/>
            <a:ext cx="1835071" cy="3385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zh-CN" altLang="en-US" sz="1600" b="1" dirty="0"/>
          </a:p>
        </p:txBody>
      </p:sp>
      <p:sp>
        <p:nvSpPr>
          <p:cNvPr id="14" name="TextBox 5"/>
          <p:cNvSpPr txBox="1"/>
          <p:nvPr/>
        </p:nvSpPr>
        <p:spPr>
          <a:xfrm>
            <a:off x="5075464" y="4416328"/>
            <a:ext cx="1835071" cy="3385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zh-CN" altLang="en-US" sz="1600" b="1" dirty="0"/>
          </a:p>
        </p:txBody>
      </p:sp>
      <p:sp>
        <p:nvSpPr>
          <p:cNvPr id="16" name="TextBox 5"/>
          <p:cNvSpPr txBox="1"/>
          <p:nvPr/>
        </p:nvSpPr>
        <p:spPr>
          <a:xfrm>
            <a:off x="8272323" y="4416328"/>
            <a:ext cx="1835071" cy="3385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/>
            <a:endParaRPr lang="zh-CN" altLang="en-US" sz="1600" b="1" dirty="0"/>
          </a:p>
        </p:txBody>
      </p:sp>
      <p:grpSp>
        <p:nvGrpSpPr>
          <p:cNvPr id="21" name="组合 20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22" name="文本框 21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小组成员</a:t>
              </a: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reeform 226">
            <a:extLst>
              <a:ext uri="{FF2B5EF4-FFF2-40B4-BE49-F238E27FC236}">
                <a16:creationId xmlns:a16="http://schemas.microsoft.com/office/drawing/2014/main" id="{841D3FD7-B1F6-41C7-BDFA-7D627A3C0018}"/>
              </a:ext>
            </a:extLst>
          </p:cNvPr>
          <p:cNvSpPr>
            <a:spLocks noEditPoints="1"/>
          </p:cNvSpPr>
          <p:nvPr/>
        </p:nvSpPr>
        <p:spPr bwMode="auto">
          <a:xfrm>
            <a:off x="5476083" y="2601157"/>
            <a:ext cx="1239834" cy="927527"/>
          </a:xfrm>
          <a:custGeom>
            <a:avLst/>
            <a:gdLst>
              <a:gd name="T0" fmla="*/ 86 w 87"/>
              <a:gd name="T1" fmla="*/ 15 h 58"/>
              <a:gd name="T2" fmla="*/ 44 w 87"/>
              <a:gd name="T3" fmla="*/ 29 h 58"/>
              <a:gd name="T4" fmla="*/ 43 w 87"/>
              <a:gd name="T5" fmla="*/ 29 h 58"/>
              <a:gd name="T6" fmla="*/ 43 w 87"/>
              <a:gd name="T7" fmla="*/ 29 h 58"/>
              <a:gd name="T8" fmla="*/ 18 w 87"/>
              <a:gd name="T9" fmla="*/ 21 h 58"/>
              <a:gd name="T10" fmla="*/ 14 w 87"/>
              <a:gd name="T11" fmla="*/ 32 h 58"/>
              <a:gd name="T12" fmla="*/ 17 w 87"/>
              <a:gd name="T13" fmla="*/ 36 h 58"/>
              <a:gd name="T14" fmla="*/ 15 w 87"/>
              <a:gd name="T15" fmla="*/ 40 h 58"/>
              <a:gd name="T16" fmla="*/ 17 w 87"/>
              <a:gd name="T17" fmla="*/ 56 h 58"/>
              <a:gd name="T18" fmla="*/ 16 w 87"/>
              <a:gd name="T19" fmla="*/ 57 h 58"/>
              <a:gd name="T20" fmla="*/ 16 w 87"/>
              <a:gd name="T21" fmla="*/ 58 h 58"/>
              <a:gd name="T22" fmla="*/ 8 w 87"/>
              <a:gd name="T23" fmla="*/ 58 h 58"/>
              <a:gd name="T24" fmla="*/ 7 w 87"/>
              <a:gd name="T25" fmla="*/ 57 h 58"/>
              <a:gd name="T26" fmla="*/ 7 w 87"/>
              <a:gd name="T27" fmla="*/ 56 h 58"/>
              <a:gd name="T28" fmla="*/ 9 w 87"/>
              <a:gd name="T29" fmla="*/ 40 h 58"/>
              <a:gd name="T30" fmla="*/ 7 w 87"/>
              <a:gd name="T31" fmla="*/ 36 h 58"/>
              <a:gd name="T32" fmla="*/ 10 w 87"/>
              <a:gd name="T33" fmla="*/ 32 h 58"/>
              <a:gd name="T34" fmla="*/ 13 w 87"/>
              <a:gd name="T35" fmla="*/ 19 h 58"/>
              <a:gd name="T36" fmla="*/ 1 w 87"/>
              <a:gd name="T37" fmla="*/ 15 h 58"/>
              <a:gd name="T38" fmla="*/ 0 w 87"/>
              <a:gd name="T39" fmla="*/ 14 h 58"/>
              <a:gd name="T40" fmla="*/ 1 w 87"/>
              <a:gd name="T41" fmla="*/ 13 h 58"/>
              <a:gd name="T42" fmla="*/ 43 w 87"/>
              <a:gd name="T43" fmla="*/ 0 h 58"/>
              <a:gd name="T44" fmla="*/ 43 w 87"/>
              <a:gd name="T45" fmla="*/ 0 h 58"/>
              <a:gd name="T46" fmla="*/ 44 w 87"/>
              <a:gd name="T47" fmla="*/ 0 h 58"/>
              <a:gd name="T48" fmla="*/ 86 w 87"/>
              <a:gd name="T49" fmla="*/ 13 h 58"/>
              <a:gd name="T50" fmla="*/ 87 w 87"/>
              <a:gd name="T51" fmla="*/ 14 h 58"/>
              <a:gd name="T52" fmla="*/ 86 w 87"/>
              <a:gd name="T53" fmla="*/ 15 h 58"/>
              <a:gd name="T54" fmla="*/ 68 w 87"/>
              <a:gd name="T55" fmla="*/ 38 h 58"/>
              <a:gd name="T56" fmla="*/ 43 w 87"/>
              <a:gd name="T57" fmla="*/ 48 h 58"/>
              <a:gd name="T58" fmla="*/ 19 w 87"/>
              <a:gd name="T59" fmla="*/ 38 h 58"/>
              <a:gd name="T60" fmla="*/ 20 w 87"/>
              <a:gd name="T61" fmla="*/ 26 h 58"/>
              <a:gd name="T62" fmla="*/ 42 w 87"/>
              <a:gd name="T63" fmla="*/ 33 h 58"/>
              <a:gd name="T64" fmla="*/ 43 w 87"/>
              <a:gd name="T65" fmla="*/ 34 h 58"/>
              <a:gd name="T66" fmla="*/ 45 w 87"/>
              <a:gd name="T67" fmla="*/ 33 h 58"/>
              <a:gd name="T68" fmla="*/ 67 w 87"/>
              <a:gd name="T69" fmla="*/ 26 h 58"/>
              <a:gd name="T70" fmla="*/ 68 w 87"/>
              <a:gd name="T71" fmla="*/ 38 h 5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87" h="58">
                <a:moveTo>
                  <a:pt x="86" y="15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9"/>
                  <a:pt x="44" y="29"/>
                  <a:pt x="43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18" y="21"/>
                  <a:pt x="18" y="21"/>
                  <a:pt x="18" y="21"/>
                </a:cubicBezTo>
                <a:cubicBezTo>
                  <a:pt x="16" y="23"/>
                  <a:pt x="15" y="27"/>
                  <a:pt x="14" y="32"/>
                </a:cubicBezTo>
                <a:cubicBezTo>
                  <a:pt x="16" y="33"/>
                  <a:pt x="17" y="34"/>
                  <a:pt x="17" y="36"/>
                </a:cubicBezTo>
                <a:cubicBezTo>
                  <a:pt x="17" y="38"/>
                  <a:pt x="16" y="39"/>
                  <a:pt x="15" y="40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7"/>
                  <a:pt x="17" y="57"/>
                  <a:pt x="16" y="57"/>
                </a:cubicBezTo>
                <a:cubicBezTo>
                  <a:pt x="16" y="58"/>
                  <a:pt x="16" y="58"/>
                  <a:pt x="16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8" y="58"/>
                  <a:pt x="8" y="58"/>
                  <a:pt x="7" y="57"/>
                </a:cubicBezTo>
                <a:cubicBezTo>
                  <a:pt x="7" y="57"/>
                  <a:pt x="7" y="57"/>
                  <a:pt x="7" y="56"/>
                </a:cubicBezTo>
                <a:cubicBezTo>
                  <a:pt x="9" y="40"/>
                  <a:pt x="9" y="40"/>
                  <a:pt x="9" y="40"/>
                </a:cubicBezTo>
                <a:cubicBezTo>
                  <a:pt x="8" y="39"/>
                  <a:pt x="7" y="38"/>
                  <a:pt x="7" y="36"/>
                </a:cubicBezTo>
                <a:cubicBezTo>
                  <a:pt x="7" y="34"/>
                  <a:pt x="8" y="33"/>
                  <a:pt x="10" y="32"/>
                </a:cubicBezTo>
                <a:cubicBezTo>
                  <a:pt x="10" y="27"/>
                  <a:pt x="11" y="23"/>
                  <a:pt x="13" y="19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5"/>
                  <a:pt x="0" y="15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86" y="13"/>
                  <a:pt x="86" y="13"/>
                  <a:pt x="86" y="13"/>
                </a:cubicBezTo>
                <a:cubicBezTo>
                  <a:pt x="87" y="13"/>
                  <a:pt x="87" y="14"/>
                  <a:pt x="87" y="14"/>
                </a:cubicBezTo>
                <a:cubicBezTo>
                  <a:pt x="87" y="15"/>
                  <a:pt x="87" y="15"/>
                  <a:pt x="86" y="15"/>
                </a:cubicBezTo>
                <a:close/>
                <a:moveTo>
                  <a:pt x="68" y="38"/>
                </a:moveTo>
                <a:cubicBezTo>
                  <a:pt x="68" y="44"/>
                  <a:pt x="57" y="48"/>
                  <a:pt x="43" y="48"/>
                </a:cubicBezTo>
                <a:cubicBezTo>
                  <a:pt x="30" y="48"/>
                  <a:pt x="19" y="44"/>
                  <a:pt x="19" y="38"/>
                </a:cubicBezTo>
                <a:cubicBezTo>
                  <a:pt x="20" y="26"/>
                  <a:pt x="20" y="26"/>
                  <a:pt x="20" y="26"/>
                </a:cubicBezTo>
                <a:cubicBezTo>
                  <a:pt x="42" y="33"/>
                  <a:pt x="42" y="33"/>
                  <a:pt x="42" y="33"/>
                </a:cubicBezTo>
                <a:cubicBezTo>
                  <a:pt x="42" y="33"/>
                  <a:pt x="43" y="34"/>
                  <a:pt x="43" y="34"/>
                </a:cubicBezTo>
                <a:cubicBezTo>
                  <a:pt x="44" y="34"/>
                  <a:pt x="45" y="33"/>
                  <a:pt x="45" y="33"/>
                </a:cubicBezTo>
                <a:cubicBezTo>
                  <a:pt x="67" y="26"/>
                  <a:pt x="67" y="26"/>
                  <a:pt x="67" y="26"/>
                </a:cubicBezTo>
                <a:lnTo>
                  <a:pt x="68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 sz="9600" dirty="0">
              <a:latin typeface="Sinkin Sans 300 Light" charset="0"/>
            </a:endParaRPr>
          </a:p>
        </p:txBody>
      </p:sp>
      <p:sp>
        <p:nvSpPr>
          <p:cNvPr id="3" name="Freeform 226">
            <a:extLst>
              <a:ext uri="{FF2B5EF4-FFF2-40B4-BE49-F238E27FC236}">
                <a16:creationId xmlns:a16="http://schemas.microsoft.com/office/drawing/2014/main" id="{2BC7B387-19FC-48BD-8A5D-D6644F0CDEC2}"/>
              </a:ext>
            </a:extLst>
          </p:cNvPr>
          <p:cNvSpPr>
            <a:spLocks noEditPoints="1"/>
          </p:cNvSpPr>
          <p:nvPr/>
        </p:nvSpPr>
        <p:spPr bwMode="auto">
          <a:xfrm>
            <a:off x="2599279" y="2827775"/>
            <a:ext cx="850598" cy="570082"/>
          </a:xfrm>
          <a:custGeom>
            <a:avLst/>
            <a:gdLst>
              <a:gd name="T0" fmla="*/ 86 w 87"/>
              <a:gd name="T1" fmla="*/ 15 h 58"/>
              <a:gd name="T2" fmla="*/ 44 w 87"/>
              <a:gd name="T3" fmla="*/ 29 h 58"/>
              <a:gd name="T4" fmla="*/ 43 w 87"/>
              <a:gd name="T5" fmla="*/ 29 h 58"/>
              <a:gd name="T6" fmla="*/ 43 w 87"/>
              <a:gd name="T7" fmla="*/ 29 h 58"/>
              <a:gd name="T8" fmla="*/ 18 w 87"/>
              <a:gd name="T9" fmla="*/ 21 h 58"/>
              <a:gd name="T10" fmla="*/ 14 w 87"/>
              <a:gd name="T11" fmla="*/ 32 h 58"/>
              <a:gd name="T12" fmla="*/ 17 w 87"/>
              <a:gd name="T13" fmla="*/ 36 h 58"/>
              <a:gd name="T14" fmla="*/ 15 w 87"/>
              <a:gd name="T15" fmla="*/ 40 h 58"/>
              <a:gd name="T16" fmla="*/ 17 w 87"/>
              <a:gd name="T17" fmla="*/ 56 h 58"/>
              <a:gd name="T18" fmla="*/ 16 w 87"/>
              <a:gd name="T19" fmla="*/ 57 h 58"/>
              <a:gd name="T20" fmla="*/ 16 w 87"/>
              <a:gd name="T21" fmla="*/ 58 h 58"/>
              <a:gd name="T22" fmla="*/ 8 w 87"/>
              <a:gd name="T23" fmla="*/ 58 h 58"/>
              <a:gd name="T24" fmla="*/ 7 w 87"/>
              <a:gd name="T25" fmla="*/ 57 h 58"/>
              <a:gd name="T26" fmla="*/ 7 w 87"/>
              <a:gd name="T27" fmla="*/ 56 h 58"/>
              <a:gd name="T28" fmla="*/ 9 w 87"/>
              <a:gd name="T29" fmla="*/ 40 h 58"/>
              <a:gd name="T30" fmla="*/ 7 w 87"/>
              <a:gd name="T31" fmla="*/ 36 h 58"/>
              <a:gd name="T32" fmla="*/ 10 w 87"/>
              <a:gd name="T33" fmla="*/ 32 h 58"/>
              <a:gd name="T34" fmla="*/ 13 w 87"/>
              <a:gd name="T35" fmla="*/ 19 h 58"/>
              <a:gd name="T36" fmla="*/ 1 w 87"/>
              <a:gd name="T37" fmla="*/ 15 h 58"/>
              <a:gd name="T38" fmla="*/ 0 w 87"/>
              <a:gd name="T39" fmla="*/ 14 h 58"/>
              <a:gd name="T40" fmla="*/ 1 w 87"/>
              <a:gd name="T41" fmla="*/ 13 h 58"/>
              <a:gd name="T42" fmla="*/ 43 w 87"/>
              <a:gd name="T43" fmla="*/ 0 h 58"/>
              <a:gd name="T44" fmla="*/ 43 w 87"/>
              <a:gd name="T45" fmla="*/ 0 h 58"/>
              <a:gd name="T46" fmla="*/ 44 w 87"/>
              <a:gd name="T47" fmla="*/ 0 h 58"/>
              <a:gd name="T48" fmla="*/ 86 w 87"/>
              <a:gd name="T49" fmla="*/ 13 h 58"/>
              <a:gd name="T50" fmla="*/ 87 w 87"/>
              <a:gd name="T51" fmla="*/ 14 h 58"/>
              <a:gd name="T52" fmla="*/ 86 w 87"/>
              <a:gd name="T53" fmla="*/ 15 h 58"/>
              <a:gd name="T54" fmla="*/ 68 w 87"/>
              <a:gd name="T55" fmla="*/ 38 h 58"/>
              <a:gd name="T56" fmla="*/ 43 w 87"/>
              <a:gd name="T57" fmla="*/ 48 h 58"/>
              <a:gd name="T58" fmla="*/ 19 w 87"/>
              <a:gd name="T59" fmla="*/ 38 h 58"/>
              <a:gd name="T60" fmla="*/ 20 w 87"/>
              <a:gd name="T61" fmla="*/ 26 h 58"/>
              <a:gd name="T62" fmla="*/ 42 w 87"/>
              <a:gd name="T63" fmla="*/ 33 h 58"/>
              <a:gd name="T64" fmla="*/ 43 w 87"/>
              <a:gd name="T65" fmla="*/ 34 h 58"/>
              <a:gd name="T66" fmla="*/ 45 w 87"/>
              <a:gd name="T67" fmla="*/ 33 h 58"/>
              <a:gd name="T68" fmla="*/ 67 w 87"/>
              <a:gd name="T69" fmla="*/ 26 h 58"/>
              <a:gd name="T70" fmla="*/ 68 w 87"/>
              <a:gd name="T71" fmla="*/ 38 h 58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87" h="58">
                <a:moveTo>
                  <a:pt x="86" y="15"/>
                </a:moveTo>
                <a:cubicBezTo>
                  <a:pt x="44" y="29"/>
                  <a:pt x="44" y="29"/>
                  <a:pt x="44" y="29"/>
                </a:cubicBezTo>
                <a:cubicBezTo>
                  <a:pt x="44" y="29"/>
                  <a:pt x="44" y="29"/>
                  <a:pt x="43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18" y="21"/>
                  <a:pt x="18" y="21"/>
                  <a:pt x="18" y="21"/>
                </a:cubicBezTo>
                <a:cubicBezTo>
                  <a:pt x="16" y="23"/>
                  <a:pt x="15" y="27"/>
                  <a:pt x="14" y="32"/>
                </a:cubicBezTo>
                <a:cubicBezTo>
                  <a:pt x="16" y="33"/>
                  <a:pt x="17" y="34"/>
                  <a:pt x="17" y="36"/>
                </a:cubicBezTo>
                <a:cubicBezTo>
                  <a:pt x="17" y="38"/>
                  <a:pt x="16" y="39"/>
                  <a:pt x="15" y="40"/>
                </a:cubicBezTo>
                <a:cubicBezTo>
                  <a:pt x="17" y="56"/>
                  <a:pt x="17" y="56"/>
                  <a:pt x="17" y="56"/>
                </a:cubicBezTo>
                <a:cubicBezTo>
                  <a:pt x="17" y="57"/>
                  <a:pt x="17" y="57"/>
                  <a:pt x="16" y="57"/>
                </a:cubicBezTo>
                <a:cubicBezTo>
                  <a:pt x="16" y="58"/>
                  <a:pt x="16" y="58"/>
                  <a:pt x="16" y="58"/>
                </a:cubicBezTo>
                <a:cubicBezTo>
                  <a:pt x="8" y="58"/>
                  <a:pt x="8" y="58"/>
                  <a:pt x="8" y="58"/>
                </a:cubicBezTo>
                <a:cubicBezTo>
                  <a:pt x="8" y="58"/>
                  <a:pt x="8" y="58"/>
                  <a:pt x="7" y="57"/>
                </a:cubicBezTo>
                <a:cubicBezTo>
                  <a:pt x="7" y="57"/>
                  <a:pt x="7" y="57"/>
                  <a:pt x="7" y="56"/>
                </a:cubicBezTo>
                <a:cubicBezTo>
                  <a:pt x="9" y="40"/>
                  <a:pt x="9" y="40"/>
                  <a:pt x="9" y="40"/>
                </a:cubicBezTo>
                <a:cubicBezTo>
                  <a:pt x="8" y="39"/>
                  <a:pt x="7" y="38"/>
                  <a:pt x="7" y="36"/>
                </a:cubicBezTo>
                <a:cubicBezTo>
                  <a:pt x="7" y="34"/>
                  <a:pt x="8" y="33"/>
                  <a:pt x="10" y="32"/>
                </a:cubicBezTo>
                <a:cubicBezTo>
                  <a:pt x="10" y="27"/>
                  <a:pt x="11" y="23"/>
                  <a:pt x="13" y="19"/>
                </a:cubicBezTo>
                <a:cubicBezTo>
                  <a:pt x="1" y="15"/>
                  <a:pt x="1" y="15"/>
                  <a:pt x="1" y="15"/>
                </a:cubicBezTo>
                <a:cubicBezTo>
                  <a:pt x="0" y="15"/>
                  <a:pt x="0" y="15"/>
                  <a:pt x="0" y="14"/>
                </a:cubicBezTo>
                <a:cubicBezTo>
                  <a:pt x="0" y="14"/>
                  <a:pt x="0" y="13"/>
                  <a:pt x="1" y="13"/>
                </a:cubicBezTo>
                <a:cubicBezTo>
                  <a:pt x="43" y="0"/>
                  <a:pt x="43" y="0"/>
                  <a:pt x="43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86" y="13"/>
                  <a:pt x="86" y="13"/>
                  <a:pt x="86" y="13"/>
                </a:cubicBezTo>
                <a:cubicBezTo>
                  <a:pt x="87" y="13"/>
                  <a:pt x="87" y="14"/>
                  <a:pt x="87" y="14"/>
                </a:cubicBezTo>
                <a:cubicBezTo>
                  <a:pt x="87" y="15"/>
                  <a:pt x="87" y="15"/>
                  <a:pt x="86" y="15"/>
                </a:cubicBezTo>
                <a:close/>
                <a:moveTo>
                  <a:pt x="68" y="38"/>
                </a:moveTo>
                <a:cubicBezTo>
                  <a:pt x="68" y="44"/>
                  <a:pt x="57" y="48"/>
                  <a:pt x="43" y="48"/>
                </a:cubicBezTo>
                <a:cubicBezTo>
                  <a:pt x="30" y="48"/>
                  <a:pt x="19" y="44"/>
                  <a:pt x="19" y="38"/>
                </a:cubicBezTo>
                <a:cubicBezTo>
                  <a:pt x="20" y="26"/>
                  <a:pt x="20" y="26"/>
                  <a:pt x="20" y="26"/>
                </a:cubicBezTo>
                <a:cubicBezTo>
                  <a:pt x="42" y="33"/>
                  <a:pt x="42" y="33"/>
                  <a:pt x="42" y="33"/>
                </a:cubicBezTo>
                <a:cubicBezTo>
                  <a:pt x="42" y="33"/>
                  <a:pt x="43" y="34"/>
                  <a:pt x="43" y="34"/>
                </a:cubicBezTo>
                <a:cubicBezTo>
                  <a:pt x="44" y="34"/>
                  <a:pt x="45" y="33"/>
                  <a:pt x="45" y="33"/>
                </a:cubicBezTo>
                <a:cubicBezTo>
                  <a:pt x="67" y="26"/>
                  <a:pt x="67" y="26"/>
                  <a:pt x="67" y="26"/>
                </a:cubicBezTo>
                <a:lnTo>
                  <a:pt x="68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en-US" sz="9600" dirty="0">
              <a:latin typeface="Sinkin Sans 300 Light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1"/>
          <p:cNvSpPr/>
          <p:nvPr/>
        </p:nvSpPr>
        <p:spPr>
          <a:xfrm>
            <a:off x="631889" y="1441897"/>
            <a:ext cx="4471544" cy="2546561"/>
          </a:xfrm>
          <a:prstGeom prst="rect">
            <a:avLst/>
          </a:prstGeom>
          <a:solidFill>
            <a:srgbClr val="6056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6" name="文本框 5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文献背景</a:t>
              </a: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1"/>
          <p:cNvSpPr/>
          <p:nvPr/>
        </p:nvSpPr>
        <p:spPr>
          <a:xfrm>
            <a:off x="5103432" y="1441898"/>
            <a:ext cx="6650603" cy="25465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233453" y="1692011"/>
            <a:ext cx="6470915" cy="204632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文献名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: 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Web Service Testing Techniques: A Systematic Literature Review</a:t>
            </a:r>
            <a:endParaRPr lang="en-US" altLang="zh-CN" sz="1400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endParaRPr lang="zh-CN" altLang="en-US" sz="1400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作者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: 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Israr Ghani;Wan M.N. Wan-Kadir;Ahmad Mustafa</a:t>
            </a:r>
            <a:endParaRPr lang="en-US" altLang="zh-CN" sz="1400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endParaRPr lang="zh-CN" altLang="en-US" sz="1400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时间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: 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2019年10月12日</a:t>
            </a:r>
            <a:endParaRPr lang="en-US" altLang="zh-CN" sz="1400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endParaRPr lang="zh-CN" altLang="en-US" sz="1400" dirty="0">
              <a:solidFill>
                <a:schemeClr val="bg1"/>
              </a:solidFill>
              <a:latin typeface="+mn-ea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b="1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出处</a:t>
            </a:r>
            <a:r>
              <a:rPr lang="en-US" altLang="zh-CN" sz="14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: </a:t>
            </a:r>
            <a:r>
              <a:rPr lang="zh-CN" altLang="en-US" sz="1400" dirty="0">
                <a:solidFill>
                  <a:schemeClr val="bg1"/>
                </a:solidFill>
                <a:latin typeface="+mn-ea"/>
                <a:cs typeface="+mn-ea"/>
                <a:sym typeface="+mn-lt"/>
              </a:rPr>
              <a:t>International Journal of Advanced Computer Science and Applications</a:t>
            </a:r>
          </a:p>
        </p:txBody>
      </p:sp>
      <p:sp>
        <p:nvSpPr>
          <p:cNvPr id="20" name="矩形 19"/>
          <p:cNvSpPr/>
          <p:nvPr/>
        </p:nvSpPr>
        <p:spPr>
          <a:xfrm>
            <a:off x="916666" y="4569623"/>
            <a:ext cx="10358668" cy="155080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如今，对松散耦合系统的持续需求使得web服务提供了基本的必要条件，以提供可适应且足以在运行时工作的解决方案，以保持系统的高质量。评估此类系统质量的基本技术之一是通过测试。</a:t>
            </a: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endParaRPr lang="zh-CN" altLang="en-US" sz="16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而随着web服务的迅速普及，web服务的不断进步和不断增加，web服务的测试已经成为保持web服务高质量的基本必要条件。而本文献正是基于此背景下探讨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web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服务测试的发展</a:t>
            </a:r>
            <a:r>
              <a: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,</a:t>
            </a: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并提出自己的见解的。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37"/>
          <a:stretch>
            <a:fillRect/>
          </a:stretch>
        </p:blipFill>
        <p:spPr>
          <a:xfrm>
            <a:off x="501867" y="1441896"/>
            <a:ext cx="4601564" cy="2546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739" y="1724669"/>
            <a:ext cx="3777382" cy="3811722"/>
          </a:xfrm>
          <a:prstGeom prst="rect">
            <a:avLst/>
          </a:prstGeom>
        </p:spPr>
      </p:pic>
      <p:sp>
        <p:nvSpPr>
          <p:cNvPr id="45" name="圆角矩形 44"/>
          <p:cNvSpPr/>
          <p:nvPr/>
        </p:nvSpPr>
        <p:spPr>
          <a:xfrm>
            <a:off x="6270359" y="1836980"/>
            <a:ext cx="4590731" cy="1485488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6594209" y="2098249"/>
            <a:ext cx="39239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互联网的迅速兴起带动了全球范围内软件开发的浪潮,而基于Web应用的软件开发则成为领域内主流.现阶段各类行业都将目光集中于Web应用软件的开发与使用。</a:t>
            </a:r>
          </a:p>
        </p:txBody>
      </p:sp>
      <p:sp>
        <p:nvSpPr>
          <p:cNvPr id="47" name="圆角矩形 46"/>
          <p:cNvSpPr/>
          <p:nvPr/>
        </p:nvSpPr>
        <p:spPr>
          <a:xfrm>
            <a:off x="6270358" y="4046823"/>
            <a:ext cx="4590731" cy="1626008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6925965" y="1602897"/>
            <a:ext cx="3279515" cy="4621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157211" y="1652695"/>
            <a:ext cx="279797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互联网发展</a:t>
            </a:r>
          </a:p>
        </p:txBody>
      </p:sp>
      <p:sp>
        <p:nvSpPr>
          <p:cNvPr id="51" name="圆角矩形 50"/>
          <p:cNvSpPr/>
          <p:nvPr/>
        </p:nvSpPr>
        <p:spPr>
          <a:xfrm>
            <a:off x="6925965" y="3854047"/>
            <a:ext cx="3279515" cy="462161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lstStyle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138161" y="3906325"/>
            <a:ext cx="2797972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1216660">
              <a:spcBef>
                <a:spcPct val="20000"/>
              </a:spcBef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实际开发过程中</a:t>
            </a:r>
          </a:p>
        </p:txBody>
      </p:sp>
      <p:sp>
        <p:nvSpPr>
          <p:cNvPr id="53" name="矩形 52"/>
          <p:cNvSpPr/>
          <p:nvPr/>
        </p:nvSpPr>
        <p:spPr>
          <a:xfrm>
            <a:off x="6594209" y="4416157"/>
            <a:ext cx="39239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在实际研发流程中,测试环节必不可少.但就目前形势而言,相比于Web应用软件设计而言,Web应用软件测试的研究力度有待进一步加强。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16" name="文本框 15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背景及意义</a:t>
              </a: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151120" y="2721079"/>
            <a:ext cx="1162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5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169352" y="2769955"/>
            <a:ext cx="3325090" cy="825578"/>
            <a:chOff x="6169352" y="2738001"/>
            <a:chExt cx="3325090" cy="825578"/>
          </a:xfrm>
        </p:grpSpPr>
        <p:sp>
          <p:nvSpPr>
            <p:cNvPr id="19" name="文本框 18"/>
            <p:cNvSpPr txBox="1"/>
            <p:nvPr/>
          </p:nvSpPr>
          <p:spPr>
            <a:xfrm>
              <a:off x="6169352" y="2738001"/>
              <a:ext cx="332509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文献概述</a:t>
              </a:r>
              <a:endPara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213348" y="3255802"/>
              <a:ext cx="3188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SUMMARY OF THE THESIS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3"/>
          <p:cNvGrpSpPr/>
          <p:nvPr/>
        </p:nvGrpSpPr>
        <p:grpSpPr>
          <a:xfrm>
            <a:off x="5631547" y="1850826"/>
            <a:ext cx="2480826" cy="4092773"/>
            <a:chOff x="10185400" y="3552825"/>
            <a:chExt cx="4006850" cy="6610350"/>
          </a:xfrm>
        </p:grpSpPr>
        <p:sp>
          <p:nvSpPr>
            <p:cNvPr id="4" name="Freeform 5"/>
            <p:cNvSpPr/>
            <p:nvPr/>
          </p:nvSpPr>
          <p:spPr bwMode="auto">
            <a:xfrm>
              <a:off x="11633200" y="9880600"/>
              <a:ext cx="1076325" cy="282575"/>
            </a:xfrm>
            <a:custGeom>
              <a:avLst/>
              <a:gdLst>
                <a:gd name="T0" fmla="*/ 678 w 678"/>
                <a:gd name="T1" fmla="*/ 90 h 178"/>
                <a:gd name="T2" fmla="*/ 678 w 678"/>
                <a:gd name="T3" fmla="*/ 90 h 178"/>
                <a:gd name="T4" fmla="*/ 676 w 678"/>
                <a:gd name="T5" fmla="*/ 108 h 178"/>
                <a:gd name="T6" fmla="*/ 670 w 678"/>
                <a:gd name="T7" fmla="*/ 124 h 178"/>
                <a:gd name="T8" fmla="*/ 662 w 678"/>
                <a:gd name="T9" fmla="*/ 140 h 178"/>
                <a:gd name="T10" fmla="*/ 650 w 678"/>
                <a:gd name="T11" fmla="*/ 152 h 178"/>
                <a:gd name="T12" fmla="*/ 636 w 678"/>
                <a:gd name="T13" fmla="*/ 164 h 178"/>
                <a:gd name="T14" fmla="*/ 620 w 678"/>
                <a:gd name="T15" fmla="*/ 172 h 178"/>
                <a:gd name="T16" fmla="*/ 602 w 678"/>
                <a:gd name="T17" fmla="*/ 176 h 178"/>
                <a:gd name="T18" fmla="*/ 582 w 678"/>
                <a:gd name="T19" fmla="*/ 178 h 178"/>
                <a:gd name="T20" fmla="*/ 96 w 678"/>
                <a:gd name="T21" fmla="*/ 178 h 178"/>
                <a:gd name="T22" fmla="*/ 96 w 678"/>
                <a:gd name="T23" fmla="*/ 178 h 178"/>
                <a:gd name="T24" fmla="*/ 76 w 678"/>
                <a:gd name="T25" fmla="*/ 176 h 178"/>
                <a:gd name="T26" fmla="*/ 58 w 678"/>
                <a:gd name="T27" fmla="*/ 172 h 178"/>
                <a:gd name="T28" fmla="*/ 42 w 678"/>
                <a:gd name="T29" fmla="*/ 164 h 178"/>
                <a:gd name="T30" fmla="*/ 28 w 678"/>
                <a:gd name="T31" fmla="*/ 152 h 178"/>
                <a:gd name="T32" fmla="*/ 16 w 678"/>
                <a:gd name="T33" fmla="*/ 140 h 178"/>
                <a:gd name="T34" fmla="*/ 8 w 678"/>
                <a:gd name="T35" fmla="*/ 124 h 178"/>
                <a:gd name="T36" fmla="*/ 2 w 678"/>
                <a:gd name="T37" fmla="*/ 108 h 178"/>
                <a:gd name="T38" fmla="*/ 0 w 678"/>
                <a:gd name="T39" fmla="*/ 90 h 178"/>
                <a:gd name="T40" fmla="*/ 0 w 678"/>
                <a:gd name="T41" fmla="*/ 90 h 178"/>
                <a:gd name="T42" fmla="*/ 0 w 678"/>
                <a:gd name="T43" fmla="*/ 90 h 178"/>
                <a:gd name="T44" fmla="*/ 2 w 678"/>
                <a:gd name="T45" fmla="*/ 72 h 178"/>
                <a:gd name="T46" fmla="*/ 8 w 678"/>
                <a:gd name="T47" fmla="*/ 54 h 178"/>
                <a:gd name="T48" fmla="*/ 16 w 678"/>
                <a:gd name="T49" fmla="*/ 40 h 178"/>
                <a:gd name="T50" fmla="*/ 28 w 678"/>
                <a:gd name="T51" fmla="*/ 26 h 178"/>
                <a:gd name="T52" fmla="*/ 42 w 678"/>
                <a:gd name="T53" fmla="*/ 16 h 178"/>
                <a:gd name="T54" fmla="*/ 58 w 678"/>
                <a:gd name="T55" fmla="*/ 8 h 178"/>
                <a:gd name="T56" fmla="*/ 76 w 678"/>
                <a:gd name="T57" fmla="*/ 2 h 178"/>
                <a:gd name="T58" fmla="*/ 96 w 678"/>
                <a:gd name="T59" fmla="*/ 0 h 178"/>
                <a:gd name="T60" fmla="*/ 582 w 678"/>
                <a:gd name="T61" fmla="*/ 0 h 178"/>
                <a:gd name="T62" fmla="*/ 582 w 678"/>
                <a:gd name="T63" fmla="*/ 0 h 178"/>
                <a:gd name="T64" fmla="*/ 602 w 678"/>
                <a:gd name="T65" fmla="*/ 2 h 178"/>
                <a:gd name="T66" fmla="*/ 620 w 678"/>
                <a:gd name="T67" fmla="*/ 8 h 178"/>
                <a:gd name="T68" fmla="*/ 636 w 678"/>
                <a:gd name="T69" fmla="*/ 16 h 178"/>
                <a:gd name="T70" fmla="*/ 650 w 678"/>
                <a:gd name="T71" fmla="*/ 26 h 178"/>
                <a:gd name="T72" fmla="*/ 662 w 678"/>
                <a:gd name="T73" fmla="*/ 40 h 178"/>
                <a:gd name="T74" fmla="*/ 670 w 678"/>
                <a:gd name="T75" fmla="*/ 54 h 178"/>
                <a:gd name="T76" fmla="*/ 676 w 678"/>
                <a:gd name="T77" fmla="*/ 72 h 178"/>
                <a:gd name="T78" fmla="*/ 678 w 678"/>
                <a:gd name="T79" fmla="*/ 90 h 178"/>
                <a:gd name="T80" fmla="*/ 678 w 678"/>
                <a:gd name="T81" fmla="*/ 90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78" h="178">
                  <a:moveTo>
                    <a:pt x="678" y="90"/>
                  </a:moveTo>
                  <a:lnTo>
                    <a:pt x="678" y="90"/>
                  </a:lnTo>
                  <a:lnTo>
                    <a:pt x="676" y="108"/>
                  </a:lnTo>
                  <a:lnTo>
                    <a:pt x="670" y="124"/>
                  </a:lnTo>
                  <a:lnTo>
                    <a:pt x="662" y="140"/>
                  </a:lnTo>
                  <a:lnTo>
                    <a:pt x="650" y="152"/>
                  </a:lnTo>
                  <a:lnTo>
                    <a:pt x="636" y="164"/>
                  </a:lnTo>
                  <a:lnTo>
                    <a:pt x="620" y="172"/>
                  </a:lnTo>
                  <a:lnTo>
                    <a:pt x="602" y="176"/>
                  </a:lnTo>
                  <a:lnTo>
                    <a:pt x="582" y="178"/>
                  </a:lnTo>
                  <a:lnTo>
                    <a:pt x="96" y="178"/>
                  </a:lnTo>
                  <a:lnTo>
                    <a:pt x="96" y="178"/>
                  </a:lnTo>
                  <a:lnTo>
                    <a:pt x="76" y="176"/>
                  </a:lnTo>
                  <a:lnTo>
                    <a:pt x="58" y="172"/>
                  </a:lnTo>
                  <a:lnTo>
                    <a:pt x="42" y="164"/>
                  </a:lnTo>
                  <a:lnTo>
                    <a:pt x="28" y="152"/>
                  </a:lnTo>
                  <a:lnTo>
                    <a:pt x="16" y="140"/>
                  </a:lnTo>
                  <a:lnTo>
                    <a:pt x="8" y="124"/>
                  </a:lnTo>
                  <a:lnTo>
                    <a:pt x="2" y="108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2" y="72"/>
                  </a:lnTo>
                  <a:lnTo>
                    <a:pt x="8" y="54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6" y="0"/>
                  </a:lnTo>
                  <a:lnTo>
                    <a:pt x="582" y="0"/>
                  </a:lnTo>
                  <a:lnTo>
                    <a:pt x="582" y="0"/>
                  </a:lnTo>
                  <a:lnTo>
                    <a:pt x="602" y="2"/>
                  </a:lnTo>
                  <a:lnTo>
                    <a:pt x="620" y="8"/>
                  </a:lnTo>
                  <a:lnTo>
                    <a:pt x="636" y="16"/>
                  </a:lnTo>
                  <a:lnTo>
                    <a:pt x="650" y="26"/>
                  </a:lnTo>
                  <a:lnTo>
                    <a:pt x="662" y="40"/>
                  </a:lnTo>
                  <a:lnTo>
                    <a:pt x="670" y="54"/>
                  </a:lnTo>
                  <a:lnTo>
                    <a:pt x="676" y="72"/>
                  </a:lnTo>
                  <a:lnTo>
                    <a:pt x="678" y="90"/>
                  </a:lnTo>
                  <a:lnTo>
                    <a:pt x="678" y="9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5" name="Freeform 6"/>
            <p:cNvSpPr/>
            <p:nvPr/>
          </p:nvSpPr>
          <p:spPr bwMode="auto">
            <a:xfrm>
              <a:off x="11372850" y="9772650"/>
              <a:ext cx="1597025" cy="238125"/>
            </a:xfrm>
            <a:custGeom>
              <a:avLst/>
              <a:gdLst>
                <a:gd name="T0" fmla="*/ 136 w 1006"/>
                <a:gd name="T1" fmla="*/ 150 h 150"/>
                <a:gd name="T2" fmla="*/ 868 w 1006"/>
                <a:gd name="T3" fmla="*/ 150 h 150"/>
                <a:gd name="T4" fmla="*/ 868 w 1006"/>
                <a:gd name="T5" fmla="*/ 150 h 150"/>
                <a:gd name="T6" fmla="*/ 928 w 1006"/>
                <a:gd name="T7" fmla="*/ 90 h 150"/>
                <a:gd name="T8" fmla="*/ 928 w 1006"/>
                <a:gd name="T9" fmla="*/ 90 h 150"/>
                <a:gd name="T10" fmla="*/ 956 w 1006"/>
                <a:gd name="T11" fmla="*/ 60 h 150"/>
                <a:gd name="T12" fmla="*/ 978 w 1006"/>
                <a:gd name="T13" fmla="*/ 36 h 150"/>
                <a:gd name="T14" fmla="*/ 994 w 1006"/>
                <a:gd name="T15" fmla="*/ 16 h 150"/>
                <a:gd name="T16" fmla="*/ 1006 w 1006"/>
                <a:gd name="T17" fmla="*/ 0 h 150"/>
                <a:gd name="T18" fmla="*/ 0 w 1006"/>
                <a:gd name="T19" fmla="*/ 0 h 150"/>
                <a:gd name="T20" fmla="*/ 0 w 1006"/>
                <a:gd name="T21" fmla="*/ 0 h 150"/>
                <a:gd name="T22" fmla="*/ 6 w 1006"/>
                <a:gd name="T23" fmla="*/ 12 h 150"/>
                <a:gd name="T24" fmla="*/ 6 w 1006"/>
                <a:gd name="T25" fmla="*/ 12 h 150"/>
                <a:gd name="T26" fmla="*/ 66 w 1006"/>
                <a:gd name="T27" fmla="*/ 76 h 150"/>
                <a:gd name="T28" fmla="*/ 136 w 1006"/>
                <a:gd name="T29" fmla="*/ 150 h 150"/>
                <a:gd name="T30" fmla="*/ 136 w 1006"/>
                <a:gd name="T31" fmla="*/ 150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06" h="150">
                  <a:moveTo>
                    <a:pt x="136" y="150"/>
                  </a:moveTo>
                  <a:lnTo>
                    <a:pt x="868" y="150"/>
                  </a:lnTo>
                  <a:lnTo>
                    <a:pt x="868" y="150"/>
                  </a:lnTo>
                  <a:lnTo>
                    <a:pt x="928" y="90"/>
                  </a:lnTo>
                  <a:lnTo>
                    <a:pt x="928" y="90"/>
                  </a:lnTo>
                  <a:lnTo>
                    <a:pt x="956" y="60"/>
                  </a:lnTo>
                  <a:lnTo>
                    <a:pt x="978" y="36"/>
                  </a:lnTo>
                  <a:lnTo>
                    <a:pt x="994" y="16"/>
                  </a:lnTo>
                  <a:lnTo>
                    <a:pt x="100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6" y="12"/>
                  </a:lnTo>
                  <a:lnTo>
                    <a:pt x="6" y="12"/>
                  </a:lnTo>
                  <a:lnTo>
                    <a:pt x="66" y="76"/>
                  </a:lnTo>
                  <a:lnTo>
                    <a:pt x="136" y="150"/>
                  </a:lnTo>
                  <a:lnTo>
                    <a:pt x="136" y="15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6" name="Freeform 7"/>
            <p:cNvSpPr/>
            <p:nvPr/>
          </p:nvSpPr>
          <p:spPr bwMode="auto">
            <a:xfrm>
              <a:off x="11318875" y="8988425"/>
              <a:ext cx="1714500" cy="161925"/>
            </a:xfrm>
            <a:custGeom>
              <a:avLst/>
              <a:gdLst>
                <a:gd name="T0" fmla="*/ 1080 w 1080"/>
                <a:gd name="T1" fmla="*/ 50 h 102"/>
                <a:gd name="T2" fmla="*/ 1080 w 1080"/>
                <a:gd name="T3" fmla="*/ 50 h 102"/>
                <a:gd name="T4" fmla="*/ 1078 w 1080"/>
                <a:gd name="T5" fmla="*/ 62 h 102"/>
                <a:gd name="T6" fmla="*/ 1076 w 1080"/>
                <a:gd name="T7" fmla="*/ 70 h 102"/>
                <a:gd name="T8" fmla="*/ 1072 w 1080"/>
                <a:gd name="T9" fmla="*/ 80 h 102"/>
                <a:gd name="T10" fmla="*/ 1066 w 1080"/>
                <a:gd name="T11" fmla="*/ 88 h 102"/>
                <a:gd name="T12" fmla="*/ 1058 w 1080"/>
                <a:gd name="T13" fmla="*/ 94 h 102"/>
                <a:gd name="T14" fmla="*/ 1052 w 1080"/>
                <a:gd name="T15" fmla="*/ 98 h 102"/>
                <a:gd name="T16" fmla="*/ 1042 w 1080"/>
                <a:gd name="T17" fmla="*/ 102 h 102"/>
                <a:gd name="T18" fmla="*/ 1034 w 1080"/>
                <a:gd name="T19" fmla="*/ 102 h 102"/>
                <a:gd name="T20" fmla="*/ 46 w 1080"/>
                <a:gd name="T21" fmla="*/ 102 h 102"/>
                <a:gd name="T22" fmla="*/ 46 w 1080"/>
                <a:gd name="T23" fmla="*/ 102 h 102"/>
                <a:gd name="T24" fmla="*/ 36 w 1080"/>
                <a:gd name="T25" fmla="*/ 102 h 102"/>
                <a:gd name="T26" fmla="*/ 28 w 1080"/>
                <a:gd name="T27" fmla="*/ 98 h 102"/>
                <a:gd name="T28" fmla="*/ 20 w 1080"/>
                <a:gd name="T29" fmla="*/ 94 h 102"/>
                <a:gd name="T30" fmla="*/ 14 w 1080"/>
                <a:gd name="T31" fmla="*/ 88 h 102"/>
                <a:gd name="T32" fmla="*/ 8 w 1080"/>
                <a:gd name="T33" fmla="*/ 80 h 102"/>
                <a:gd name="T34" fmla="*/ 4 w 1080"/>
                <a:gd name="T35" fmla="*/ 70 h 102"/>
                <a:gd name="T36" fmla="*/ 0 w 1080"/>
                <a:gd name="T37" fmla="*/ 62 h 102"/>
                <a:gd name="T38" fmla="*/ 0 w 1080"/>
                <a:gd name="T39" fmla="*/ 50 h 102"/>
                <a:gd name="T40" fmla="*/ 0 w 1080"/>
                <a:gd name="T41" fmla="*/ 50 h 102"/>
                <a:gd name="T42" fmla="*/ 0 w 1080"/>
                <a:gd name="T43" fmla="*/ 50 h 102"/>
                <a:gd name="T44" fmla="*/ 0 w 1080"/>
                <a:gd name="T45" fmla="*/ 40 h 102"/>
                <a:gd name="T46" fmla="*/ 4 w 1080"/>
                <a:gd name="T47" fmla="*/ 32 h 102"/>
                <a:gd name="T48" fmla="*/ 8 w 1080"/>
                <a:gd name="T49" fmla="*/ 22 h 102"/>
                <a:gd name="T50" fmla="*/ 14 w 1080"/>
                <a:gd name="T51" fmla="*/ 14 h 102"/>
                <a:gd name="T52" fmla="*/ 20 w 1080"/>
                <a:gd name="T53" fmla="*/ 8 h 102"/>
                <a:gd name="T54" fmla="*/ 28 w 1080"/>
                <a:gd name="T55" fmla="*/ 4 h 102"/>
                <a:gd name="T56" fmla="*/ 36 w 1080"/>
                <a:gd name="T57" fmla="*/ 0 h 102"/>
                <a:gd name="T58" fmla="*/ 46 w 1080"/>
                <a:gd name="T59" fmla="*/ 0 h 102"/>
                <a:gd name="T60" fmla="*/ 1034 w 1080"/>
                <a:gd name="T61" fmla="*/ 0 h 102"/>
                <a:gd name="T62" fmla="*/ 1034 w 1080"/>
                <a:gd name="T63" fmla="*/ 0 h 102"/>
                <a:gd name="T64" fmla="*/ 1042 w 1080"/>
                <a:gd name="T65" fmla="*/ 0 h 102"/>
                <a:gd name="T66" fmla="*/ 1052 w 1080"/>
                <a:gd name="T67" fmla="*/ 4 h 102"/>
                <a:gd name="T68" fmla="*/ 1058 w 1080"/>
                <a:gd name="T69" fmla="*/ 8 h 102"/>
                <a:gd name="T70" fmla="*/ 1066 w 1080"/>
                <a:gd name="T71" fmla="*/ 14 h 102"/>
                <a:gd name="T72" fmla="*/ 1072 w 1080"/>
                <a:gd name="T73" fmla="*/ 22 h 102"/>
                <a:gd name="T74" fmla="*/ 1076 w 1080"/>
                <a:gd name="T75" fmla="*/ 32 h 102"/>
                <a:gd name="T76" fmla="*/ 1078 w 1080"/>
                <a:gd name="T77" fmla="*/ 40 h 102"/>
                <a:gd name="T78" fmla="*/ 1080 w 1080"/>
                <a:gd name="T79" fmla="*/ 50 h 102"/>
                <a:gd name="T80" fmla="*/ 1080 w 1080"/>
                <a:gd name="T81" fmla="*/ 50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0" h="102">
                  <a:moveTo>
                    <a:pt x="1080" y="50"/>
                  </a:moveTo>
                  <a:lnTo>
                    <a:pt x="1080" y="50"/>
                  </a:lnTo>
                  <a:lnTo>
                    <a:pt x="1078" y="62"/>
                  </a:lnTo>
                  <a:lnTo>
                    <a:pt x="1076" y="70"/>
                  </a:lnTo>
                  <a:lnTo>
                    <a:pt x="1072" y="80"/>
                  </a:lnTo>
                  <a:lnTo>
                    <a:pt x="1066" y="88"/>
                  </a:lnTo>
                  <a:lnTo>
                    <a:pt x="1058" y="94"/>
                  </a:lnTo>
                  <a:lnTo>
                    <a:pt x="1052" y="98"/>
                  </a:lnTo>
                  <a:lnTo>
                    <a:pt x="1042" y="102"/>
                  </a:lnTo>
                  <a:lnTo>
                    <a:pt x="1034" y="102"/>
                  </a:lnTo>
                  <a:lnTo>
                    <a:pt x="46" y="102"/>
                  </a:lnTo>
                  <a:lnTo>
                    <a:pt x="46" y="102"/>
                  </a:lnTo>
                  <a:lnTo>
                    <a:pt x="36" y="102"/>
                  </a:lnTo>
                  <a:lnTo>
                    <a:pt x="28" y="98"/>
                  </a:lnTo>
                  <a:lnTo>
                    <a:pt x="20" y="94"/>
                  </a:lnTo>
                  <a:lnTo>
                    <a:pt x="14" y="88"/>
                  </a:lnTo>
                  <a:lnTo>
                    <a:pt x="8" y="80"/>
                  </a:lnTo>
                  <a:lnTo>
                    <a:pt x="4" y="70"/>
                  </a:lnTo>
                  <a:lnTo>
                    <a:pt x="0" y="62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0"/>
                  </a:lnTo>
                  <a:lnTo>
                    <a:pt x="4" y="32"/>
                  </a:lnTo>
                  <a:lnTo>
                    <a:pt x="8" y="22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0"/>
                  </a:lnTo>
                  <a:lnTo>
                    <a:pt x="46" y="0"/>
                  </a:lnTo>
                  <a:lnTo>
                    <a:pt x="1034" y="0"/>
                  </a:lnTo>
                  <a:lnTo>
                    <a:pt x="1034" y="0"/>
                  </a:lnTo>
                  <a:lnTo>
                    <a:pt x="1042" y="0"/>
                  </a:lnTo>
                  <a:lnTo>
                    <a:pt x="1052" y="4"/>
                  </a:lnTo>
                  <a:lnTo>
                    <a:pt x="1058" y="8"/>
                  </a:lnTo>
                  <a:lnTo>
                    <a:pt x="1066" y="14"/>
                  </a:lnTo>
                  <a:lnTo>
                    <a:pt x="1072" y="22"/>
                  </a:lnTo>
                  <a:lnTo>
                    <a:pt x="1076" y="32"/>
                  </a:lnTo>
                  <a:lnTo>
                    <a:pt x="1078" y="40"/>
                  </a:lnTo>
                  <a:lnTo>
                    <a:pt x="1080" y="50"/>
                  </a:lnTo>
                  <a:lnTo>
                    <a:pt x="1080" y="50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7" name="Freeform 8"/>
            <p:cNvSpPr/>
            <p:nvPr/>
          </p:nvSpPr>
          <p:spPr bwMode="auto">
            <a:xfrm>
              <a:off x="11318875" y="9226550"/>
              <a:ext cx="1714500" cy="165100"/>
            </a:xfrm>
            <a:custGeom>
              <a:avLst/>
              <a:gdLst>
                <a:gd name="T0" fmla="*/ 1080 w 1080"/>
                <a:gd name="T1" fmla="*/ 52 h 104"/>
                <a:gd name="T2" fmla="*/ 1080 w 1080"/>
                <a:gd name="T3" fmla="*/ 52 h 104"/>
                <a:gd name="T4" fmla="*/ 1078 w 1080"/>
                <a:gd name="T5" fmla="*/ 62 h 104"/>
                <a:gd name="T6" fmla="*/ 1076 w 1080"/>
                <a:gd name="T7" fmla="*/ 72 h 104"/>
                <a:gd name="T8" fmla="*/ 1072 w 1080"/>
                <a:gd name="T9" fmla="*/ 82 h 104"/>
                <a:gd name="T10" fmla="*/ 1066 w 1080"/>
                <a:gd name="T11" fmla="*/ 88 h 104"/>
                <a:gd name="T12" fmla="*/ 1058 w 1080"/>
                <a:gd name="T13" fmla="*/ 94 h 104"/>
                <a:gd name="T14" fmla="*/ 1052 w 1080"/>
                <a:gd name="T15" fmla="*/ 100 h 104"/>
                <a:gd name="T16" fmla="*/ 1042 w 1080"/>
                <a:gd name="T17" fmla="*/ 102 h 104"/>
                <a:gd name="T18" fmla="*/ 1034 w 1080"/>
                <a:gd name="T19" fmla="*/ 104 h 104"/>
                <a:gd name="T20" fmla="*/ 46 w 1080"/>
                <a:gd name="T21" fmla="*/ 104 h 104"/>
                <a:gd name="T22" fmla="*/ 46 w 1080"/>
                <a:gd name="T23" fmla="*/ 104 h 104"/>
                <a:gd name="T24" fmla="*/ 36 w 1080"/>
                <a:gd name="T25" fmla="*/ 102 h 104"/>
                <a:gd name="T26" fmla="*/ 28 w 1080"/>
                <a:gd name="T27" fmla="*/ 100 h 104"/>
                <a:gd name="T28" fmla="*/ 20 w 1080"/>
                <a:gd name="T29" fmla="*/ 94 h 104"/>
                <a:gd name="T30" fmla="*/ 14 w 1080"/>
                <a:gd name="T31" fmla="*/ 88 h 104"/>
                <a:gd name="T32" fmla="*/ 8 w 1080"/>
                <a:gd name="T33" fmla="*/ 82 h 104"/>
                <a:gd name="T34" fmla="*/ 4 w 1080"/>
                <a:gd name="T35" fmla="*/ 72 h 104"/>
                <a:gd name="T36" fmla="*/ 0 w 1080"/>
                <a:gd name="T37" fmla="*/ 62 h 104"/>
                <a:gd name="T38" fmla="*/ 0 w 1080"/>
                <a:gd name="T39" fmla="*/ 52 h 104"/>
                <a:gd name="T40" fmla="*/ 0 w 1080"/>
                <a:gd name="T41" fmla="*/ 52 h 104"/>
                <a:gd name="T42" fmla="*/ 0 w 1080"/>
                <a:gd name="T43" fmla="*/ 52 h 104"/>
                <a:gd name="T44" fmla="*/ 0 w 1080"/>
                <a:gd name="T45" fmla="*/ 42 h 104"/>
                <a:gd name="T46" fmla="*/ 4 w 1080"/>
                <a:gd name="T47" fmla="*/ 32 h 104"/>
                <a:gd name="T48" fmla="*/ 8 w 1080"/>
                <a:gd name="T49" fmla="*/ 24 h 104"/>
                <a:gd name="T50" fmla="*/ 14 w 1080"/>
                <a:gd name="T51" fmla="*/ 16 h 104"/>
                <a:gd name="T52" fmla="*/ 20 w 1080"/>
                <a:gd name="T53" fmla="*/ 10 h 104"/>
                <a:gd name="T54" fmla="*/ 28 w 1080"/>
                <a:gd name="T55" fmla="*/ 4 h 104"/>
                <a:gd name="T56" fmla="*/ 36 w 1080"/>
                <a:gd name="T57" fmla="*/ 2 h 104"/>
                <a:gd name="T58" fmla="*/ 46 w 1080"/>
                <a:gd name="T59" fmla="*/ 0 h 104"/>
                <a:gd name="T60" fmla="*/ 1034 w 1080"/>
                <a:gd name="T61" fmla="*/ 0 h 104"/>
                <a:gd name="T62" fmla="*/ 1034 w 1080"/>
                <a:gd name="T63" fmla="*/ 0 h 104"/>
                <a:gd name="T64" fmla="*/ 1042 w 1080"/>
                <a:gd name="T65" fmla="*/ 2 h 104"/>
                <a:gd name="T66" fmla="*/ 1052 w 1080"/>
                <a:gd name="T67" fmla="*/ 4 h 104"/>
                <a:gd name="T68" fmla="*/ 1058 w 1080"/>
                <a:gd name="T69" fmla="*/ 10 h 104"/>
                <a:gd name="T70" fmla="*/ 1066 w 1080"/>
                <a:gd name="T71" fmla="*/ 16 h 104"/>
                <a:gd name="T72" fmla="*/ 1072 w 1080"/>
                <a:gd name="T73" fmla="*/ 24 h 104"/>
                <a:gd name="T74" fmla="*/ 1076 w 1080"/>
                <a:gd name="T75" fmla="*/ 32 h 104"/>
                <a:gd name="T76" fmla="*/ 1078 w 1080"/>
                <a:gd name="T77" fmla="*/ 42 h 104"/>
                <a:gd name="T78" fmla="*/ 1080 w 1080"/>
                <a:gd name="T79" fmla="*/ 52 h 104"/>
                <a:gd name="T80" fmla="*/ 1080 w 1080"/>
                <a:gd name="T8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0" h="104">
                  <a:moveTo>
                    <a:pt x="1080" y="52"/>
                  </a:moveTo>
                  <a:lnTo>
                    <a:pt x="1080" y="52"/>
                  </a:lnTo>
                  <a:lnTo>
                    <a:pt x="1078" y="62"/>
                  </a:lnTo>
                  <a:lnTo>
                    <a:pt x="1076" y="72"/>
                  </a:lnTo>
                  <a:lnTo>
                    <a:pt x="1072" y="82"/>
                  </a:lnTo>
                  <a:lnTo>
                    <a:pt x="1066" y="88"/>
                  </a:lnTo>
                  <a:lnTo>
                    <a:pt x="1058" y="94"/>
                  </a:lnTo>
                  <a:lnTo>
                    <a:pt x="1052" y="100"/>
                  </a:lnTo>
                  <a:lnTo>
                    <a:pt x="1042" y="102"/>
                  </a:lnTo>
                  <a:lnTo>
                    <a:pt x="1034" y="104"/>
                  </a:lnTo>
                  <a:lnTo>
                    <a:pt x="46" y="104"/>
                  </a:lnTo>
                  <a:lnTo>
                    <a:pt x="46" y="104"/>
                  </a:lnTo>
                  <a:lnTo>
                    <a:pt x="36" y="102"/>
                  </a:lnTo>
                  <a:lnTo>
                    <a:pt x="28" y="100"/>
                  </a:lnTo>
                  <a:lnTo>
                    <a:pt x="20" y="94"/>
                  </a:lnTo>
                  <a:lnTo>
                    <a:pt x="14" y="88"/>
                  </a:lnTo>
                  <a:lnTo>
                    <a:pt x="8" y="82"/>
                  </a:lnTo>
                  <a:lnTo>
                    <a:pt x="4" y="72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4" y="32"/>
                  </a:lnTo>
                  <a:lnTo>
                    <a:pt x="8" y="24"/>
                  </a:lnTo>
                  <a:lnTo>
                    <a:pt x="14" y="16"/>
                  </a:lnTo>
                  <a:lnTo>
                    <a:pt x="20" y="10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6" y="0"/>
                  </a:lnTo>
                  <a:lnTo>
                    <a:pt x="1034" y="0"/>
                  </a:lnTo>
                  <a:lnTo>
                    <a:pt x="1034" y="0"/>
                  </a:lnTo>
                  <a:lnTo>
                    <a:pt x="1042" y="2"/>
                  </a:lnTo>
                  <a:lnTo>
                    <a:pt x="1052" y="4"/>
                  </a:lnTo>
                  <a:lnTo>
                    <a:pt x="1058" y="10"/>
                  </a:lnTo>
                  <a:lnTo>
                    <a:pt x="1066" y="16"/>
                  </a:lnTo>
                  <a:lnTo>
                    <a:pt x="1072" y="24"/>
                  </a:lnTo>
                  <a:lnTo>
                    <a:pt x="1076" y="32"/>
                  </a:lnTo>
                  <a:lnTo>
                    <a:pt x="1078" y="42"/>
                  </a:lnTo>
                  <a:lnTo>
                    <a:pt x="1080" y="52"/>
                  </a:lnTo>
                  <a:lnTo>
                    <a:pt x="1080" y="52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8" name="Freeform 9"/>
            <p:cNvSpPr/>
            <p:nvPr/>
          </p:nvSpPr>
          <p:spPr bwMode="auto">
            <a:xfrm>
              <a:off x="11318875" y="9467850"/>
              <a:ext cx="1714500" cy="165100"/>
            </a:xfrm>
            <a:custGeom>
              <a:avLst/>
              <a:gdLst>
                <a:gd name="T0" fmla="*/ 1080 w 1080"/>
                <a:gd name="T1" fmla="*/ 52 h 104"/>
                <a:gd name="T2" fmla="*/ 1080 w 1080"/>
                <a:gd name="T3" fmla="*/ 52 h 104"/>
                <a:gd name="T4" fmla="*/ 1078 w 1080"/>
                <a:gd name="T5" fmla="*/ 62 h 104"/>
                <a:gd name="T6" fmla="*/ 1076 w 1080"/>
                <a:gd name="T7" fmla="*/ 72 h 104"/>
                <a:gd name="T8" fmla="*/ 1072 w 1080"/>
                <a:gd name="T9" fmla="*/ 80 h 104"/>
                <a:gd name="T10" fmla="*/ 1066 w 1080"/>
                <a:gd name="T11" fmla="*/ 88 h 104"/>
                <a:gd name="T12" fmla="*/ 1058 w 1080"/>
                <a:gd name="T13" fmla="*/ 94 h 104"/>
                <a:gd name="T14" fmla="*/ 1052 w 1080"/>
                <a:gd name="T15" fmla="*/ 100 h 104"/>
                <a:gd name="T16" fmla="*/ 1042 w 1080"/>
                <a:gd name="T17" fmla="*/ 102 h 104"/>
                <a:gd name="T18" fmla="*/ 1034 w 1080"/>
                <a:gd name="T19" fmla="*/ 104 h 104"/>
                <a:gd name="T20" fmla="*/ 46 w 1080"/>
                <a:gd name="T21" fmla="*/ 104 h 104"/>
                <a:gd name="T22" fmla="*/ 46 w 1080"/>
                <a:gd name="T23" fmla="*/ 104 h 104"/>
                <a:gd name="T24" fmla="*/ 36 w 1080"/>
                <a:gd name="T25" fmla="*/ 102 h 104"/>
                <a:gd name="T26" fmla="*/ 28 w 1080"/>
                <a:gd name="T27" fmla="*/ 100 h 104"/>
                <a:gd name="T28" fmla="*/ 20 w 1080"/>
                <a:gd name="T29" fmla="*/ 94 h 104"/>
                <a:gd name="T30" fmla="*/ 14 w 1080"/>
                <a:gd name="T31" fmla="*/ 88 h 104"/>
                <a:gd name="T32" fmla="*/ 8 w 1080"/>
                <a:gd name="T33" fmla="*/ 80 h 104"/>
                <a:gd name="T34" fmla="*/ 4 w 1080"/>
                <a:gd name="T35" fmla="*/ 72 h 104"/>
                <a:gd name="T36" fmla="*/ 0 w 1080"/>
                <a:gd name="T37" fmla="*/ 62 h 104"/>
                <a:gd name="T38" fmla="*/ 0 w 1080"/>
                <a:gd name="T39" fmla="*/ 52 h 104"/>
                <a:gd name="T40" fmla="*/ 0 w 1080"/>
                <a:gd name="T41" fmla="*/ 52 h 104"/>
                <a:gd name="T42" fmla="*/ 0 w 1080"/>
                <a:gd name="T43" fmla="*/ 52 h 104"/>
                <a:gd name="T44" fmla="*/ 0 w 1080"/>
                <a:gd name="T45" fmla="*/ 42 h 104"/>
                <a:gd name="T46" fmla="*/ 4 w 1080"/>
                <a:gd name="T47" fmla="*/ 32 h 104"/>
                <a:gd name="T48" fmla="*/ 8 w 1080"/>
                <a:gd name="T49" fmla="*/ 24 h 104"/>
                <a:gd name="T50" fmla="*/ 14 w 1080"/>
                <a:gd name="T51" fmla="*/ 16 h 104"/>
                <a:gd name="T52" fmla="*/ 20 w 1080"/>
                <a:gd name="T53" fmla="*/ 10 h 104"/>
                <a:gd name="T54" fmla="*/ 28 w 1080"/>
                <a:gd name="T55" fmla="*/ 4 h 104"/>
                <a:gd name="T56" fmla="*/ 36 w 1080"/>
                <a:gd name="T57" fmla="*/ 2 h 104"/>
                <a:gd name="T58" fmla="*/ 46 w 1080"/>
                <a:gd name="T59" fmla="*/ 0 h 104"/>
                <a:gd name="T60" fmla="*/ 1034 w 1080"/>
                <a:gd name="T61" fmla="*/ 0 h 104"/>
                <a:gd name="T62" fmla="*/ 1034 w 1080"/>
                <a:gd name="T63" fmla="*/ 0 h 104"/>
                <a:gd name="T64" fmla="*/ 1042 w 1080"/>
                <a:gd name="T65" fmla="*/ 2 h 104"/>
                <a:gd name="T66" fmla="*/ 1052 w 1080"/>
                <a:gd name="T67" fmla="*/ 4 h 104"/>
                <a:gd name="T68" fmla="*/ 1058 w 1080"/>
                <a:gd name="T69" fmla="*/ 10 h 104"/>
                <a:gd name="T70" fmla="*/ 1066 w 1080"/>
                <a:gd name="T71" fmla="*/ 16 h 104"/>
                <a:gd name="T72" fmla="*/ 1072 w 1080"/>
                <a:gd name="T73" fmla="*/ 24 h 104"/>
                <a:gd name="T74" fmla="*/ 1076 w 1080"/>
                <a:gd name="T75" fmla="*/ 32 h 104"/>
                <a:gd name="T76" fmla="*/ 1078 w 1080"/>
                <a:gd name="T77" fmla="*/ 42 h 104"/>
                <a:gd name="T78" fmla="*/ 1080 w 1080"/>
                <a:gd name="T79" fmla="*/ 52 h 104"/>
                <a:gd name="T80" fmla="*/ 1080 w 1080"/>
                <a:gd name="T8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80" h="104">
                  <a:moveTo>
                    <a:pt x="1080" y="52"/>
                  </a:moveTo>
                  <a:lnTo>
                    <a:pt x="1080" y="52"/>
                  </a:lnTo>
                  <a:lnTo>
                    <a:pt x="1078" y="62"/>
                  </a:lnTo>
                  <a:lnTo>
                    <a:pt x="1076" y="72"/>
                  </a:lnTo>
                  <a:lnTo>
                    <a:pt x="1072" y="80"/>
                  </a:lnTo>
                  <a:lnTo>
                    <a:pt x="1066" y="88"/>
                  </a:lnTo>
                  <a:lnTo>
                    <a:pt x="1058" y="94"/>
                  </a:lnTo>
                  <a:lnTo>
                    <a:pt x="1052" y="100"/>
                  </a:lnTo>
                  <a:lnTo>
                    <a:pt x="1042" y="102"/>
                  </a:lnTo>
                  <a:lnTo>
                    <a:pt x="1034" y="104"/>
                  </a:lnTo>
                  <a:lnTo>
                    <a:pt x="46" y="104"/>
                  </a:lnTo>
                  <a:lnTo>
                    <a:pt x="46" y="104"/>
                  </a:lnTo>
                  <a:lnTo>
                    <a:pt x="36" y="102"/>
                  </a:lnTo>
                  <a:lnTo>
                    <a:pt x="28" y="100"/>
                  </a:lnTo>
                  <a:lnTo>
                    <a:pt x="20" y="94"/>
                  </a:lnTo>
                  <a:lnTo>
                    <a:pt x="14" y="88"/>
                  </a:lnTo>
                  <a:lnTo>
                    <a:pt x="8" y="80"/>
                  </a:lnTo>
                  <a:lnTo>
                    <a:pt x="4" y="72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4" y="32"/>
                  </a:lnTo>
                  <a:lnTo>
                    <a:pt x="8" y="24"/>
                  </a:lnTo>
                  <a:lnTo>
                    <a:pt x="14" y="16"/>
                  </a:lnTo>
                  <a:lnTo>
                    <a:pt x="20" y="10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6" y="0"/>
                  </a:lnTo>
                  <a:lnTo>
                    <a:pt x="1034" y="0"/>
                  </a:lnTo>
                  <a:lnTo>
                    <a:pt x="1034" y="0"/>
                  </a:lnTo>
                  <a:lnTo>
                    <a:pt x="1042" y="2"/>
                  </a:lnTo>
                  <a:lnTo>
                    <a:pt x="1052" y="4"/>
                  </a:lnTo>
                  <a:lnTo>
                    <a:pt x="1058" y="10"/>
                  </a:lnTo>
                  <a:lnTo>
                    <a:pt x="1066" y="16"/>
                  </a:lnTo>
                  <a:lnTo>
                    <a:pt x="1072" y="24"/>
                  </a:lnTo>
                  <a:lnTo>
                    <a:pt x="1076" y="32"/>
                  </a:lnTo>
                  <a:lnTo>
                    <a:pt x="1078" y="42"/>
                  </a:lnTo>
                  <a:lnTo>
                    <a:pt x="1080" y="52"/>
                  </a:lnTo>
                  <a:lnTo>
                    <a:pt x="1080" y="52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9" name="Freeform 10"/>
            <p:cNvSpPr/>
            <p:nvPr/>
          </p:nvSpPr>
          <p:spPr bwMode="auto">
            <a:xfrm>
              <a:off x="11318875" y="9683750"/>
              <a:ext cx="1698625" cy="101600"/>
            </a:xfrm>
            <a:custGeom>
              <a:avLst/>
              <a:gdLst>
                <a:gd name="T0" fmla="*/ 1070 w 1070"/>
                <a:gd name="T1" fmla="*/ 32 h 64"/>
                <a:gd name="T2" fmla="*/ 1070 w 1070"/>
                <a:gd name="T3" fmla="*/ 32 h 64"/>
                <a:gd name="T4" fmla="*/ 1070 w 1070"/>
                <a:gd name="T5" fmla="*/ 38 h 64"/>
                <a:gd name="T6" fmla="*/ 1068 w 1070"/>
                <a:gd name="T7" fmla="*/ 44 h 64"/>
                <a:gd name="T8" fmla="*/ 1064 w 1070"/>
                <a:gd name="T9" fmla="*/ 50 h 64"/>
                <a:gd name="T10" fmla="*/ 1058 w 1070"/>
                <a:gd name="T11" fmla="*/ 56 h 64"/>
                <a:gd name="T12" fmla="*/ 1050 w 1070"/>
                <a:gd name="T13" fmla="*/ 60 h 64"/>
                <a:gd name="T14" fmla="*/ 1044 w 1070"/>
                <a:gd name="T15" fmla="*/ 62 h 64"/>
                <a:gd name="T16" fmla="*/ 1034 w 1070"/>
                <a:gd name="T17" fmla="*/ 64 h 64"/>
                <a:gd name="T18" fmla="*/ 1026 w 1070"/>
                <a:gd name="T19" fmla="*/ 64 h 64"/>
                <a:gd name="T20" fmla="*/ 46 w 1070"/>
                <a:gd name="T21" fmla="*/ 64 h 64"/>
                <a:gd name="T22" fmla="*/ 46 w 1070"/>
                <a:gd name="T23" fmla="*/ 64 h 64"/>
                <a:gd name="T24" fmla="*/ 36 w 1070"/>
                <a:gd name="T25" fmla="*/ 64 h 64"/>
                <a:gd name="T26" fmla="*/ 28 w 1070"/>
                <a:gd name="T27" fmla="*/ 62 h 64"/>
                <a:gd name="T28" fmla="*/ 20 w 1070"/>
                <a:gd name="T29" fmla="*/ 60 h 64"/>
                <a:gd name="T30" fmla="*/ 14 w 1070"/>
                <a:gd name="T31" fmla="*/ 56 h 64"/>
                <a:gd name="T32" fmla="*/ 8 w 1070"/>
                <a:gd name="T33" fmla="*/ 50 h 64"/>
                <a:gd name="T34" fmla="*/ 4 w 1070"/>
                <a:gd name="T35" fmla="*/ 44 h 64"/>
                <a:gd name="T36" fmla="*/ 0 w 1070"/>
                <a:gd name="T37" fmla="*/ 38 h 64"/>
                <a:gd name="T38" fmla="*/ 0 w 1070"/>
                <a:gd name="T39" fmla="*/ 32 h 64"/>
                <a:gd name="T40" fmla="*/ 0 w 1070"/>
                <a:gd name="T41" fmla="*/ 32 h 64"/>
                <a:gd name="T42" fmla="*/ 0 w 1070"/>
                <a:gd name="T43" fmla="*/ 32 h 64"/>
                <a:gd name="T44" fmla="*/ 0 w 1070"/>
                <a:gd name="T45" fmla="*/ 26 h 64"/>
                <a:gd name="T46" fmla="*/ 4 w 1070"/>
                <a:gd name="T47" fmla="*/ 20 h 64"/>
                <a:gd name="T48" fmla="*/ 8 w 1070"/>
                <a:gd name="T49" fmla="*/ 14 h 64"/>
                <a:gd name="T50" fmla="*/ 14 w 1070"/>
                <a:gd name="T51" fmla="*/ 10 h 64"/>
                <a:gd name="T52" fmla="*/ 20 w 1070"/>
                <a:gd name="T53" fmla="*/ 4 h 64"/>
                <a:gd name="T54" fmla="*/ 28 w 1070"/>
                <a:gd name="T55" fmla="*/ 2 h 64"/>
                <a:gd name="T56" fmla="*/ 36 w 1070"/>
                <a:gd name="T57" fmla="*/ 0 h 64"/>
                <a:gd name="T58" fmla="*/ 46 w 1070"/>
                <a:gd name="T59" fmla="*/ 0 h 64"/>
                <a:gd name="T60" fmla="*/ 1026 w 1070"/>
                <a:gd name="T61" fmla="*/ 0 h 64"/>
                <a:gd name="T62" fmla="*/ 1026 w 1070"/>
                <a:gd name="T63" fmla="*/ 0 h 64"/>
                <a:gd name="T64" fmla="*/ 1034 w 1070"/>
                <a:gd name="T65" fmla="*/ 0 h 64"/>
                <a:gd name="T66" fmla="*/ 1044 w 1070"/>
                <a:gd name="T67" fmla="*/ 2 h 64"/>
                <a:gd name="T68" fmla="*/ 1050 w 1070"/>
                <a:gd name="T69" fmla="*/ 4 h 64"/>
                <a:gd name="T70" fmla="*/ 1058 w 1070"/>
                <a:gd name="T71" fmla="*/ 10 h 64"/>
                <a:gd name="T72" fmla="*/ 1064 w 1070"/>
                <a:gd name="T73" fmla="*/ 14 h 64"/>
                <a:gd name="T74" fmla="*/ 1068 w 1070"/>
                <a:gd name="T75" fmla="*/ 20 h 64"/>
                <a:gd name="T76" fmla="*/ 1070 w 1070"/>
                <a:gd name="T77" fmla="*/ 26 h 64"/>
                <a:gd name="T78" fmla="*/ 1070 w 1070"/>
                <a:gd name="T79" fmla="*/ 32 h 64"/>
                <a:gd name="T80" fmla="*/ 1070 w 1070"/>
                <a:gd name="T81" fmla="*/ 3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70" h="64">
                  <a:moveTo>
                    <a:pt x="1070" y="32"/>
                  </a:moveTo>
                  <a:lnTo>
                    <a:pt x="1070" y="32"/>
                  </a:lnTo>
                  <a:lnTo>
                    <a:pt x="1070" y="38"/>
                  </a:lnTo>
                  <a:lnTo>
                    <a:pt x="1068" y="44"/>
                  </a:lnTo>
                  <a:lnTo>
                    <a:pt x="1064" y="50"/>
                  </a:lnTo>
                  <a:lnTo>
                    <a:pt x="1058" y="56"/>
                  </a:lnTo>
                  <a:lnTo>
                    <a:pt x="1050" y="60"/>
                  </a:lnTo>
                  <a:lnTo>
                    <a:pt x="1044" y="62"/>
                  </a:lnTo>
                  <a:lnTo>
                    <a:pt x="1034" y="64"/>
                  </a:lnTo>
                  <a:lnTo>
                    <a:pt x="102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36" y="64"/>
                  </a:lnTo>
                  <a:lnTo>
                    <a:pt x="28" y="62"/>
                  </a:lnTo>
                  <a:lnTo>
                    <a:pt x="20" y="60"/>
                  </a:lnTo>
                  <a:lnTo>
                    <a:pt x="14" y="56"/>
                  </a:lnTo>
                  <a:lnTo>
                    <a:pt x="8" y="50"/>
                  </a:lnTo>
                  <a:lnTo>
                    <a:pt x="4" y="44"/>
                  </a:lnTo>
                  <a:lnTo>
                    <a:pt x="0" y="38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26"/>
                  </a:lnTo>
                  <a:lnTo>
                    <a:pt x="4" y="20"/>
                  </a:lnTo>
                  <a:lnTo>
                    <a:pt x="8" y="14"/>
                  </a:lnTo>
                  <a:lnTo>
                    <a:pt x="14" y="10"/>
                  </a:lnTo>
                  <a:lnTo>
                    <a:pt x="20" y="4"/>
                  </a:lnTo>
                  <a:lnTo>
                    <a:pt x="28" y="2"/>
                  </a:lnTo>
                  <a:lnTo>
                    <a:pt x="36" y="0"/>
                  </a:lnTo>
                  <a:lnTo>
                    <a:pt x="46" y="0"/>
                  </a:lnTo>
                  <a:lnTo>
                    <a:pt x="1026" y="0"/>
                  </a:lnTo>
                  <a:lnTo>
                    <a:pt x="1026" y="0"/>
                  </a:lnTo>
                  <a:lnTo>
                    <a:pt x="1034" y="0"/>
                  </a:lnTo>
                  <a:lnTo>
                    <a:pt x="1044" y="2"/>
                  </a:lnTo>
                  <a:lnTo>
                    <a:pt x="1050" y="4"/>
                  </a:lnTo>
                  <a:lnTo>
                    <a:pt x="1058" y="10"/>
                  </a:lnTo>
                  <a:lnTo>
                    <a:pt x="1064" y="14"/>
                  </a:lnTo>
                  <a:lnTo>
                    <a:pt x="1068" y="20"/>
                  </a:lnTo>
                  <a:lnTo>
                    <a:pt x="1070" y="26"/>
                  </a:lnTo>
                  <a:lnTo>
                    <a:pt x="1070" y="32"/>
                  </a:lnTo>
                  <a:lnTo>
                    <a:pt x="1070" y="32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10" name="Freeform 11"/>
            <p:cNvSpPr/>
            <p:nvPr/>
          </p:nvSpPr>
          <p:spPr bwMode="auto">
            <a:xfrm>
              <a:off x="11306175" y="8747125"/>
              <a:ext cx="1739900" cy="165100"/>
            </a:xfrm>
            <a:custGeom>
              <a:avLst/>
              <a:gdLst>
                <a:gd name="T0" fmla="*/ 1096 w 1096"/>
                <a:gd name="T1" fmla="*/ 52 h 104"/>
                <a:gd name="T2" fmla="*/ 1096 w 1096"/>
                <a:gd name="T3" fmla="*/ 52 h 104"/>
                <a:gd name="T4" fmla="*/ 1094 w 1096"/>
                <a:gd name="T5" fmla="*/ 62 h 104"/>
                <a:gd name="T6" fmla="*/ 1092 w 1096"/>
                <a:gd name="T7" fmla="*/ 72 h 104"/>
                <a:gd name="T8" fmla="*/ 1088 w 1096"/>
                <a:gd name="T9" fmla="*/ 80 h 104"/>
                <a:gd name="T10" fmla="*/ 1082 w 1096"/>
                <a:gd name="T11" fmla="*/ 88 h 104"/>
                <a:gd name="T12" fmla="*/ 1074 w 1096"/>
                <a:gd name="T13" fmla="*/ 94 h 104"/>
                <a:gd name="T14" fmla="*/ 1066 w 1096"/>
                <a:gd name="T15" fmla="*/ 98 h 104"/>
                <a:gd name="T16" fmla="*/ 1058 w 1096"/>
                <a:gd name="T17" fmla="*/ 102 h 104"/>
                <a:gd name="T18" fmla="*/ 1048 w 1096"/>
                <a:gd name="T19" fmla="*/ 104 h 104"/>
                <a:gd name="T20" fmla="*/ 46 w 1096"/>
                <a:gd name="T21" fmla="*/ 104 h 104"/>
                <a:gd name="T22" fmla="*/ 46 w 1096"/>
                <a:gd name="T23" fmla="*/ 104 h 104"/>
                <a:gd name="T24" fmla="*/ 38 w 1096"/>
                <a:gd name="T25" fmla="*/ 102 h 104"/>
                <a:gd name="T26" fmla="*/ 28 w 1096"/>
                <a:gd name="T27" fmla="*/ 98 h 104"/>
                <a:gd name="T28" fmla="*/ 20 w 1096"/>
                <a:gd name="T29" fmla="*/ 94 h 104"/>
                <a:gd name="T30" fmla="*/ 14 w 1096"/>
                <a:gd name="T31" fmla="*/ 88 h 104"/>
                <a:gd name="T32" fmla="*/ 8 w 1096"/>
                <a:gd name="T33" fmla="*/ 80 h 104"/>
                <a:gd name="T34" fmla="*/ 4 w 1096"/>
                <a:gd name="T35" fmla="*/ 72 h 104"/>
                <a:gd name="T36" fmla="*/ 0 w 1096"/>
                <a:gd name="T37" fmla="*/ 62 h 104"/>
                <a:gd name="T38" fmla="*/ 0 w 1096"/>
                <a:gd name="T39" fmla="*/ 52 h 104"/>
                <a:gd name="T40" fmla="*/ 0 w 1096"/>
                <a:gd name="T41" fmla="*/ 52 h 104"/>
                <a:gd name="T42" fmla="*/ 0 w 1096"/>
                <a:gd name="T43" fmla="*/ 52 h 104"/>
                <a:gd name="T44" fmla="*/ 0 w 1096"/>
                <a:gd name="T45" fmla="*/ 42 h 104"/>
                <a:gd name="T46" fmla="*/ 4 w 1096"/>
                <a:gd name="T47" fmla="*/ 32 h 104"/>
                <a:gd name="T48" fmla="*/ 8 w 1096"/>
                <a:gd name="T49" fmla="*/ 22 h 104"/>
                <a:gd name="T50" fmla="*/ 14 w 1096"/>
                <a:gd name="T51" fmla="*/ 16 h 104"/>
                <a:gd name="T52" fmla="*/ 20 w 1096"/>
                <a:gd name="T53" fmla="*/ 8 h 104"/>
                <a:gd name="T54" fmla="*/ 28 w 1096"/>
                <a:gd name="T55" fmla="*/ 4 h 104"/>
                <a:gd name="T56" fmla="*/ 38 w 1096"/>
                <a:gd name="T57" fmla="*/ 2 h 104"/>
                <a:gd name="T58" fmla="*/ 46 w 1096"/>
                <a:gd name="T59" fmla="*/ 0 h 104"/>
                <a:gd name="T60" fmla="*/ 1048 w 1096"/>
                <a:gd name="T61" fmla="*/ 0 h 104"/>
                <a:gd name="T62" fmla="*/ 1048 w 1096"/>
                <a:gd name="T63" fmla="*/ 0 h 104"/>
                <a:gd name="T64" fmla="*/ 1058 w 1096"/>
                <a:gd name="T65" fmla="*/ 2 h 104"/>
                <a:gd name="T66" fmla="*/ 1066 w 1096"/>
                <a:gd name="T67" fmla="*/ 4 h 104"/>
                <a:gd name="T68" fmla="*/ 1074 w 1096"/>
                <a:gd name="T69" fmla="*/ 8 h 104"/>
                <a:gd name="T70" fmla="*/ 1082 w 1096"/>
                <a:gd name="T71" fmla="*/ 16 h 104"/>
                <a:gd name="T72" fmla="*/ 1088 w 1096"/>
                <a:gd name="T73" fmla="*/ 22 h 104"/>
                <a:gd name="T74" fmla="*/ 1092 w 1096"/>
                <a:gd name="T75" fmla="*/ 32 h 104"/>
                <a:gd name="T76" fmla="*/ 1094 w 1096"/>
                <a:gd name="T77" fmla="*/ 42 h 104"/>
                <a:gd name="T78" fmla="*/ 1096 w 1096"/>
                <a:gd name="T79" fmla="*/ 52 h 104"/>
                <a:gd name="T80" fmla="*/ 1096 w 1096"/>
                <a:gd name="T81" fmla="*/ 52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96" h="104">
                  <a:moveTo>
                    <a:pt x="1096" y="52"/>
                  </a:moveTo>
                  <a:lnTo>
                    <a:pt x="1096" y="52"/>
                  </a:lnTo>
                  <a:lnTo>
                    <a:pt x="1094" y="62"/>
                  </a:lnTo>
                  <a:lnTo>
                    <a:pt x="1092" y="72"/>
                  </a:lnTo>
                  <a:lnTo>
                    <a:pt x="1088" y="80"/>
                  </a:lnTo>
                  <a:lnTo>
                    <a:pt x="1082" y="88"/>
                  </a:lnTo>
                  <a:lnTo>
                    <a:pt x="1074" y="94"/>
                  </a:lnTo>
                  <a:lnTo>
                    <a:pt x="1066" y="98"/>
                  </a:lnTo>
                  <a:lnTo>
                    <a:pt x="1058" y="102"/>
                  </a:lnTo>
                  <a:lnTo>
                    <a:pt x="1048" y="104"/>
                  </a:lnTo>
                  <a:lnTo>
                    <a:pt x="46" y="104"/>
                  </a:lnTo>
                  <a:lnTo>
                    <a:pt x="46" y="104"/>
                  </a:lnTo>
                  <a:lnTo>
                    <a:pt x="38" y="102"/>
                  </a:lnTo>
                  <a:lnTo>
                    <a:pt x="28" y="98"/>
                  </a:lnTo>
                  <a:lnTo>
                    <a:pt x="20" y="94"/>
                  </a:lnTo>
                  <a:lnTo>
                    <a:pt x="14" y="88"/>
                  </a:lnTo>
                  <a:lnTo>
                    <a:pt x="8" y="80"/>
                  </a:lnTo>
                  <a:lnTo>
                    <a:pt x="4" y="72"/>
                  </a:lnTo>
                  <a:lnTo>
                    <a:pt x="0" y="6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42"/>
                  </a:lnTo>
                  <a:lnTo>
                    <a:pt x="4" y="32"/>
                  </a:lnTo>
                  <a:lnTo>
                    <a:pt x="8" y="22"/>
                  </a:lnTo>
                  <a:lnTo>
                    <a:pt x="14" y="16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8" y="2"/>
                  </a:lnTo>
                  <a:lnTo>
                    <a:pt x="46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058" y="2"/>
                  </a:lnTo>
                  <a:lnTo>
                    <a:pt x="1066" y="4"/>
                  </a:lnTo>
                  <a:lnTo>
                    <a:pt x="1074" y="8"/>
                  </a:lnTo>
                  <a:lnTo>
                    <a:pt x="1082" y="16"/>
                  </a:lnTo>
                  <a:lnTo>
                    <a:pt x="1088" y="22"/>
                  </a:lnTo>
                  <a:lnTo>
                    <a:pt x="1092" y="32"/>
                  </a:lnTo>
                  <a:lnTo>
                    <a:pt x="1094" y="42"/>
                  </a:lnTo>
                  <a:lnTo>
                    <a:pt x="1096" y="52"/>
                  </a:lnTo>
                  <a:lnTo>
                    <a:pt x="1096" y="52"/>
                  </a:lnTo>
                  <a:close/>
                </a:path>
              </a:pathLst>
            </a:custGeom>
            <a:solidFill>
              <a:srgbClr val="D1D3D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11" name="Freeform 12"/>
            <p:cNvSpPr/>
            <p:nvPr/>
          </p:nvSpPr>
          <p:spPr bwMode="auto">
            <a:xfrm>
              <a:off x="11547474" y="3552825"/>
              <a:ext cx="2644775" cy="1673225"/>
            </a:xfrm>
            <a:custGeom>
              <a:avLst/>
              <a:gdLst>
                <a:gd name="T0" fmla="*/ 0 w 1666"/>
                <a:gd name="T1" fmla="*/ 0 h 1054"/>
                <a:gd name="T2" fmla="*/ 1666 w 1666"/>
                <a:gd name="T3" fmla="*/ 1054 h 1054"/>
                <a:gd name="T4" fmla="*/ 1348 w 1666"/>
                <a:gd name="T5" fmla="*/ 370 h 1054"/>
                <a:gd name="T6" fmla="*/ 622 w 1666"/>
                <a:gd name="T7" fmla="*/ 0 h 1054"/>
                <a:gd name="T8" fmla="*/ 0 w 1666"/>
                <a:gd name="T9" fmla="*/ 0 h 1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6" h="1054">
                  <a:moveTo>
                    <a:pt x="0" y="0"/>
                  </a:moveTo>
                  <a:lnTo>
                    <a:pt x="1666" y="1054"/>
                  </a:lnTo>
                  <a:lnTo>
                    <a:pt x="1348" y="370"/>
                  </a:lnTo>
                  <a:lnTo>
                    <a:pt x="6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12" name="Freeform 13"/>
            <p:cNvSpPr/>
            <p:nvPr/>
          </p:nvSpPr>
          <p:spPr bwMode="auto">
            <a:xfrm>
              <a:off x="11547475" y="3552825"/>
              <a:ext cx="2644775" cy="1673225"/>
            </a:xfrm>
            <a:custGeom>
              <a:avLst/>
              <a:gdLst>
                <a:gd name="T0" fmla="*/ 0 w 1666"/>
                <a:gd name="T1" fmla="*/ 0 h 1054"/>
                <a:gd name="T2" fmla="*/ 1666 w 1666"/>
                <a:gd name="T3" fmla="*/ 1054 h 1054"/>
                <a:gd name="T4" fmla="*/ 1348 w 1666"/>
                <a:gd name="T5" fmla="*/ 370 h 1054"/>
                <a:gd name="T6" fmla="*/ 622 w 1666"/>
                <a:gd name="T7" fmla="*/ 0 h 10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6" h="1054">
                  <a:moveTo>
                    <a:pt x="0" y="0"/>
                  </a:moveTo>
                  <a:lnTo>
                    <a:pt x="1666" y="1054"/>
                  </a:lnTo>
                  <a:lnTo>
                    <a:pt x="1348" y="370"/>
                  </a:lnTo>
                  <a:lnTo>
                    <a:pt x="6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13" name="Freeform 14"/>
            <p:cNvSpPr/>
            <p:nvPr/>
          </p:nvSpPr>
          <p:spPr bwMode="auto">
            <a:xfrm>
              <a:off x="10185400" y="4918075"/>
              <a:ext cx="4006850" cy="1181100"/>
            </a:xfrm>
            <a:custGeom>
              <a:avLst/>
              <a:gdLst>
                <a:gd name="T0" fmla="*/ 0 w 2524"/>
                <a:gd name="T1" fmla="*/ 0 h 744"/>
                <a:gd name="T2" fmla="*/ 2524 w 2524"/>
                <a:gd name="T3" fmla="*/ 318 h 744"/>
                <a:gd name="T4" fmla="*/ 2498 w 2524"/>
                <a:gd name="T5" fmla="*/ 662 h 744"/>
                <a:gd name="T6" fmla="*/ 0 w 2524"/>
                <a:gd name="T7" fmla="*/ 744 h 744"/>
                <a:gd name="T8" fmla="*/ 0 w 2524"/>
                <a:gd name="T9" fmla="*/ 0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24" h="744">
                  <a:moveTo>
                    <a:pt x="0" y="0"/>
                  </a:moveTo>
                  <a:lnTo>
                    <a:pt x="2524" y="318"/>
                  </a:lnTo>
                  <a:lnTo>
                    <a:pt x="2498" y="662"/>
                  </a:lnTo>
                  <a:lnTo>
                    <a:pt x="0" y="7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7A7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14" name="Freeform 15"/>
            <p:cNvSpPr/>
            <p:nvPr/>
          </p:nvSpPr>
          <p:spPr bwMode="auto">
            <a:xfrm>
              <a:off x="10493375" y="4140200"/>
              <a:ext cx="3698875" cy="2911475"/>
            </a:xfrm>
            <a:custGeom>
              <a:avLst/>
              <a:gdLst>
                <a:gd name="T0" fmla="*/ 2012 w 2330"/>
                <a:gd name="T1" fmla="*/ 0 h 1834"/>
                <a:gd name="T2" fmla="*/ 0 w 2330"/>
                <a:gd name="T3" fmla="*/ 1674 h 1834"/>
                <a:gd name="T4" fmla="*/ 88 w 2330"/>
                <a:gd name="T5" fmla="*/ 1834 h 1834"/>
                <a:gd name="T6" fmla="*/ 2330 w 2330"/>
                <a:gd name="T7" fmla="*/ 684 h 1834"/>
                <a:gd name="T8" fmla="*/ 2012 w 2330"/>
                <a:gd name="T9" fmla="*/ 0 h 1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30" h="1834">
                  <a:moveTo>
                    <a:pt x="2012" y="0"/>
                  </a:moveTo>
                  <a:lnTo>
                    <a:pt x="0" y="1674"/>
                  </a:lnTo>
                  <a:lnTo>
                    <a:pt x="88" y="1834"/>
                  </a:lnTo>
                  <a:lnTo>
                    <a:pt x="2330" y="684"/>
                  </a:lnTo>
                  <a:lnTo>
                    <a:pt x="20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 dirty="0">
                <a:cs typeface="+mn-ea"/>
                <a:sym typeface="+mn-lt"/>
              </a:endParaRPr>
            </a:p>
          </p:txBody>
        </p:sp>
        <p:sp>
          <p:nvSpPr>
            <p:cNvPr id="15" name="Freeform 16"/>
            <p:cNvSpPr/>
            <p:nvPr/>
          </p:nvSpPr>
          <p:spPr bwMode="auto">
            <a:xfrm>
              <a:off x="10493375" y="4140200"/>
              <a:ext cx="3698875" cy="2911475"/>
            </a:xfrm>
            <a:custGeom>
              <a:avLst/>
              <a:gdLst>
                <a:gd name="T0" fmla="*/ 2012 w 2330"/>
                <a:gd name="T1" fmla="*/ 0 h 1834"/>
                <a:gd name="T2" fmla="*/ 0 w 2330"/>
                <a:gd name="T3" fmla="*/ 1674 h 1834"/>
                <a:gd name="T4" fmla="*/ 88 w 2330"/>
                <a:gd name="T5" fmla="*/ 1834 h 1834"/>
                <a:gd name="T6" fmla="*/ 2330 w 2330"/>
                <a:gd name="T7" fmla="*/ 684 h 1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30" h="1834">
                  <a:moveTo>
                    <a:pt x="2012" y="0"/>
                  </a:moveTo>
                  <a:lnTo>
                    <a:pt x="0" y="1674"/>
                  </a:lnTo>
                  <a:lnTo>
                    <a:pt x="88" y="1834"/>
                  </a:lnTo>
                  <a:lnTo>
                    <a:pt x="2330" y="68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16" name="Freeform 17"/>
            <p:cNvSpPr/>
            <p:nvPr/>
          </p:nvSpPr>
          <p:spPr bwMode="auto">
            <a:xfrm>
              <a:off x="10493375" y="6797675"/>
              <a:ext cx="2978150" cy="1190625"/>
            </a:xfrm>
            <a:custGeom>
              <a:avLst/>
              <a:gdLst>
                <a:gd name="T0" fmla="*/ 0 w 1876"/>
                <a:gd name="T1" fmla="*/ 0 h 750"/>
                <a:gd name="T2" fmla="*/ 1876 w 1876"/>
                <a:gd name="T3" fmla="*/ 400 h 750"/>
                <a:gd name="T4" fmla="*/ 1768 w 1876"/>
                <a:gd name="T5" fmla="*/ 750 h 750"/>
                <a:gd name="T6" fmla="*/ 88 w 1876"/>
                <a:gd name="T7" fmla="*/ 160 h 750"/>
                <a:gd name="T8" fmla="*/ 0 w 1876"/>
                <a:gd name="T9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76" h="750">
                  <a:moveTo>
                    <a:pt x="0" y="0"/>
                  </a:moveTo>
                  <a:lnTo>
                    <a:pt x="1876" y="400"/>
                  </a:lnTo>
                  <a:lnTo>
                    <a:pt x="1768" y="750"/>
                  </a:lnTo>
                  <a:lnTo>
                    <a:pt x="88" y="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 dirty="0">
                <a:cs typeface="+mn-ea"/>
                <a:sym typeface="+mn-lt"/>
              </a:endParaRPr>
            </a:p>
          </p:txBody>
        </p:sp>
        <p:sp>
          <p:nvSpPr>
            <p:cNvPr id="17" name="Freeform 18"/>
            <p:cNvSpPr/>
            <p:nvPr/>
          </p:nvSpPr>
          <p:spPr bwMode="auto">
            <a:xfrm>
              <a:off x="10902950" y="5422900"/>
              <a:ext cx="3289300" cy="2397125"/>
            </a:xfrm>
            <a:custGeom>
              <a:avLst/>
              <a:gdLst>
                <a:gd name="T0" fmla="*/ 2072 w 2072"/>
                <a:gd name="T1" fmla="*/ 0 h 1510"/>
                <a:gd name="T2" fmla="*/ 0 w 2072"/>
                <a:gd name="T3" fmla="*/ 1336 h 1510"/>
                <a:gd name="T4" fmla="*/ 48 w 2072"/>
                <a:gd name="T5" fmla="*/ 1510 h 1510"/>
                <a:gd name="T6" fmla="*/ 2046 w 2072"/>
                <a:gd name="T7" fmla="*/ 344 h 1510"/>
                <a:gd name="T8" fmla="*/ 2072 w 2072"/>
                <a:gd name="T9" fmla="*/ 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2" h="1510">
                  <a:moveTo>
                    <a:pt x="2072" y="0"/>
                  </a:moveTo>
                  <a:lnTo>
                    <a:pt x="0" y="1336"/>
                  </a:lnTo>
                  <a:lnTo>
                    <a:pt x="48" y="1510"/>
                  </a:lnTo>
                  <a:lnTo>
                    <a:pt x="2046" y="344"/>
                  </a:lnTo>
                  <a:lnTo>
                    <a:pt x="207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 dirty="0">
                <a:cs typeface="+mn-ea"/>
                <a:sym typeface="+mn-lt"/>
              </a:endParaRPr>
            </a:p>
          </p:txBody>
        </p:sp>
        <p:sp>
          <p:nvSpPr>
            <p:cNvPr id="18" name="Freeform 19"/>
            <p:cNvSpPr/>
            <p:nvPr/>
          </p:nvSpPr>
          <p:spPr bwMode="auto">
            <a:xfrm>
              <a:off x="10902950" y="5422900"/>
              <a:ext cx="3289300" cy="2397125"/>
            </a:xfrm>
            <a:custGeom>
              <a:avLst/>
              <a:gdLst>
                <a:gd name="T0" fmla="*/ 2072 w 2072"/>
                <a:gd name="T1" fmla="*/ 0 h 1510"/>
                <a:gd name="T2" fmla="*/ 0 w 2072"/>
                <a:gd name="T3" fmla="*/ 1336 h 1510"/>
                <a:gd name="T4" fmla="*/ 48 w 2072"/>
                <a:gd name="T5" fmla="*/ 1510 h 1510"/>
                <a:gd name="T6" fmla="*/ 2046 w 2072"/>
                <a:gd name="T7" fmla="*/ 344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2" h="1510">
                  <a:moveTo>
                    <a:pt x="2072" y="0"/>
                  </a:moveTo>
                  <a:lnTo>
                    <a:pt x="0" y="1336"/>
                  </a:lnTo>
                  <a:lnTo>
                    <a:pt x="48" y="1510"/>
                  </a:lnTo>
                  <a:lnTo>
                    <a:pt x="2046" y="34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10902950" y="7543800"/>
              <a:ext cx="2251075" cy="1050925"/>
            </a:xfrm>
            <a:custGeom>
              <a:avLst/>
              <a:gdLst>
                <a:gd name="T0" fmla="*/ 0 w 1418"/>
                <a:gd name="T1" fmla="*/ 0 h 662"/>
                <a:gd name="T2" fmla="*/ 1418 w 1418"/>
                <a:gd name="T3" fmla="*/ 562 h 662"/>
                <a:gd name="T4" fmla="*/ 1342 w 1418"/>
                <a:gd name="T5" fmla="*/ 662 h 662"/>
                <a:gd name="T6" fmla="*/ 48 w 1418"/>
                <a:gd name="T7" fmla="*/ 174 h 662"/>
                <a:gd name="T8" fmla="*/ 0 w 1418"/>
                <a:gd name="T9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18" h="662">
                  <a:moveTo>
                    <a:pt x="0" y="0"/>
                  </a:moveTo>
                  <a:lnTo>
                    <a:pt x="1418" y="562"/>
                  </a:lnTo>
                  <a:lnTo>
                    <a:pt x="1342" y="662"/>
                  </a:lnTo>
                  <a:lnTo>
                    <a:pt x="48" y="1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 dirty="0">
                <a:cs typeface="+mn-ea"/>
                <a:sym typeface="+mn-lt"/>
              </a:endParaRPr>
            </a:p>
          </p:txBody>
        </p:sp>
        <p:sp>
          <p:nvSpPr>
            <p:cNvPr id="20" name="Freeform 21"/>
            <p:cNvSpPr/>
            <p:nvPr/>
          </p:nvSpPr>
          <p:spPr bwMode="auto">
            <a:xfrm>
              <a:off x="10185400" y="3552825"/>
              <a:ext cx="2349500" cy="2546350"/>
            </a:xfrm>
            <a:custGeom>
              <a:avLst/>
              <a:gdLst>
                <a:gd name="T0" fmla="*/ 858 w 1480"/>
                <a:gd name="T1" fmla="*/ 0 h 1604"/>
                <a:gd name="T2" fmla="*/ 0 w 1480"/>
                <a:gd name="T3" fmla="*/ 860 h 1604"/>
                <a:gd name="T4" fmla="*/ 0 w 1480"/>
                <a:gd name="T5" fmla="*/ 1604 h 1604"/>
                <a:gd name="T6" fmla="*/ 1480 w 1480"/>
                <a:gd name="T7" fmla="*/ 0 h 1604"/>
                <a:gd name="T8" fmla="*/ 858 w 1480"/>
                <a:gd name="T9" fmla="*/ 0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0" h="1604">
                  <a:moveTo>
                    <a:pt x="858" y="0"/>
                  </a:moveTo>
                  <a:lnTo>
                    <a:pt x="0" y="860"/>
                  </a:lnTo>
                  <a:lnTo>
                    <a:pt x="0" y="1604"/>
                  </a:lnTo>
                  <a:lnTo>
                    <a:pt x="1480" y="0"/>
                  </a:lnTo>
                  <a:lnTo>
                    <a:pt x="85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  <p:sp>
          <p:nvSpPr>
            <p:cNvPr id="21" name="Freeform 22"/>
            <p:cNvSpPr/>
            <p:nvPr/>
          </p:nvSpPr>
          <p:spPr bwMode="auto">
            <a:xfrm>
              <a:off x="11201400" y="7432675"/>
              <a:ext cx="2270125" cy="1162050"/>
            </a:xfrm>
            <a:custGeom>
              <a:avLst/>
              <a:gdLst>
                <a:gd name="T0" fmla="*/ 90 w 1430"/>
                <a:gd name="T1" fmla="*/ 732 h 732"/>
                <a:gd name="T2" fmla="*/ 1322 w 1430"/>
                <a:gd name="T3" fmla="*/ 350 h 732"/>
                <a:gd name="T4" fmla="*/ 1430 w 1430"/>
                <a:gd name="T5" fmla="*/ 0 h 732"/>
                <a:gd name="T6" fmla="*/ 0 w 1430"/>
                <a:gd name="T7" fmla="*/ 646 h 732"/>
                <a:gd name="T8" fmla="*/ 90 w 1430"/>
                <a:gd name="T9" fmla="*/ 732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30" h="732">
                  <a:moveTo>
                    <a:pt x="90" y="732"/>
                  </a:moveTo>
                  <a:lnTo>
                    <a:pt x="1322" y="350"/>
                  </a:lnTo>
                  <a:lnTo>
                    <a:pt x="1430" y="0"/>
                  </a:lnTo>
                  <a:lnTo>
                    <a:pt x="0" y="646"/>
                  </a:lnTo>
                  <a:lnTo>
                    <a:pt x="90" y="73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 dirty="0">
                <a:cs typeface="+mn-ea"/>
                <a:sym typeface="+mn-lt"/>
              </a:endParaRPr>
            </a:p>
          </p:txBody>
        </p:sp>
        <p:sp>
          <p:nvSpPr>
            <p:cNvPr id="22" name="Freeform 23"/>
            <p:cNvSpPr/>
            <p:nvPr/>
          </p:nvSpPr>
          <p:spPr bwMode="auto">
            <a:xfrm>
              <a:off x="11201400" y="8435975"/>
              <a:ext cx="1952625" cy="158750"/>
            </a:xfrm>
            <a:custGeom>
              <a:avLst/>
              <a:gdLst>
                <a:gd name="T0" fmla="*/ 0 w 1230"/>
                <a:gd name="T1" fmla="*/ 14 h 100"/>
                <a:gd name="T2" fmla="*/ 1230 w 1230"/>
                <a:gd name="T3" fmla="*/ 0 h 100"/>
                <a:gd name="T4" fmla="*/ 1154 w 1230"/>
                <a:gd name="T5" fmla="*/ 100 h 100"/>
                <a:gd name="T6" fmla="*/ 90 w 1230"/>
                <a:gd name="T7" fmla="*/ 100 h 100"/>
                <a:gd name="T8" fmla="*/ 0 w 1230"/>
                <a:gd name="T9" fmla="*/ 1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0" h="100">
                  <a:moveTo>
                    <a:pt x="0" y="14"/>
                  </a:moveTo>
                  <a:lnTo>
                    <a:pt x="1230" y="0"/>
                  </a:lnTo>
                  <a:lnTo>
                    <a:pt x="1154" y="100"/>
                  </a:lnTo>
                  <a:lnTo>
                    <a:pt x="90" y="10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AU">
                <a:cs typeface="+mn-ea"/>
                <a:sym typeface="+mn-lt"/>
              </a:endParaRPr>
            </a:p>
          </p:txBody>
        </p:sp>
      </p:grpSp>
      <p:grpSp>
        <p:nvGrpSpPr>
          <p:cNvPr id="24" name="Group 29"/>
          <p:cNvGrpSpPr/>
          <p:nvPr/>
        </p:nvGrpSpPr>
        <p:grpSpPr>
          <a:xfrm flipH="1" flipV="1">
            <a:off x="8308732" y="1876496"/>
            <a:ext cx="500420" cy="427840"/>
            <a:chOff x="1985980" y="2906793"/>
            <a:chExt cx="999502" cy="854537"/>
          </a:xfrm>
        </p:grpSpPr>
        <p:sp>
          <p:nvSpPr>
            <p:cNvPr id="25" name="Shape 147"/>
            <p:cNvSpPr/>
            <p:nvPr/>
          </p:nvSpPr>
          <p:spPr>
            <a:xfrm rot="16200000">
              <a:off x="2485716" y="2974323"/>
              <a:ext cx="567296" cy="432236"/>
            </a:xfrm>
            <a:custGeom>
              <a:avLst/>
              <a:gdLst>
                <a:gd name="connsiteX0" fmla="*/ 21491 w 21512"/>
                <a:gd name="connsiteY0" fmla="*/ 18617 h 18617"/>
                <a:gd name="connsiteX1" fmla="*/ 21491 w 21512"/>
                <a:gd name="connsiteY1" fmla="*/ 8998 h 18617"/>
                <a:gd name="connsiteX2" fmla="*/ 20624 w 21512"/>
                <a:gd name="connsiteY2" fmla="*/ 2969 h 18617"/>
                <a:gd name="connsiteX3" fmla="*/ 17238 w 21512"/>
                <a:gd name="connsiteY3" fmla="*/ 40 h 18617"/>
                <a:gd name="connsiteX4" fmla="*/ 0 w 21512"/>
                <a:gd name="connsiteY4" fmla="*/ 40 h 18617"/>
                <a:gd name="connsiteX0-1" fmla="*/ 71254 w 71275"/>
                <a:gd name="connsiteY0-2" fmla="*/ 18749 h 18749"/>
                <a:gd name="connsiteX1-3" fmla="*/ 71254 w 71275"/>
                <a:gd name="connsiteY1-4" fmla="*/ 9130 h 18749"/>
                <a:gd name="connsiteX2-5" fmla="*/ 70387 w 71275"/>
                <a:gd name="connsiteY2-6" fmla="*/ 3101 h 18749"/>
                <a:gd name="connsiteX3-7" fmla="*/ 67001 w 71275"/>
                <a:gd name="connsiteY3-8" fmla="*/ 172 h 18749"/>
                <a:gd name="connsiteX4-9" fmla="*/ 0 w 71275"/>
                <a:gd name="connsiteY4-10" fmla="*/ 0 h 18749"/>
                <a:gd name="connsiteX0-11" fmla="*/ 11522 w 11543"/>
                <a:gd name="connsiteY0-12" fmla="*/ 18618 h 18618"/>
                <a:gd name="connsiteX1-13" fmla="*/ 11522 w 11543"/>
                <a:gd name="connsiteY1-14" fmla="*/ 8999 h 18618"/>
                <a:gd name="connsiteX2-15" fmla="*/ 10655 w 11543"/>
                <a:gd name="connsiteY2-16" fmla="*/ 2970 h 18618"/>
                <a:gd name="connsiteX3-17" fmla="*/ 7269 w 11543"/>
                <a:gd name="connsiteY3-18" fmla="*/ 41 h 18618"/>
                <a:gd name="connsiteX4-19" fmla="*/ 0 w 11543"/>
                <a:gd name="connsiteY4-20" fmla="*/ 41 h 18618"/>
                <a:gd name="connsiteX0-21" fmla="*/ 15199 w 15220"/>
                <a:gd name="connsiteY0-22" fmla="*/ 18618 h 18618"/>
                <a:gd name="connsiteX1-23" fmla="*/ 15199 w 15220"/>
                <a:gd name="connsiteY1-24" fmla="*/ 8999 h 18618"/>
                <a:gd name="connsiteX2-25" fmla="*/ 14332 w 15220"/>
                <a:gd name="connsiteY2-26" fmla="*/ 2970 h 18618"/>
                <a:gd name="connsiteX3-27" fmla="*/ 10946 w 15220"/>
                <a:gd name="connsiteY3-28" fmla="*/ 41 h 18618"/>
                <a:gd name="connsiteX4-29" fmla="*/ 0 w 15220"/>
                <a:gd name="connsiteY4-30" fmla="*/ 41 h 18618"/>
                <a:gd name="connsiteX0-31" fmla="*/ 15199 w 15220"/>
                <a:gd name="connsiteY0-32" fmla="*/ 16065 h 16065"/>
                <a:gd name="connsiteX1-33" fmla="*/ 15199 w 15220"/>
                <a:gd name="connsiteY1-34" fmla="*/ 8999 h 16065"/>
                <a:gd name="connsiteX2-35" fmla="*/ 14332 w 15220"/>
                <a:gd name="connsiteY2-36" fmla="*/ 2970 h 16065"/>
                <a:gd name="connsiteX3-37" fmla="*/ 10946 w 15220"/>
                <a:gd name="connsiteY3-38" fmla="*/ 41 h 16065"/>
                <a:gd name="connsiteX4-39" fmla="*/ 0 w 15220"/>
                <a:gd name="connsiteY4-40" fmla="*/ 41 h 16065"/>
                <a:gd name="connsiteX0-41" fmla="*/ 34728 w 34749"/>
                <a:gd name="connsiteY0-42" fmla="*/ 16194 h 16194"/>
                <a:gd name="connsiteX1-43" fmla="*/ 34728 w 34749"/>
                <a:gd name="connsiteY1-44" fmla="*/ 9128 h 16194"/>
                <a:gd name="connsiteX2-45" fmla="*/ 33861 w 34749"/>
                <a:gd name="connsiteY2-46" fmla="*/ 3099 h 16194"/>
                <a:gd name="connsiteX3-47" fmla="*/ 30475 w 34749"/>
                <a:gd name="connsiteY3-48" fmla="*/ 170 h 16194"/>
                <a:gd name="connsiteX4-49" fmla="*/ 0 w 34749"/>
                <a:gd name="connsiteY4-50" fmla="*/ 0 h 16194"/>
                <a:gd name="connsiteX0-51" fmla="*/ 34728 w 34749"/>
                <a:gd name="connsiteY0-52" fmla="*/ 16065 h 16065"/>
                <a:gd name="connsiteX1-53" fmla="*/ 34728 w 34749"/>
                <a:gd name="connsiteY1-54" fmla="*/ 8999 h 16065"/>
                <a:gd name="connsiteX2-55" fmla="*/ 33861 w 34749"/>
                <a:gd name="connsiteY2-56" fmla="*/ 2970 h 16065"/>
                <a:gd name="connsiteX3-57" fmla="*/ 30475 w 34749"/>
                <a:gd name="connsiteY3-58" fmla="*/ 41 h 16065"/>
                <a:gd name="connsiteX4-59" fmla="*/ 0 w 34749"/>
                <a:gd name="connsiteY4-60" fmla="*/ 382 h 16065"/>
                <a:gd name="connsiteX0-61" fmla="*/ 34401 w 34422"/>
                <a:gd name="connsiteY0-62" fmla="*/ 16065 h 16065"/>
                <a:gd name="connsiteX1-63" fmla="*/ 34401 w 34422"/>
                <a:gd name="connsiteY1-64" fmla="*/ 8999 h 16065"/>
                <a:gd name="connsiteX2-65" fmla="*/ 33534 w 34422"/>
                <a:gd name="connsiteY2-66" fmla="*/ 2970 h 16065"/>
                <a:gd name="connsiteX3-67" fmla="*/ 30148 w 34422"/>
                <a:gd name="connsiteY3-68" fmla="*/ 41 h 16065"/>
                <a:gd name="connsiteX4-69" fmla="*/ 0 w 34422"/>
                <a:gd name="connsiteY4-70" fmla="*/ 42 h 16065"/>
                <a:gd name="connsiteX0-71" fmla="*/ 34401 w 34422"/>
                <a:gd name="connsiteY0-72" fmla="*/ 23043 h 23043"/>
                <a:gd name="connsiteX1-73" fmla="*/ 34401 w 34422"/>
                <a:gd name="connsiteY1-74" fmla="*/ 8999 h 23043"/>
                <a:gd name="connsiteX2-75" fmla="*/ 33534 w 34422"/>
                <a:gd name="connsiteY2-76" fmla="*/ 2970 h 23043"/>
                <a:gd name="connsiteX3-77" fmla="*/ 30148 w 34422"/>
                <a:gd name="connsiteY3-78" fmla="*/ 41 h 23043"/>
                <a:gd name="connsiteX4-79" fmla="*/ 0 w 34422"/>
                <a:gd name="connsiteY4-80" fmla="*/ 42 h 23043"/>
                <a:gd name="connsiteX0-81" fmla="*/ 47182 w 47203"/>
                <a:gd name="connsiteY0-82" fmla="*/ 23043 h 23043"/>
                <a:gd name="connsiteX1-83" fmla="*/ 47182 w 47203"/>
                <a:gd name="connsiteY1-84" fmla="*/ 8999 h 23043"/>
                <a:gd name="connsiteX2-85" fmla="*/ 46315 w 47203"/>
                <a:gd name="connsiteY2-86" fmla="*/ 2970 h 23043"/>
                <a:gd name="connsiteX3-87" fmla="*/ 42929 w 47203"/>
                <a:gd name="connsiteY3-88" fmla="*/ 41 h 23043"/>
                <a:gd name="connsiteX4-89" fmla="*/ 0 w 47203"/>
                <a:gd name="connsiteY4-90" fmla="*/ 42 h 23043"/>
                <a:gd name="connsiteX0-91" fmla="*/ 39338 w 39359"/>
                <a:gd name="connsiteY0-92" fmla="*/ 23043 h 23043"/>
                <a:gd name="connsiteX1-93" fmla="*/ 39338 w 39359"/>
                <a:gd name="connsiteY1-94" fmla="*/ 8999 h 23043"/>
                <a:gd name="connsiteX2-95" fmla="*/ 38471 w 39359"/>
                <a:gd name="connsiteY2-96" fmla="*/ 2970 h 23043"/>
                <a:gd name="connsiteX3-97" fmla="*/ 35085 w 39359"/>
                <a:gd name="connsiteY3-98" fmla="*/ 41 h 23043"/>
                <a:gd name="connsiteX4-99" fmla="*/ 0 w 39359"/>
                <a:gd name="connsiteY4-100" fmla="*/ 42 h 23043"/>
                <a:gd name="connsiteX0-101" fmla="*/ 14579 w 14600"/>
                <a:gd name="connsiteY0-102" fmla="*/ 23171 h 23171"/>
                <a:gd name="connsiteX1-103" fmla="*/ 14579 w 14600"/>
                <a:gd name="connsiteY1-104" fmla="*/ 9127 h 23171"/>
                <a:gd name="connsiteX2-105" fmla="*/ 13712 w 14600"/>
                <a:gd name="connsiteY2-106" fmla="*/ 3098 h 23171"/>
                <a:gd name="connsiteX3-107" fmla="*/ 10326 w 14600"/>
                <a:gd name="connsiteY3-108" fmla="*/ 169 h 23171"/>
                <a:gd name="connsiteX4-109" fmla="*/ 0 w 14600"/>
                <a:gd name="connsiteY4-110" fmla="*/ 0 h 23171"/>
              </a:gdLst>
              <a:ahLst/>
              <a:cxnLst>
                <a:cxn ang="0">
                  <a:pos x="connsiteX0-101" y="connsiteY0-102"/>
                </a:cxn>
                <a:cxn ang="0">
                  <a:pos x="connsiteX1-103" y="connsiteY1-104"/>
                </a:cxn>
                <a:cxn ang="0">
                  <a:pos x="connsiteX2-105" y="connsiteY2-106"/>
                </a:cxn>
                <a:cxn ang="0">
                  <a:pos x="connsiteX3-107" y="connsiteY3-108"/>
                </a:cxn>
                <a:cxn ang="0">
                  <a:pos x="connsiteX4-109" y="connsiteY4-110"/>
                </a:cxn>
              </a:cxnLst>
              <a:rect l="l" t="t" r="r" b="b"/>
              <a:pathLst>
                <a:path w="14600" h="23171" extrusionOk="0">
                  <a:moveTo>
                    <a:pt x="14579" y="23171"/>
                  </a:moveTo>
                  <a:lnTo>
                    <a:pt x="14579" y="9127"/>
                  </a:lnTo>
                  <a:cubicBezTo>
                    <a:pt x="14688" y="6953"/>
                    <a:pt x="14375" y="4779"/>
                    <a:pt x="13712" y="3098"/>
                  </a:cubicBezTo>
                  <a:cubicBezTo>
                    <a:pt x="12885" y="997"/>
                    <a:pt x="11616" y="-100"/>
                    <a:pt x="10326" y="169"/>
                  </a:cubicBezTo>
                  <a:lnTo>
                    <a:pt x="0" y="0"/>
                  </a:lnTo>
                </a:path>
              </a:pathLst>
            </a:custGeom>
            <a:ln w="6350" cmpd="sng">
              <a:solidFill>
                <a:schemeClr val="tx1"/>
              </a:solidFill>
              <a:prstDash val="dash"/>
              <a:miter lim="400000"/>
            </a:ln>
          </p:spPr>
          <p:txBody>
            <a:bodyPr lIns="50800" tIns="50800" rIns="50800" bIns="50800" anchor="ctr"/>
            <a:lstStyle/>
            <a:p>
              <a:pPr lvl="0">
                <a:defRPr sz="2400"/>
              </a:pPr>
              <a:endParaRPr sz="3600">
                <a:cs typeface="+mn-ea"/>
                <a:sym typeface="+mn-lt"/>
              </a:endParaRPr>
            </a:p>
          </p:txBody>
        </p:sp>
        <p:sp>
          <p:nvSpPr>
            <p:cNvPr id="26" name="Shape 147"/>
            <p:cNvSpPr/>
            <p:nvPr/>
          </p:nvSpPr>
          <p:spPr>
            <a:xfrm rot="10800000" flipH="1">
              <a:off x="1987241" y="3469623"/>
              <a:ext cx="567296" cy="244911"/>
            </a:xfrm>
            <a:custGeom>
              <a:avLst/>
              <a:gdLst>
                <a:gd name="connsiteX0" fmla="*/ 21491 w 21512"/>
                <a:gd name="connsiteY0" fmla="*/ 18617 h 18617"/>
                <a:gd name="connsiteX1" fmla="*/ 21491 w 21512"/>
                <a:gd name="connsiteY1" fmla="*/ 8998 h 18617"/>
                <a:gd name="connsiteX2" fmla="*/ 20624 w 21512"/>
                <a:gd name="connsiteY2" fmla="*/ 2969 h 18617"/>
                <a:gd name="connsiteX3" fmla="*/ 17238 w 21512"/>
                <a:gd name="connsiteY3" fmla="*/ 40 h 18617"/>
                <a:gd name="connsiteX4" fmla="*/ 0 w 21512"/>
                <a:gd name="connsiteY4" fmla="*/ 40 h 18617"/>
                <a:gd name="connsiteX0-1" fmla="*/ 71254 w 71275"/>
                <a:gd name="connsiteY0-2" fmla="*/ 18749 h 18749"/>
                <a:gd name="connsiteX1-3" fmla="*/ 71254 w 71275"/>
                <a:gd name="connsiteY1-4" fmla="*/ 9130 h 18749"/>
                <a:gd name="connsiteX2-5" fmla="*/ 70387 w 71275"/>
                <a:gd name="connsiteY2-6" fmla="*/ 3101 h 18749"/>
                <a:gd name="connsiteX3-7" fmla="*/ 67001 w 71275"/>
                <a:gd name="connsiteY3-8" fmla="*/ 172 h 18749"/>
                <a:gd name="connsiteX4-9" fmla="*/ 0 w 71275"/>
                <a:gd name="connsiteY4-10" fmla="*/ 0 h 18749"/>
                <a:gd name="connsiteX0-11" fmla="*/ 11522 w 11543"/>
                <a:gd name="connsiteY0-12" fmla="*/ 18618 h 18618"/>
                <a:gd name="connsiteX1-13" fmla="*/ 11522 w 11543"/>
                <a:gd name="connsiteY1-14" fmla="*/ 8999 h 18618"/>
                <a:gd name="connsiteX2-15" fmla="*/ 10655 w 11543"/>
                <a:gd name="connsiteY2-16" fmla="*/ 2970 h 18618"/>
                <a:gd name="connsiteX3-17" fmla="*/ 7269 w 11543"/>
                <a:gd name="connsiteY3-18" fmla="*/ 41 h 18618"/>
                <a:gd name="connsiteX4-19" fmla="*/ 0 w 11543"/>
                <a:gd name="connsiteY4-20" fmla="*/ 41 h 18618"/>
                <a:gd name="connsiteX0-21" fmla="*/ 15199 w 15220"/>
                <a:gd name="connsiteY0-22" fmla="*/ 18618 h 18618"/>
                <a:gd name="connsiteX1-23" fmla="*/ 15199 w 15220"/>
                <a:gd name="connsiteY1-24" fmla="*/ 8999 h 18618"/>
                <a:gd name="connsiteX2-25" fmla="*/ 14332 w 15220"/>
                <a:gd name="connsiteY2-26" fmla="*/ 2970 h 18618"/>
                <a:gd name="connsiteX3-27" fmla="*/ 10946 w 15220"/>
                <a:gd name="connsiteY3-28" fmla="*/ 41 h 18618"/>
                <a:gd name="connsiteX4-29" fmla="*/ 0 w 15220"/>
                <a:gd name="connsiteY4-30" fmla="*/ 41 h 18618"/>
                <a:gd name="connsiteX0-31" fmla="*/ 15199 w 15220"/>
                <a:gd name="connsiteY0-32" fmla="*/ 16065 h 16065"/>
                <a:gd name="connsiteX1-33" fmla="*/ 15199 w 15220"/>
                <a:gd name="connsiteY1-34" fmla="*/ 8999 h 16065"/>
                <a:gd name="connsiteX2-35" fmla="*/ 14332 w 15220"/>
                <a:gd name="connsiteY2-36" fmla="*/ 2970 h 16065"/>
                <a:gd name="connsiteX3-37" fmla="*/ 10946 w 15220"/>
                <a:gd name="connsiteY3-38" fmla="*/ 41 h 16065"/>
                <a:gd name="connsiteX4-39" fmla="*/ 0 w 15220"/>
                <a:gd name="connsiteY4-40" fmla="*/ 41 h 16065"/>
                <a:gd name="connsiteX0-41" fmla="*/ 34728 w 34749"/>
                <a:gd name="connsiteY0-42" fmla="*/ 16194 h 16194"/>
                <a:gd name="connsiteX1-43" fmla="*/ 34728 w 34749"/>
                <a:gd name="connsiteY1-44" fmla="*/ 9128 h 16194"/>
                <a:gd name="connsiteX2-45" fmla="*/ 33861 w 34749"/>
                <a:gd name="connsiteY2-46" fmla="*/ 3099 h 16194"/>
                <a:gd name="connsiteX3-47" fmla="*/ 30475 w 34749"/>
                <a:gd name="connsiteY3-48" fmla="*/ 170 h 16194"/>
                <a:gd name="connsiteX4-49" fmla="*/ 0 w 34749"/>
                <a:gd name="connsiteY4-50" fmla="*/ 0 h 16194"/>
                <a:gd name="connsiteX0-51" fmla="*/ 34728 w 34749"/>
                <a:gd name="connsiteY0-52" fmla="*/ 16065 h 16065"/>
                <a:gd name="connsiteX1-53" fmla="*/ 34728 w 34749"/>
                <a:gd name="connsiteY1-54" fmla="*/ 8999 h 16065"/>
                <a:gd name="connsiteX2-55" fmla="*/ 33861 w 34749"/>
                <a:gd name="connsiteY2-56" fmla="*/ 2970 h 16065"/>
                <a:gd name="connsiteX3-57" fmla="*/ 30475 w 34749"/>
                <a:gd name="connsiteY3-58" fmla="*/ 41 h 16065"/>
                <a:gd name="connsiteX4-59" fmla="*/ 0 w 34749"/>
                <a:gd name="connsiteY4-60" fmla="*/ 382 h 16065"/>
                <a:gd name="connsiteX0-61" fmla="*/ 34401 w 34422"/>
                <a:gd name="connsiteY0-62" fmla="*/ 16065 h 16065"/>
                <a:gd name="connsiteX1-63" fmla="*/ 34401 w 34422"/>
                <a:gd name="connsiteY1-64" fmla="*/ 8999 h 16065"/>
                <a:gd name="connsiteX2-65" fmla="*/ 33534 w 34422"/>
                <a:gd name="connsiteY2-66" fmla="*/ 2970 h 16065"/>
                <a:gd name="connsiteX3-67" fmla="*/ 30148 w 34422"/>
                <a:gd name="connsiteY3-68" fmla="*/ 41 h 16065"/>
                <a:gd name="connsiteX4-69" fmla="*/ 0 w 34422"/>
                <a:gd name="connsiteY4-70" fmla="*/ 42 h 16065"/>
                <a:gd name="connsiteX0-71" fmla="*/ 34401 w 34422"/>
                <a:gd name="connsiteY0-72" fmla="*/ 23043 h 23043"/>
                <a:gd name="connsiteX1-73" fmla="*/ 34401 w 34422"/>
                <a:gd name="connsiteY1-74" fmla="*/ 8999 h 23043"/>
                <a:gd name="connsiteX2-75" fmla="*/ 33534 w 34422"/>
                <a:gd name="connsiteY2-76" fmla="*/ 2970 h 23043"/>
                <a:gd name="connsiteX3-77" fmla="*/ 30148 w 34422"/>
                <a:gd name="connsiteY3-78" fmla="*/ 41 h 23043"/>
                <a:gd name="connsiteX4-79" fmla="*/ 0 w 34422"/>
                <a:gd name="connsiteY4-80" fmla="*/ 42 h 23043"/>
                <a:gd name="connsiteX0-81" fmla="*/ 47182 w 47203"/>
                <a:gd name="connsiteY0-82" fmla="*/ 23043 h 23043"/>
                <a:gd name="connsiteX1-83" fmla="*/ 47182 w 47203"/>
                <a:gd name="connsiteY1-84" fmla="*/ 8999 h 23043"/>
                <a:gd name="connsiteX2-85" fmla="*/ 46315 w 47203"/>
                <a:gd name="connsiteY2-86" fmla="*/ 2970 h 23043"/>
                <a:gd name="connsiteX3-87" fmla="*/ 42929 w 47203"/>
                <a:gd name="connsiteY3-88" fmla="*/ 41 h 23043"/>
                <a:gd name="connsiteX4-89" fmla="*/ 0 w 47203"/>
                <a:gd name="connsiteY4-90" fmla="*/ 42 h 23043"/>
                <a:gd name="connsiteX0-91" fmla="*/ 39338 w 39359"/>
                <a:gd name="connsiteY0-92" fmla="*/ 23043 h 23043"/>
                <a:gd name="connsiteX1-93" fmla="*/ 39338 w 39359"/>
                <a:gd name="connsiteY1-94" fmla="*/ 8999 h 23043"/>
                <a:gd name="connsiteX2-95" fmla="*/ 38471 w 39359"/>
                <a:gd name="connsiteY2-96" fmla="*/ 2970 h 23043"/>
                <a:gd name="connsiteX3-97" fmla="*/ 35085 w 39359"/>
                <a:gd name="connsiteY3-98" fmla="*/ 41 h 23043"/>
                <a:gd name="connsiteX4-99" fmla="*/ 0 w 39359"/>
                <a:gd name="connsiteY4-100" fmla="*/ 42 h 23043"/>
                <a:gd name="connsiteX0-101" fmla="*/ 14579 w 14600"/>
                <a:gd name="connsiteY0-102" fmla="*/ 23171 h 23171"/>
                <a:gd name="connsiteX1-103" fmla="*/ 14579 w 14600"/>
                <a:gd name="connsiteY1-104" fmla="*/ 9127 h 23171"/>
                <a:gd name="connsiteX2-105" fmla="*/ 13712 w 14600"/>
                <a:gd name="connsiteY2-106" fmla="*/ 3098 h 23171"/>
                <a:gd name="connsiteX3-107" fmla="*/ 10326 w 14600"/>
                <a:gd name="connsiteY3-108" fmla="*/ 169 h 23171"/>
                <a:gd name="connsiteX4-109" fmla="*/ 0 w 14600"/>
                <a:gd name="connsiteY4-110" fmla="*/ 0 h 23171"/>
                <a:gd name="connsiteX0-111" fmla="*/ 14579 w 14600"/>
                <a:gd name="connsiteY0-112" fmla="*/ 13129 h 13129"/>
                <a:gd name="connsiteX1-113" fmla="*/ 14579 w 14600"/>
                <a:gd name="connsiteY1-114" fmla="*/ 9127 h 13129"/>
                <a:gd name="connsiteX2-115" fmla="*/ 13712 w 14600"/>
                <a:gd name="connsiteY2-116" fmla="*/ 3098 h 13129"/>
                <a:gd name="connsiteX3-117" fmla="*/ 10326 w 14600"/>
                <a:gd name="connsiteY3-118" fmla="*/ 169 h 13129"/>
                <a:gd name="connsiteX4-119" fmla="*/ 0 w 14600"/>
                <a:gd name="connsiteY4-120" fmla="*/ 0 h 13129"/>
              </a:gdLst>
              <a:ahLst/>
              <a:cxnLst>
                <a:cxn ang="0">
                  <a:pos x="connsiteX0-111" y="connsiteY0-112"/>
                </a:cxn>
                <a:cxn ang="0">
                  <a:pos x="connsiteX1-113" y="connsiteY1-114"/>
                </a:cxn>
                <a:cxn ang="0">
                  <a:pos x="connsiteX2-115" y="connsiteY2-116"/>
                </a:cxn>
                <a:cxn ang="0">
                  <a:pos x="connsiteX3-117" y="connsiteY3-118"/>
                </a:cxn>
                <a:cxn ang="0">
                  <a:pos x="connsiteX4-119" y="connsiteY4-120"/>
                </a:cxn>
              </a:cxnLst>
              <a:rect l="l" t="t" r="r" b="b"/>
              <a:pathLst>
                <a:path w="14600" h="13129" extrusionOk="0">
                  <a:moveTo>
                    <a:pt x="14579" y="13129"/>
                  </a:moveTo>
                  <a:lnTo>
                    <a:pt x="14579" y="9127"/>
                  </a:lnTo>
                  <a:cubicBezTo>
                    <a:pt x="14688" y="6953"/>
                    <a:pt x="14375" y="4779"/>
                    <a:pt x="13712" y="3098"/>
                  </a:cubicBezTo>
                  <a:cubicBezTo>
                    <a:pt x="12885" y="997"/>
                    <a:pt x="11616" y="-100"/>
                    <a:pt x="10326" y="169"/>
                  </a:cubicBezTo>
                  <a:lnTo>
                    <a:pt x="0" y="0"/>
                  </a:lnTo>
                </a:path>
              </a:pathLst>
            </a:custGeom>
            <a:ln w="6350" cmpd="sng">
              <a:solidFill>
                <a:schemeClr val="tx1"/>
              </a:solidFill>
              <a:prstDash val="dash"/>
              <a:miter lim="400000"/>
            </a:ln>
          </p:spPr>
          <p:txBody>
            <a:bodyPr lIns="50800" tIns="50800" rIns="50800" bIns="50800" anchor="ctr"/>
            <a:lstStyle/>
            <a:p>
              <a:pPr lvl="0">
                <a:defRPr sz="2400"/>
              </a:pPr>
              <a:endParaRPr sz="3600">
                <a:cs typeface="+mn-ea"/>
                <a:sym typeface="+mn-lt"/>
              </a:endParaRPr>
            </a:p>
          </p:txBody>
        </p:sp>
        <p:sp>
          <p:nvSpPr>
            <p:cNvPr id="27" name="Oval 32"/>
            <p:cNvSpPr/>
            <p:nvPr/>
          </p:nvSpPr>
          <p:spPr>
            <a:xfrm>
              <a:off x="1985980" y="3666390"/>
              <a:ext cx="94942" cy="94940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>
                <a:cs typeface="+mn-ea"/>
                <a:sym typeface="+mn-lt"/>
              </a:endParaRPr>
            </a:p>
          </p:txBody>
        </p:sp>
      </p:grpSp>
      <p:grpSp>
        <p:nvGrpSpPr>
          <p:cNvPr id="28" name="Group 33"/>
          <p:cNvGrpSpPr/>
          <p:nvPr/>
        </p:nvGrpSpPr>
        <p:grpSpPr>
          <a:xfrm flipH="1">
            <a:off x="8300868" y="4920123"/>
            <a:ext cx="500420" cy="427840"/>
            <a:chOff x="1985980" y="2906793"/>
            <a:chExt cx="999502" cy="854537"/>
          </a:xfrm>
        </p:grpSpPr>
        <p:sp>
          <p:nvSpPr>
            <p:cNvPr id="29" name="Shape 147"/>
            <p:cNvSpPr/>
            <p:nvPr/>
          </p:nvSpPr>
          <p:spPr>
            <a:xfrm rot="16200000">
              <a:off x="2485716" y="2974323"/>
              <a:ext cx="567296" cy="432236"/>
            </a:xfrm>
            <a:custGeom>
              <a:avLst/>
              <a:gdLst>
                <a:gd name="connsiteX0" fmla="*/ 21491 w 21512"/>
                <a:gd name="connsiteY0" fmla="*/ 18617 h 18617"/>
                <a:gd name="connsiteX1" fmla="*/ 21491 w 21512"/>
                <a:gd name="connsiteY1" fmla="*/ 8998 h 18617"/>
                <a:gd name="connsiteX2" fmla="*/ 20624 w 21512"/>
                <a:gd name="connsiteY2" fmla="*/ 2969 h 18617"/>
                <a:gd name="connsiteX3" fmla="*/ 17238 w 21512"/>
                <a:gd name="connsiteY3" fmla="*/ 40 h 18617"/>
                <a:gd name="connsiteX4" fmla="*/ 0 w 21512"/>
                <a:gd name="connsiteY4" fmla="*/ 40 h 18617"/>
                <a:gd name="connsiteX0-1" fmla="*/ 71254 w 71275"/>
                <a:gd name="connsiteY0-2" fmla="*/ 18749 h 18749"/>
                <a:gd name="connsiteX1-3" fmla="*/ 71254 w 71275"/>
                <a:gd name="connsiteY1-4" fmla="*/ 9130 h 18749"/>
                <a:gd name="connsiteX2-5" fmla="*/ 70387 w 71275"/>
                <a:gd name="connsiteY2-6" fmla="*/ 3101 h 18749"/>
                <a:gd name="connsiteX3-7" fmla="*/ 67001 w 71275"/>
                <a:gd name="connsiteY3-8" fmla="*/ 172 h 18749"/>
                <a:gd name="connsiteX4-9" fmla="*/ 0 w 71275"/>
                <a:gd name="connsiteY4-10" fmla="*/ 0 h 18749"/>
                <a:gd name="connsiteX0-11" fmla="*/ 11522 w 11543"/>
                <a:gd name="connsiteY0-12" fmla="*/ 18618 h 18618"/>
                <a:gd name="connsiteX1-13" fmla="*/ 11522 w 11543"/>
                <a:gd name="connsiteY1-14" fmla="*/ 8999 h 18618"/>
                <a:gd name="connsiteX2-15" fmla="*/ 10655 w 11543"/>
                <a:gd name="connsiteY2-16" fmla="*/ 2970 h 18618"/>
                <a:gd name="connsiteX3-17" fmla="*/ 7269 w 11543"/>
                <a:gd name="connsiteY3-18" fmla="*/ 41 h 18618"/>
                <a:gd name="connsiteX4-19" fmla="*/ 0 w 11543"/>
                <a:gd name="connsiteY4-20" fmla="*/ 41 h 18618"/>
                <a:gd name="connsiteX0-21" fmla="*/ 15199 w 15220"/>
                <a:gd name="connsiteY0-22" fmla="*/ 18618 h 18618"/>
                <a:gd name="connsiteX1-23" fmla="*/ 15199 w 15220"/>
                <a:gd name="connsiteY1-24" fmla="*/ 8999 h 18618"/>
                <a:gd name="connsiteX2-25" fmla="*/ 14332 w 15220"/>
                <a:gd name="connsiteY2-26" fmla="*/ 2970 h 18618"/>
                <a:gd name="connsiteX3-27" fmla="*/ 10946 w 15220"/>
                <a:gd name="connsiteY3-28" fmla="*/ 41 h 18618"/>
                <a:gd name="connsiteX4-29" fmla="*/ 0 w 15220"/>
                <a:gd name="connsiteY4-30" fmla="*/ 41 h 18618"/>
                <a:gd name="connsiteX0-31" fmla="*/ 15199 w 15220"/>
                <a:gd name="connsiteY0-32" fmla="*/ 16065 h 16065"/>
                <a:gd name="connsiteX1-33" fmla="*/ 15199 w 15220"/>
                <a:gd name="connsiteY1-34" fmla="*/ 8999 h 16065"/>
                <a:gd name="connsiteX2-35" fmla="*/ 14332 w 15220"/>
                <a:gd name="connsiteY2-36" fmla="*/ 2970 h 16065"/>
                <a:gd name="connsiteX3-37" fmla="*/ 10946 w 15220"/>
                <a:gd name="connsiteY3-38" fmla="*/ 41 h 16065"/>
                <a:gd name="connsiteX4-39" fmla="*/ 0 w 15220"/>
                <a:gd name="connsiteY4-40" fmla="*/ 41 h 16065"/>
                <a:gd name="connsiteX0-41" fmla="*/ 34728 w 34749"/>
                <a:gd name="connsiteY0-42" fmla="*/ 16194 h 16194"/>
                <a:gd name="connsiteX1-43" fmla="*/ 34728 w 34749"/>
                <a:gd name="connsiteY1-44" fmla="*/ 9128 h 16194"/>
                <a:gd name="connsiteX2-45" fmla="*/ 33861 w 34749"/>
                <a:gd name="connsiteY2-46" fmla="*/ 3099 h 16194"/>
                <a:gd name="connsiteX3-47" fmla="*/ 30475 w 34749"/>
                <a:gd name="connsiteY3-48" fmla="*/ 170 h 16194"/>
                <a:gd name="connsiteX4-49" fmla="*/ 0 w 34749"/>
                <a:gd name="connsiteY4-50" fmla="*/ 0 h 16194"/>
                <a:gd name="connsiteX0-51" fmla="*/ 34728 w 34749"/>
                <a:gd name="connsiteY0-52" fmla="*/ 16065 h 16065"/>
                <a:gd name="connsiteX1-53" fmla="*/ 34728 w 34749"/>
                <a:gd name="connsiteY1-54" fmla="*/ 8999 h 16065"/>
                <a:gd name="connsiteX2-55" fmla="*/ 33861 w 34749"/>
                <a:gd name="connsiteY2-56" fmla="*/ 2970 h 16065"/>
                <a:gd name="connsiteX3-57" fmla="*/ 30475 w 34749"/>
                <a:gd name="connsiteY3-58" fmla="*/ 41 h 16065"/>
                <a:gd name="connsiteX4-59" fmla="*/ 0 w 34749"/>
                <a:gd name="connsiteY4-60" fmla="*/ 382 h 16065"/>
                <a:gd name="connsiteX0-61" fmla="*/ 34401 w 34422"/>
                <a:gd name="connsiteY0-62" fmla="*/ 16065 h 16065"/>
                <a:gd name="connsiteX1-63" fmla="*/ 34401 w 34422"/>
                <a:gd name="connsiteY1-64" fmla="*/ 8999 h 16065"/>
                <a:gd name="connsiteX2-65" fmla="*/ 33534 w 34422"/>
                <a:gd name="connsiteY2-66" fmla="*/ 2970 h 16065"/>
                <a:gd name="connsiteX3-67" fmla="*/ 30148 w 34422"/>
                <a:gd name="connsiteY3-68" fmla="*/ 41 h 16065"/>
                <a:gd name="connsiteX4-69" fmla="*/ 0 w 34422"/>
                <a:gd name="connsiteY4-70" fmla="*/ 42 h 16065"/>
                <a:gd name="connsiteX0-71" fmla="*/ 34401 w 34422"/>
                <a:gd name="connsiteY0-72" fmla="*/ 23043 h 23043"/>
                <a:gd name="connsiteX1-73" fmla="*/ 34401 w 34422"/>
                <a:gd name="connsiteY1-74" fmla="*/ 8999 h 23043"/>
                <a:gd name="connsiteX2-75" fmla="*/ 33534 w 34422"/>
                <a:gd name="connsiteY2-76" fmla="*/ 2970 h 23043"/>
                <a:gd name="connsiteX3-77" fmla="*/ 30148 w 34422"/>
                <a:gd name="connsiteY3-78" fmla="*/ 41 h 23043"/>
                <a:gd name="connsiteX4-79" fmla="*/ 0 w 34422"/>
                <a:gd name="connsiteY4-80" fmla="*/ 42 h 23043"/>
                <a:gd name="connsiteX0-81" fmla="*/ 47182 w 47203"/>
                <a:gd name="connsiteY0-82" fmla="*/ 23043 h 23043"/>
                <a:gd name="connsiteX1-83" fmla="*/ 47182 w 47203"/>
                <a:gd name="connsiteY1-84" fmla="*/ 8999 h 23043"/>
                <a:gd name="connsiteX2-85" fmla="*/ 46315 w 47203"/>
                <a:gd name="connsiteY2-86" fmla="*/ 2970 h 23043"/>
                <a:gd name="connsiteX3-87" fmla="*/ 42929 w 47203"/>
                <a:gd name="connsiteY3-88" fmla="*/ 41 h 23043"/>
                <a:gd name="connsiteX4-89" fmla="*/ 0 w 47203"/>
                <a:gd name="connsiteY4-90" fmla="*/ 42 h 23043"/>
                <a:gd name="connsiteX0-91" fmla="*/ 39338 w 39359"/>
                <a:gd name="connsiteY0-92" fmla="*/ 23043 h 23043"/>
                <a:gd name="connsiteX1-93" fmla="*/ 39338 w 39359"/>
                <a:gd name="connsiteY1-94" fmla="*/ 8999 h 23043"/>
                <a:gd name="connsiteX2-95" fmla="*/ 38471 w 39359"/>
                <a:gd name="connsiteY2-96" fmla="*/ 2970 h 23043"/>
                <a:gd name="connsiteX3-97" fmla="*/ 35085 w 39359"/>
                <a:gd name="connsiteY3-98" fmla="*/ 41 h 23043"/>
                <a:gd name="connsiteX4-99" fmla="*/ 0 w 39359"/>
                <a:gd name="connsiteY4-100" fmla="*/ 42 h 23043"/>
                <a:gd name="connsiteX0-101" fmla="*/ 14579 w 14600"/>
                <a:gd name="connsiteY0-102" fmla="*/ 23171 h 23171"/>
                <a:gd name="connsiteX1-103" fmla="*/ 14579 w 14600"/>
                <a:gd name="connsiteY1-104" fmla="*/ 9127 h 23171"/>
                <a:gd name="connsiteX2-105" fmla="*/ 13712 w 14600"/>
                <a:gd name="connsiteY2-106" fmla="*/ 3098 h 23171"/>
                <a:gd name="connsiteX3-107" fmla="*/ 10326 w 14600"/>
                <a:gd name="connsiteY3-108" fmla="*/ 169 h 23171"/>
                <a:gd name="connsiteX4-109" fmla="*/ 0 w 14600"/>
                <a:gd name="connsiteY4-110" fmla="*/ 0 h 23171"/>
              </a:gdLst>
              <a:ahLst/>
              <a:cxnLst>
                <a:cxn ang="0">
                  <a:pos x="connsiteX0-101" y="connsiteY0-102"/>
                </a:cxn>
                <a:cxn ang="0">
                  <a:pos x="connsiteX1-103" y="connsiteY1-104"/>
                </a:cxn>
                <a:cxn ang="0">
                  <a:pos x="connsiteX2-105" y="connsiteY2-106"/>
                </a:cxn>
                <a:cxn ang="0">
                  <a:pos x="connsiteX3-107" y="connsiteY3-108"/>
                </a:cxn>
                <a:cxn ang="0">
                  <a:pos x="connsiteX4-109" y="connsiteY4-110"/>
                </a:cxn>
              </a:cxnLst>
              <a:rect l="l" t="t" r="r" b="b"/>
              <a:pathLst>
                <a:path w="14600" h="23171" extrusionOk="0">
                  <a:moveTo>
                    <a:pt x="14579" y="23171"/>
                  </a:moveTo>
                  <a:lnTo>
                    <a:pt x="14579" y="9127"/>
                  </a:lnTo>
                  <a:cubicBezTo>
                    <a:pt x="14688" y="6953"/>
                    <a:pt x="14375" y="4779"/>
                    <a:pt x="13712" y="3098"/>
                  </a:cubicBezTo>
                  <a:cubicBezTo>
                    <a:pt x="12885" y="997"/>
                    <a:pt x="11616" y="-100"/>
                    <a:pt x="10326" y="169"/>
                  </a:cubicBezTo>
                  <a:lnTo>
                    <a:pt x="0" y="0"/>
                  </a:lnTo>
                </a:path>
              </a:pathLst>
            </a:custGeom>
            <a:ln w="6350" cmpd="sng">
              <a:solidFill>
                <a:schemeClr val="tx1"/>
              </a:solidFill>
              <a:prstDash val="dash"/>
              <a:miter lim="400000"/>
            </a:ln>
          </p:spPr>
          <p:txBody>
            <a:bodyPr lIns="50800" tIns="50800" rIns="50800" bIns="50800" anchor="ctr"/>
            <a:lstStyle/>
            <a:p>
              <a:pPr lvl="0">
                <a:defRPr sz="2400"/>
              </a:pPr>
              <a:endParaRPr sz="3600">
                <a:cs typeface="+mn-ea"/>
                <a:sym typeface="+mn-lt"/>
              </a:endParaRPr>
            </a:p>
          </p:txBody>
        </p:sp>
        <p:sp>
          <p:nvSpPr>
            <p:cNvPr id="30" name="Shape 147"/>
            <p:cNvSpPr/>
            <p:nvPr/>
          </p:nvSpPr>
          <p:spPr>
            <a:xfrm rot="10800000" flipH="1">
              <a:off x="1987241" y="3469623"/>
              <a:ext cx="567296" cy="244911"/>
            </a:xfrm>
            <a:custGeom>
              <a:avLst/>
              <a:gdLst>
                <a:gd name="connsiteX0" fmla="*/ 21491 w 21512"/>
                <a:gd name="connsiteY0" fmla="*/ 18617 h 18617"/>
                <a:gd name="connsiteX1" fmla="*/ 21491 w 21512"/>
                <a:gd name="connsiteY1" fmla="*/ 8998 h 18617"/>
                <a:gd name="connsiteX2" fmla="*/ 20624 w 21512"/>
                <a:gd name="connsiteY2" fmla="*/ 2969 h 18617"/>
                <a:gd name="connsiteX3" fmla="*/ 17238 w 21512"/>
                <a:gd name="connsiteY3" fmla="*/ 40 h 18617"/>
                <a:gd name="connsiteX4" fmla="*/ 0 w 21512"/>
                <a:gd name="connsiteY4" fmla="*/ 40 h 18617"/>
                <a:gd name="connsiteX0-1" fmla="*/ 71254 w 71275"/>
                <a:gd name="connsiteY0-2" fmla="*/ 18749 h 18749"/>
                <a:gd name="connsiteX1-3" fmla="*/ 71254 w 71275"/>
                <a:gd name="connsiteY1-4" fmla="*/ 9130 h 18749"/>
                <a:gd name="connsiteX2-5" fmla="*/ 70387 w 71275"/>
                <a:gd name="connsiteY2-6" fmla="*/ 3101 h 18749"/>
                <a:gd name="connsiteX3-7" fmla="*/ 67001 w 71275"/>
                <a:gd name="connsiteY3-8" fmla="*/ 172 h 18749"/>
                <a:gd name="connsiteX4-9" fmla="*/ 0 w 71275"/>
                <a:gd name="connsiteY4-10" fmla="*/ 0 h 18749"/>
                <a:gd name="connsiteX0-11" fmla="*/ 11522 w 11543"/>
                <a:gd name="connsiteY0-12" fmla="*/ 18618 h 18618"/>
                <a:gd name="connsiteX1-13" fmla="*/ 11522 w 11543"/>
                <a:gd name="connsiteY1-14" fmla="*/ 8999 h 18618"/>
                <a:gd name="connsiteX2-15" fmla="*/ 10655 w 11543"/>
                <a:gd name="connsiteY2-16" fmla="*/ 2970 h 18618"/>
                <a:gd name="connsiteX3-17" fmla="*/ 7269 w 11543"/>
                <a:gd name="connsiteY3-18" fmla="*/ 41 h 18618"/>
                <a:gd name="connsiteX4-19" fmla="*/ 0 w 11543"/>
                <a:gd name="connsiteY4-20" fmla="*/ 41 h 18618"/>
                <a:gd name="connsiteX0-21" fmla="*/ 15199 w 15220"/>
                <a:gd name="connsiteY0-22" fmla="*/ 18618 h 18618"/>
                <a:gd name="connsiteX1-23" fmla="*/ 15199 w 15220"/>
                <a:gd name="connsiteY1-24" fmla="*/ 8999 h 18618"/>
                <a:gd name="connsiteX2-25" fmla="*/ 14332 w 15220"/>
                <a:gd name="connsiteY2-26" fmla="*/ 2970 h 18618"/>
                <a:gd name="connsiteX3-27" fmla="*/ 10946 w 15220"/>
                <a:gd name="connsiteY3-28" fmla="*/ 41 h 18618"/>
                <a:gd name="connsiteX4-29" fmla="*/ 0 w 15220"/>
                <a:gd name="connsiteY4-30" fmla="*/ 41 h 18618"/>
                <a:gd name="connsiteX0-31" fmla="*/ 15199 w 15220"/>
                <a:gd name="connsiteY0-32" fmla="*/ 16065 h 16065"/>
                <a:gd name="connsiteX1-33" fmla="*/ 15199 w 15220"/>
                <a:gd name="connsiteY1-34" fmla="*/ 8999 h 16065"/>
                <a:gd name="connsiteX2-35" fmla="*/ 14332 w 15220"/>
                <a:gd name="connsiteY2-36" fmla="*/ 2970 h 16065"/>
                <a:gd name="connsiteX3-37" fmla="*/ 10946 w 15220"/>
                <a:gd name="connsiteY3-38" fmla="*/ 41 h 16065"/>
                <a:gd name="connsiteX4-39" fmla="*/ 0 w 15220"/>
                <a:gd name="connsiteY4-40" fmla="*/ 41 h 16065"/>
                <a:gd name="connsiteX0-41" fmla="*/ 34728 w 34749"/>
                <a:gd name="connsiteY0-42" fmla="*/ 16194 h 16194"/>
                <a:gd name="connsiteX1-43" fmla="*/ 34728 w 34749"/>
                <a:gd name="connsiteY1-44" fmla="*/ 9128 h 16194"/>
                <a:gd name="connsiteX2-45" fmla="*/ 33861 w 34749"/>
                <a:gd name="connsiteY2-46" fmla="*/ 3099 h 16194"/>
                <a:gd name="connsiteX3-47" fmla="*/ 30475 w 34749"/>
                <a:gd name="connsiteY3-48" fmla="*/ 170 h 16194"/>
                <a:gd name="connsiteX4-49" fmla="*/ 0 w 34749"/>
                <a:gd name="connsiteY4-50" fmla="*/ 0 h 16194"/>
                <a:gd name="connsiteX0-51" fmla="*/ 34728 w 34749"/>
                <a:gd name="connsiteY0-52" fmla="*/ 16065 h 16065"/>
                <a:gd name="connsiteX1-53" fmla="*/ 34728 w 34749"/>
                <a:gd name="connsiteY1-54" fmla="*/ 8999 h 16065"/>
                <a:gd name="connsiteX2-55" fmla="*/ 33861 w 34749"/>
                <a:gd name="connsiteY2-56" fmla="*/ 2970 h 16065"/>
                <a:gd name="connsiteX3-57" fmla="*/ 30475 w 34749"/>
                <a:gd name="connsiteY3-58" fmla="*/ 41 h 16065"/>
                <a:gd name="connsiteX4-59" fmla="*/ 0 w 34749"/>
                <a:gd name="connsiteY4-60" fmla="*/ 382 h 16065"/>
                <a:gd name="connsiteX0-61" fmla="*/ 34401 w 34422"/>
                <a:gd name="connsiteY0-62" fmla="*/ 16065 h 16065"/>
                <a:gd name="connsiteX1-63" fmla="*/ 34401 w 34422"/>
                <a:gd name="connsiteY1-64" fmla="*/ 8999 h 16065"/>
                <a:gd name="connsiteX2-65" fmla="*/ 33534 w 34422"/>
                <a:gd name="connsiteY2-66" fmla="*/ 2970 h 16065"/>
                <a:gd name="connsiteX3-67" fmla="*/ 30148 w 34422"/>
                <a:gd name="connsiteY3-68" fmla="*/ 41 h 16065"/>
                <a:gd name="connsiteX4-69" fmla="*/ 0 w 34422"/>
                <a:gd name="connsiteY4-70" fmla="*/ 42 h 16065"/>
                <a:gd name="connsiteX0-71" fmla="*/ 34401 w 34422"/>
                <a:gd name="connsiteY0-72" fmla="*/ 23043 h 23043"/>
                <a:gd name="connsiteX1-73" fmla="*/ 34401 w 34422"/>
                <a:gd name="connsiteY1-74" fmla="*/ 8999 h 23043"/>
                <a:gd name="connsiteX2-75" fmla="*/ 33534 w 34422"/>
                <a:gd name="connsiteY2-76" fmla="*/ 2970 h 23043"/>
                <a:gd name="connsiteX3-77" fmla="*/ 30148 w 34422"/>
                <a:gd name="connsiteY3-78" fmla="*/ 41 h 23043"/>
                <a:gd name="connsiteX4-79" fmla="*/ 0 w 34422"/>
                <a:gd name="connsiteY4-80" fmla="*/ 42 h 23043"/>
                <a:gd name="connsiteX0-81" fmla="*/ 47182 w 47203"/>
                <a:gd name="connsiteY0-82" fmla="*/ 23043 h 23043"/>
                <a:gd name="connsiteX1-83" fmla="*/ 47182 w 47203"/>
                <a:gd name="connsiteY1-84" fmla="*/ 8999 h 23043"/>
                <a:gd name="connsiteX2-85" fmla="*/ 46315 w 47203"/>
                <a:gd name="connsiteY2-86" fmla="*/ 2970 h 23043"/>
                <a:gd name="connsiteX3-87" fmla="*/ 42929 w 47203"/>
                <a:gd name="connsiteY3-88" fmla="*/ 41 h 23043"/>
                <a:gd name="connsiteX4-89" fmla="*/ 0 w 47203"/>
                <a:gd name="connsiteY4-90" fmla="*/ 42 h 23043"/>
                <a:gd name="connsiteX0-91" fmla="*/ 39338 w 39359"/>
                <a:gd name="connsiteY0-92" fmla="*/ 23043 h 23043"/>
                <a:gd name="connsiteX1-93" fmla="*/ 39338 w 39359"/>
                <a:gd name="connsiteY1-94" fmla="*/ 8999 h 23043"/>
                <a:gd name="connsiteX2-95" fmla="*/ 38471 w 39359"/>
                <a:gd name="connsiteY2-96" fmla="*/ 2970 h 23043"/>
                <a:gd name="connsiteX3-97" fmla="*/ 35085 w 39359"/>
                <a:gd name="connsiteY3-98" fmla="*/ 41 h 23043"/>
                <a:gd name="connsiteX4-99" fmla="*/ 0 w 39359"/>
                <a:gd name="connsiteY4-100" fmla="*/ 42 h 23043"/>
                <a:gd name="connsiteX0-101" fmla="*/ 14579 w 14600"/>
                <a:gd name="connsiteY0-102" fmla="*/ 23171 h 23171"/>
                <a:gd name="connsiteX1-103" fmla="*/ 14579 w 14600"/>
                <a:gd name="connsiteY1-104" fmla="*/ 9127 h 23171"/>
                <a:gd name="connsiteX2-105" fmla="*/ 13712 w 14600"/>
                <a:gd name="connsiteY2-106" fmla="*/ 3098 h 23171"/>
                <a:gd name="connsiteX3-107" fmla="*/ 10326 w 14600"/>
                <a:gd name="connsiteY3-108" fmla="*/ 169 h 23171"/>
                <a:gd name="connsiteX4-109" fmla="*/ 0 w 14600"/>
                <a:gd name="connsiteY4-110" fmla="*/ 0 h 23171"/>
                <a:gd name="connsiteX0-111" fmla="*/ 14579 w 14600"/>
                <a:gd name="connsiteY0-112" fmla="*/ 13129 h 13129"/>
                <a:gd name="connsiteX1-113" fmla="*/ 14579 w 14600"/>
                <a:gd name="connsiteY1-114" fmla="*/ 9127 h 13129"/>
                <a:gd name="connsiteX2-115" fmla="*/ 13712 w 14600"/>
                <a:gd name="connsiteY2-116" fmla="*/ 3098 h 13129"/>
                <a:gd name="connsiteX3-117" fmla="*/ 10326 w 14600"/>
                <a:gd name="connsiteY3-118" fmla="*/ 169 h 13129"/>
                <a:gd name="connsiteX4-119" fmla="*/ 0 w 14600"/>
                <a:gd name="connsiteY4-120" fmla="*/ 0 h 13129"/>
              </a:gdLst>
              <a:ahLst/>
              <a:cxnLst>
                <a:cxn ang="0">
                  <a:pos x="connsiteX0-111" y="connsiteY0-112"/>
                </a:cxn>
                <a:cxn ang="0">
                  <a:pos x="connsiteX1-113" y="connsiteY1-114"/>
                </a:cxn>
                <a:cxn ang="0">
                  <a:pos x="connsiteX2-115" y="connsiteY2-116"/>
                </a:cxn>
                <a:cxn ang="0">
                  <a:pos x="connsiteX3-117" y="connsiteY3-118"/>
                </a:cxn>
                <a:cxn ang="0">
                  <a:pos x="connsiteX4-119" y="connsiteY4-120"/>
                </a:cxn>
              </a:cxnLst>
              <a:rect l="l" t="t" r="r" b="b"/>
              <a:pathLst>
                <a:path w="14600" h="13129" extrusionOk="0">
                  <a:moveTo>
                    <a:pt x="14579" y="13129"/>
                  </a:moveTo>
                  <a:lnTo>
                    <a:pt x="14579" y="9127"/>
                  </a:lnTo>
                  <a:cubicBezTo>
                    <a:pt x="14688" y="6953"/>
                    <a:pt x="14375" y="4779"/>
                    <a:pt x="13712" y="3098"/>
                  </a:cubicBezTo>
                  <a:cubicBezTo>
                    <a:pt x="12885" y="997"/>
                    <a:pt x="11616" y="-100"/>
                    <a:pt x="10326" y="169"/>
                  </a:cubicBezTo>
                  <a:lnTo>
                    <a:pt x="0" y="0"/>
                  </a:lnTo>
                </a:path>
              </a:pathLst>
            </a:custGeom>
            <a:ln w="6350" cmpd="sng">
              <a:solidFill>
                <a:schemeClr val="tx1"/>
              </a:solidFill>
              <a:prstDash val="dash"/>
              <a:miter lim="400000"/>
            </a:ln>
          </p:spPr>
          <p:txBody>
            <a:bodyPr lIns="50800" tIns="50800" rIns="50800" bIns="50800" anchor="ctr"/>
            <a:lstStyle/>
            <a:p>
              <a:pPr lvl="0">
                <a:defRPr sz="2400"/>
              </a:pPr>
              <a:endParaRPr sz="3600">
                <a:cs typeface="+mn-ea"/>
                <a:sym typeface="+mn-lt"/>
              </a:endParaRPr>
            </a:p>
          </p:txBody>
        </p:sp>
        <p:sp>
          <p:nvSpPr>
            <p:cNvPr id="31" name="Oval 36"/>
            <p:cNvSpPr/>
            <p:nvPr/>
          </p:nvSpPr>
          <p:spPr>
            <a:xfrm>
              <a:off x="1985980" y="3666390"/>
              <a:ext cx="94942" cy="94940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>
                <a:cs typeface="+mn-ea"/>
                <a:sym typeface="+mn-lt"/>
              </a:endParaRPr>
            </a:p>
          </p:txBody>
        </p:sp>
      </p:grpSp>
      <p:grpSp>
        <p:nvGrpSpPr>
          <p:cNvPr id="32" name="Group 37"/>
          <p:cNvGrpSpPr/>
          <p:nvPr/>
        </p:nvGrpSpPr>
        <p:grpSpPr>
          <a:xfrm flipH="1">
            <a:off x="8313407" y="3037985"/>
            <a:ext cx="505213" cy="47534"/>
            <a:chOff x="3647186" y="3784583"/>
            <a:chExt cx="1009075" cy="94940"/>
          </a:xfrm>
        </p:grpSpPr>
        <p:cxnSp>
          <p:nvCxnSpPr>
            <p:cNvPr id="33" name="Straight Connector 38"/>
            <p:cNvCxnSpPr/>
            <p:nvPr/>
          </p:nvCxnSpPr>
          <p:spPr>
            <a:xfrm flipH="1">
              <a:off x="3647186" y="3834651"/>
              <a:ext cx="1009075" cy="0"/>
            </a:xfrm>
            <a:prstGeom prst="line">
              <a:avLst/>
            </a:prstGeom>
            <a:ln w="635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9"/>
            <p:cNvSpPr/>
            <p:nvPr/>
          </p:nvSpPr>
          <p:spPr>
            <a:xfrm>
              <a:off x="3653536" y="3784583"/>
              <a:ext cx="94942" cy="94940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>
                <a:cs typeface="+mn-ea"/>
                <a:sym typeface="+mn-lt"/>
              </a:endParaRPr>
            </a:p>
          </p:txBody>
        </p:sp>
      </p:grpSp>
      <p:grpSp>
        <p:nvGrpSpPr>
          <p:cNvPr id="35" name="Group 40"/>
          <p:cNvGrpSpPr/>
          <p:nvPr/>
        </p:nvGrpSpPr>
        <p:grpSpPr>
          <a:xfrm flipH="1">
            <a:off x="8308732" y="4102260"/>
            <a:ext cx="505213" cy="47534"/>
            <a:chOff x="3647186" y="3784583"/>
            <a:chExt cx="1009075" cy="94940"/>
          </a:xfrm>
        </p:grpSpPr>
        <p:cxnSp>
          <p:nvCxnSpPr>
            <p:cNvPr id="36" name="Straight Connector 41"/>
            <p:cNvCxnSpPr/>
            <p:nvPr/>
          </p:nvCxnSpPr>
          <p:spPr>
            <a:xfrm flipH="1">
              <a:off x="3647186" y="3834651"/>
              <a:ext cx="1009075" cy="0"/>
            </a:xfrm>
            <a:prstGeom prst="line">
              <a:avLst/>
            </a:prstGeom>
            <a:ln w="6350" cmpd="sng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42"/>
            <p:cNvSpPr/>
            <p:nvPr/>
          </p:nvSpPr>
          <p:spPr>
            <a:xfrm>
              <a:off x="3653536" y="3784583"/>
              <a:ext cx="94942" cy="94940"/>
            </a:xfrm>
            <a:prstGeom prst="ellipse">
              <a:avLst/>
            </a:prstGeom>
            <a:solidFill>
              <a:schemeClr val="bg1"/>
            </a:solidFill>
            <a:ln w="6350" cmpd="sng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800">
                <a:cs typeface="+mn-ea"/>
                <a:sym typeface="+mn-lt"/>
              </a:endParaRPr>
            </a:p>
          </p:txBody>
        </p:sp>
      </p:grpSp>
      <p:sp>
        <p:nvSpPr>
          <p:cNvPr id="38" name="TextBox 5"/>
          <p:cNvSpPr txBox="1"/>
          <p:nvPr/>
        </p:nvSpPr>
        <p:spPr>
          <a:xfrm>
            <a:off x="768281" y="1890626"/>
            <a:ext cx="3837123" cy="3385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 defTabSz="1828165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评估QoS（服务质量）属性背景</a:t>
            </a:r>
          </a:p>
        </p:txBody>
      </p:sp>
      <p:sp>
        <p:nvSpPr>
          <p:cNvPr id="39" name="TextBox 217"/>
          <p:cNvSpPr txBox="1"/>
          <p:nvPr/>
        </p:nvSpPr>
        <p:spPr>
          <a:xfrm>
            <a:off x="699789" y="2595356"/>
            <a:ext cx="4573554" cy="522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8165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经过系统性学习了篇文献，我们了解了Web服务测试的发展方向和相关瓶颈,通过阅读本文献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,</a:t>
            </a:r>
          </a:p>
        </p:txBody>
      </p:sp>
      <p:sp>
        <p:nvSpPr>
          <p:cNvPr id="40" name="TextBox 217"/>
          <p:cNvSpPr txBox="1"/>
          <p:nvPr/>
        </p:nvSpPr>
        <p:spPr>
          <a:xfrm>
            <a:off x="696821" y="3349418"/>
            <a:ext cx="4576522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8165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我们知道了作者对Web测试的思考,同时对不同方法下Web测试提出了自己独特的见解。下面我们将把文献中的内容提炼出来,对其进行概述。</a:t>
            </a:r>
          </a:p>
        </p:txBody>
      </p:sp>
      <p:sp>
        <p:nvSpPr>
          <p:cNvPr id="41" name="TextBox 217"/>
          <p:cNvSpPr txBox="1"/>
          <p:nvPr/>
        </p:nvSpPr>
        <p:spPr>
          <a:xfrm>
            <a:off x="710156" y="4249676"/>
            <a:ext cx="4562982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8165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当今世界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,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由于Web服务的迅速普及，并且这种进步正在不断发展，并且不断增长，因此Web服务的测试已成为维持高质量Web服务的基本必要条件。基于Web服务的应用程序的性能测试引起了广泛的关注。为了评估网络服务的性能，至关重要的是评估QoS（服务质量）属性，例如操作性，可重用性，可审核性，可维护性，准确性和性能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,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提高服务质量。</a:t>
            </a:r>
          </a:p>
        </p:txBody>
      </p:sp>
      <p:sp>
        <p:nvSpPr>
          <p:cNvPr id="42" name="TextBox 216"/>
          <p:cNvSpPr txBox="1"/>
          <p:nvPr/>
        </p:nvSpPr>
        <p:spPr>
          <a:xfrm>
            <a:off x="9045645" y="1723149"/>
            <a:ext cx="2333555" cy="3537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操作性</a:t>
            </a:r>
          </a:p>
        </p:txBody>
      </p:sp>
      <p:sp>
        <p:nvSpPr>
          <p:cNvPr id="44" name="TextBox 216"/>
          <p:cNvSpPr txBox="1"/>
          <p:nvPr/>
        </p:nvSpPr>
        <p:spPr>
          <a:xfrm>
            <a:off x="9045645" y="2886714"/>
            <a:ext cx="2333555" cy="3537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可重用性</a:t>
            </a:r>
          </a:p>
        </p:txBody>
      </p:sp>
      <p:sp>
        <p:nvSpPr>
          <p:cNvPr id="46" name="TextBox 216"/>
          <p:cNvSpPr txBox="1"/>
          <p:nvPr/>
        </p:nvSpPr>
        <p:spPr>
          <a:xfrm>
            <a:off x="9045645" y="3949205"/>
            <a:ext cx="2333555" cy="3537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可维护性</a:t>
            </a:r>
          </a:p>
        </p:txBody>
      </p:sp>
      <p:sp>
        <p:nvSpPr>
          <p:cNvPr id="48" name="TextBox 216"/>
          <p:cNvSpPr txBox="1"/>
          <p:nvPr/>
        </p:nvSpPr>
        <p:spPr>
          <a:xfrm>
            <a:off x="9045645" y="5147338"/>
            <a:ext cx="2333555" cy="3537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性能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54" name="文本框 53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文献概述</a:t>
              </a:r>
            </a:p>
          </p:txBody>
        </p:sp>
        <p:cxnSp>
          <p:nvCxnSpPr>
            <p:cNvPr id="55" name="直接连接符 54"/>
            <p:cNvCxnSpPr/>
            <p:nvPr/>
          </p:nvCxnSpPr>
          <p:spPr>
            <a:xfrm>
              <a:off x="4800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6897351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6"/>
          <p:cNvSpPr/>
          <p:nvPr/>
        </p:nvSpPr>
        <p:spPr>
          <a:xfrm>
            <a:off x="2050038" y="1868379"/>
            <a:ext cx="3900476" cy="323399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383" tIns="96383" rIns="96383" bIns="96383" numCol="1" spcCol="2539" anchor="ctr" anchorCtr="0">
            <a:noAutofit/>
          </a:bodyPr>
          <a:lstStyle/>
          <a:p>
            <a:pPr algn="ctr" defTabSz="189547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一</a:t>
            </a:r>
            <a:endParaRPr lang="en-US" altLang="zh-CN" sz="1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Rectangle 27"/>
          <p:cNvSpPr/>
          <p:nvPr/>
        </p:nvSpPr>
        <p:spPr>
          <a:xfrm>
            <a:off x="2050040" y="2191593"/>
            <a:ext cx="3900476" cy="13997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lIns="182880" tIns="182880" rIns="365687" bIns="365687">
            <a:noAutofit/>
          </a:bodyPr>
          <a:lstStyle/>
          <a:p>
            <a:pPr algn="ctr">
              <a:lnSpc>
                <a:spcPct val="120000"/>
              </a:lnSpc>
            </a:pPr>
            <a:endParaRPr lang="en-US" sz="3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Rectangle 28"/>
          <p:cNvSpPr/>
          <p:nvPr/>
        </p:nvSpPr>
        <p:spPr>
          <a:xfrm>
            <a:off x="6241895" y="1868379"/>
            <a:ext cx="3900476" cy="323399"/>
          </a:xfrm>
          <a:prstGeom prst="rect">
            <a:avLst/>
          </a:prstGeom>
          <a:solidFill>
            <a:schemeClr val="accent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383" tIns="96383" rIns="96383" bIns="96383" numCol="1" spcCol="2539" anchor="ctr" anchorCtr="0">
            <a:noAutofit/>
          </a:bodyPr>
          <a:lstStyle/>
          <a:p>
            <a:pPr algn="ctr" defTabSz="189547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二</a:t>
            </a:r>
          </a:p>
        </p:txBody>
      </p:sp>
      <p:sp>
        <p:nvSpPr>
          <p:cNvPr id="21" name="Rectangle 29"/>
          <p:cNvSpPr/>
          <p:nvPr/>
        </p:nvSpPr>
        <p:spPr>
          <a:xfrm>
            <a:off x="6241897" y="2191593"/>
            <a:ext cx="3900476" cy="139973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lIns="182880" tIns="182880" rIns="365687" bIns="365687">
            <a:noAutofit/>
          </a:bodyPr>
          <a:lstStyle/>
          <a:p>
            <a:pPr algn="ctr">
              <a:lnSpc>
                <a:spcPct val="120000"/>
              </a:lnSpc>
            </a:pPr>
            <a:endParaRPr lang="en-US" sz="3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Rectangle 30"/>
          <p:cNvSpPr/>
          <p:nvPr/>
        </p:nvSpPr>
        <p:spPr>
          <a:xfrm>
            <a:off x="2050038" y="3853833"/>
            <a:ext cx="3900476" cy="323399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383" tIns="96383" rIns="96383" bIns="96383" numCol="1" spcCol="2539" anchor="ctr" anchorCtr="0">
            <a:noAutofit/>
          </a:bodyPr>
          <a:lstStyle/>
          <a:p>
            <a:pPr algn="ctr" defTabSz="189547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三</a:t>
            </a:r>
          </a:p>
        </p:txBody>
      </p:sp>
      <p:sp>
        <p:nvSpPr>
          <p:cNvPr id="27" name="Rectangle 31"/>
          <p:cNvSpPr/>
          <p:nvPr/>
        </p:nvSpPr>
        <p:spPr>
          <a:xfrm>
            <a:off x="2049792" y="4177240"/>
            <a:ext cx="3900170" cy="17062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lIns="182880" tIns="182880" rIns="365687" bIns="365687">
            <a:noAutofit/>
          </a:bodyPr>
          <a:lstStyle/>
          <a:p>
            <a:pPr algn="ctr">
              <a:lnSpc>
                <a:spcPct val="120000"/>
              </a:lnSpc>
            </a:pPr>
            <a:endParaRPr lang="en-US" sz="3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8" name="Rectangle 38"/>
          <p:cNvSpPr/>
          <p:nvPr/>
        </p:nvSpPr>
        <p:spPr>
          <a:xfrm>
            <a:off x="6241895" y="3853833"/>
            <a:ext cx="3900476" cy="323399"/>
          </a:xfrm>
          <a:prstGeom prst="rect">
            <a:avLst/>
          </a:prstGeom>
          <a:solidFill>
            <a:schemeClr val="accent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rgbClr r="0" g="0" b="0"/>
          </a:effectRef>
          <a:fontRef idx="minor">
            <a:schemeClr val="lt1"/>
          </a:fontRef>
        </p:style>
        <p:txBody>
          <a:bodyPr spcFirstLastPara="0" vert="horz" wrap="square" lIns="96383" tIns="96383" rIns="96383" bIns="96383" numCol="1" spcCol="2539" anchor="ctr" anchorCtr="0">
            <a:noAutofit/>
          </a:bodyPr>
          <a:lstStyle/>
          <a:p>
            <a:pPr algn="ctr" defTabSz="189547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四</a:t>
            </a:r>
          </a:p>
        </p:txBody>
      </p:sp>
      <p:sp>
        <p:nvSpPr>
          <p:cNvPr id="29" name="Rectangle 44"/>
          <p:cNvSpPr/>
          <p:nvPr/>
        </p:nvSpPr>
        <p:spPr>
          <a:xfrm>
            <a:off x="6242062" y="4177240"/>
            <a:ext cx="3900170" cy="170624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182880" tIns="182880" rIns="365687" bIns="365687">
            <a:noAutofit/>
          </a:bodyPr>
          <a:lstStyle/>
          <a:p>
            <a:pPr algn="ctr">
              <a:lnSpc>
                <a:spcPct val="120000"/>
              </a:lnSpc>
            </a:pPr>
            <a:endParaRPr lang="en-US" sz="32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TextBox 43"/>
          <p:cNvSpPr txBox="1"/>
          <p:nvPr/>
        </p:nvSpPr>
        <p:spPr>
          <a:xfrm>
            <a:off x="2338741" y="2218918"/>
            <a:ext cx="3323074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这项研究的目的是介绍Web服务测试技术的系统文献综述，以评估QoS属性，以使测试技术更好。为了更好地测试Web服务中的质量，本系统的文献综述旨在评估哪些QoS参数对于提供更好的质量保证是必需的。</a:t>
            </a:r>
          </a:p>
        </p:txBody>
      </p:sp>
      <p:sp>
        <p:nvSpPr>
          <p:cNvPr id="31" name="TextBox 43"/>
          <p:cNvSpPr txBox="1"/>
          <p:nvPr/>
        </p:nvSpPr>
        <p:spPr>
          <a:xfrm>
            <a:off x="6531231" y="2218918"/>
            <a:ext cx="3323074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这份系统的文献综述为行业提供了不同的测试解决方案，以决定哪种测试技术在可用资源的测试分配议程中最有效。而至于意义，可以说Web服务测试技术仍在广泛地进行改进,可供别的研究者进行系统性学习和参考。</a:t>
            </a:r>
          </a:p>
        </p:txBody>
      </p:sp>
      <p:sp>
        <p:nvSpPr>
          <p:cNvPr id="32" name="TextBox 43"/>
          <p:cNvSpPr txBox="1"/>
          <p:nvPr/>
        </p:nvSpPr>
        <p:spPr>
          <a:xfrm>
            <a:off x="6530596" y="4204279"/>
            <a:ext cx="3323074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而且Web应用程序具有动态性；在许多情况下，它们还具有不确定性的特性。所以可知对Web应用软件进行测试,是具有挑战性的,而如何通过测试过程和测试方法来探究测试之道,从而使测试质量得到保证,如何解决现阶段的测试问题和缺陷,便是此文献具体论述点所在。</a:t>
            </a:r>
          </a:p>
        </p:txBody>
      </p:sp>
      <p:sp>
        <p:nvSpPr>
          <p:cNvPr id="33" name="TextBox 43"/>
          <p:cNvSpPr txBox="1"/>
          <p:nvPr/>
        </p:nvSpPr>
        <p:spPr>
          <a:xfrm>
            <a:off x="2338741" y="4204279"/>
            <a:ext cx="3323074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测试Web应用程序的困难是多方面的。首先，Web应用程序通过客户机/服务器体系结构进行分发，通过（异步）HTTP请求/响应调用来同步应用程序状态。其次，它们是异构的，即Web应用程序是使用不同的编程语言开发的。所以在此文献对其进行了分析。</a:t>
            </a:r>
          </a:p>
        </p:txBody>
      </p:sp>
      <p:grpSp>
        <p:nvGrpSpPr>
          <p:cNvPr id="34" name="组合 33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35" name="文本框 34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  <a:sym typeface="+mn-ea"/>
                </a:rPr>
                <a:t>文献概述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4800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6897351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85" y="3733483"/>
            <a:ext cx="2691844" cy="2392680"/>
          </a:xfrm>
          <a:prstGeom prst="rect">
            <a:avLst/>
          </a:prstGeom>
        </p:spPr>
      </p:pic>
      <p:sp>
        <p:nvSpPr>
          <p:cNvPr id="3" name="Rectangle 11"/>
          <p:cNvSpPr/>
          <p:nvPr/>
        </p:nvSpPr>
        <p:spPr>
          <a:xfrm>
            <a:off x="612776" y="1266825"/>
            <a:ext cx="2730500" cy="2438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anchor="ctr"/>
          <a:lstStyle/>
          <a:p>
            <a:pPr algn="ctr" defTabSz="913765">
              <a:defRPr/>
            </a:pPr>
            <a:endParaRPr lang="en-US" sz="900" dirty="0">
              <a:cs typeface="+mn-ea"/>
              <a:sym typeface="+mn-lt"/>
            </a:endParaRPr>
          </a:p>
        </p:txBody>
      </p:sp>
      <p:sp>
        <p:nvSpPr>
          <p:cNvPr id="4" name="Rectangle 12"/>
          <p:cNvSpPr/>
          <p:nvPr/>
        </p:nvSpPr>
        <p:spPr>
          <a:xfrm>
            <a:off x="6092826" y="1266825"/>
            <a:ext cx="2730500" cy="2438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anchor="ctr"/>
          <a:lstStyle/>
          <a:p>
            <a:pPr algn="ctr" defTabSz="913765"/>
            <a:endParaRPr lang="en-US" sz="900" dirty="0">
              <a:cs typeface="+mn-ea"/>
              <a:sym typeface="+mn-lt"/>
            </a:endParaRPr>
          </a:p>
        </p:txBody>
      </p:sp>
      <p:sp>
        <p:nvSpPr>
          <p:cNvPr id="5" name="Rectangle 13"/>
          <p:cNvSpPr/>
          <p:nvPr/>
        </p:nvSpPr>
        <p:spPr>
          <a:xfrm>
            <a:off x="3352801" y="3733483"/>
            <a:ext cx="2730500" cy="23926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anchor="ctr"/>
          <a:lstStyle/>
          <a:p>
            <a:pPr algn="ctr" defTabSz="913765">
              <a:defRPr/>
            </a:pPr>
            <a:endParaRPr lang="en-US" sz="900" dirty="0">
              <a:cs typeface="+mn-ea"/>
              <a:sym typeface="+mn-lt"/>
            </a:endParaRPr>
          </a:p>
        </p:txBody>
      </p:sp>
      <p:sp>
        <p:nvSpPr>
          <p:cNvPr id="6" name="Rectangle 14"/>
          <p:cNvSpPr/>
          <p:nvPr/>
        </p:nvSpPr>
        <p:spPr>
          <a:xfrm>
            <a:off x="8829676" y="3733483"/>
            <a:ext cx="2730500" cy="23926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926" tIns="60963" rIns="121926" bIns="60963" anchor="ctr"/>
          <a:lstStyle/>
          <a:p>
            <a:pPr algn="ctr" defTabSz="913765"/>
            <a:endParaRPr lang="en-US" sz="900" dirty="0">
              <a:cs typeface="+mn-ea"/>
              <a:sym typeface="+mn-lt"/>
            </a:endParaRPr>
          </a:p>
        </p:txBody>
      </p:sp>
      <p:sp>
        <p:nvSpPr>
          <p:cNvPr id="12" name="TextBox 30"/>
          <p:cNvSpPr txBox="1">
            <a:spLocks noChangeArrowheads="1"/>
          </p:cNvSpPr>
          <p:nvPr/>
        </p:nvSpPr>
        <p:spPr bwMode="auto">
          <a:xfrm>
            <a:off x="767399" y="1671320"/>
            <a:ext cx="240982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9" tIns="60950" rIns="121899" bIns="60950">
            <a:spAutoFit/>
          </a:bodyPr>
          <a:lstStyle>
            <a:lvl1pPr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总之,Web服务在软件行业中越来越流行。为了获得更高的成功率，已经提出并广泛使用了几种测试模型，框架，工具和技术，其中测试在维持Web服务的高质量中起着重要的作用。</a:t>
            </a:r>
          </a:p>
        </p:txBody>
      </p:sp>
      <p:sp>
        <p:nvSpPr>
          <p:cNvPr id="16" name="TextBox 30"/>
          <p:cNvSpPr txBox="1">
            <a:spLocks noChangeArrowheads="1"/>
          </p:cNvSpPr>
          <p:nvPr/>
        </p:nvSpPr>
        <p:spPr bwMode="auto">
          <a:xfrm>
            <a:off x="6252847" y="1780540"/>
            <a:ext cx="2409825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9" tIns="60950" rIns="121899" bIns="60950">
            <a:spAutoFit/>
          </a:bodyPr>
          <a:lstStyle>
            <a:lvl1pPr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由于存在各种各样的挑战，因此提出了全面的系统文献综述，来观察关键挑战是什么，而本文献重点是质量属性和解决Web服务中测试问题的现有解决方案。</a:t>
            </a:r>
          </a:p>
        </p:txBody>
      </p:sp>
      <p:sp>
        <p:nvSpPr>
          <p:cNvPr id="18" name="TextBox 30"/>
          <p:cNvSpPr txBox="1">
            <a:spLocks noChangeArrowheads="1"/>
          </p:cNvSpPr>
          <p:nvPr/>
        </p:nvSpPr>
        <p:spPr bwMode="auto">
          <a:xfrm>
            <a:off x="3513139" y="4331335"/>
            <a:ext cx="2409825" cy="119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9" tIns="60950" rIns="121899" bIns="60950">
            <a:spAutoFit/>
          </a:bodyPr>
          <a:lstStyle>
            <a:lvl1pPr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但是，无论类型是SOAP（简单对象访问协议）还是REST（表示状态传输），测试Web服务仍然是一项艰巨的任务。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154" y="3733483"/>
            <a:ext cx="2691844" cy="23926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423" y="1268651"/>
            <a:ext cx="2691844" cy="2436574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7774" y="1266825"/>
            <a:ext cx="2691844" cy="2438400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23" name="文本框 22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  <a:sym typeface="+mn-ea"/>
                </a:rPr>
                <a:t>文献概述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24" name="直接连接符 23"/>
            <p:cNvCxnSpPr/>
            <p:nvPr/>
          </p:nvCxnSpPr>
          <p:spPr>
            <a:xfrm>
              <a:off x="4800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24"/>
            <p:cNvCxnSpPr/>
            <p:nvPr/>
          </p:nvCxnSpPr>
          <p:spPr>
            <a:xfrm>
              <a:off x="6897351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30"/>
          <p:cNvSpPr txBox="1">
            <a:spLocks noChangeArrowheads="1"/>
          </p:cNvSpPr>
          <p:nvPr/>
        </p:nvSpPr>
        <p:spPr bwMode="auto">
          <a:xfrm>
            <a:off x="8989697" y="4331335"/>
            <a:ext cx="2409825" cy="1197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899" tIns="60950" rIns="121899" bIns="60950">
            <a:spAutoFit/>
          </a:bodyPr>
          <a:lstStyle>
            <a:lvl1pPr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5pPr>
            <a:lvl6pPr marL="25146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6pPr>
            <a:lvl7pPr marL="29718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7pPr>
            <a:lvl8pPr marL="34290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8pPr>
            <a:lvl9pPr marL="3886200" indent="-228600" defTabSz="91249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ato Light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通过阅读此文</a:t>
            </a:r>
            <a:r>
              <a:rPr lang="en-US" altLang="zh-CN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我们将认识到</a:t>
            </a:r>
            <a:r>
              <a:rPr lang="en-US" altLang="zh-CN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Web</a:t>
            </a:r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测试的技术和方法</a:t>
            </a:r>
            <a:r>
              <a:rPr lang="en-US" altLang="zh-CN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认识</a:t>
            </a:r>
            <a:r>
              <a:rPr lang="en-US" altLang="zh-CN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Web</a:t>
            </a:r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测试当今的缺陷以及未来发展的方向</a:t>
            </a:r>
            <a:r>
              <a:rPr lang="en-US" altLang="zh-CN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,</a:t>
            </a:r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这便是此文献的概述。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151120" y="2721079"/>
            <a:ext cx="1162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5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169352" y="2769955"/>
            <a:ext cx="3325090" cy="825578"/>
            <a:chOff x="6169352" y="2738001"/>
            <a:chExt cx="3325090" cy="825578"/>
          </a:xfrm>
        </p:grpSpPr>
        <p:sp>
          <p:nvSpPr>
            <p:cNvPr id="19" name="文本框 18"/>
            <p:cNvSpPr txBox="1"/>
            <p:nvPr/>
          </p:nvSpPr>
          <p:spPr>
            <a:xfrm>
              <a:off x="6169352" y="2738001"/>
              <a:ext cx="33250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研究过程及方法</a:t>
              </a:r>
              <a:endPara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213348" y="3255802"/>
              <a:ext cx="3188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PROCESS AND METHODS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34"/>
          <p:cNvSpPr txBox="1"/>
          <p:nvPr/>
        </p:nvSpPr>
        <p:spPr>
          <a:xfrm flipH="1">
            <a:off x="2009303" y="2238357"/>
            <a:ext cx="8173393" cy="2573341"/>
          </a:xfrm>
          <a:prstGeom prst="rect">
            <a:avLst/>
          </a:prstGeom>
          <a:noFill/>
        </p:spPr>
        <p:txBody>
          <a:bodyPr wrap="square" lIns="91422" tIns="45711" rIns="91422" bIns="45711" rtlCol="0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本研究介绍了几种测试方法，模型和工具，以根据行业需求更好地提高Web服务质量。在本篇文献中，作业研究并介绍了20种最流行的Web服务测试技术和趋势测试技术，其中一些作者建议了模型和框架。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R.Casado和Z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.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U</a:t>
            </a:r>
            <a:r>
              <a:rPr lang="en-US" altLang="zh-CN" sz="1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.</a:t>
            </a:r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Arial" panose="020B0604020202020204" pitchFamily="34" charset="0"/>
              </a:rPr>
              <a:t>Singhera提出了针对质量属性的工具和框架，例如性能互操作性，可维护性，可重用性，效率和可靠性。Jamshidi和Pooyan Pahl解释了基于SOA的服务测试的不同技术和框架，并提到了如何进一步提高服务质量。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32" name="文本框 31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研究过程及方法</a:t>
              </a: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35" name="文本框 34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  <a:sym typeface="+mn-ea"/>
                </a:rPr>
                <a:t>研究过程及方法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4800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6897351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2957195" y="1056005"/>
            <a:ext cx="62782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同时为了对Web服务的测试进行全面的分析，作者们在逐步分析了选定的基础研究之后，在如下中定义了研究问题。</a:t>
            </a:r>
          </a:p>
        </p:txBody>
      </p:sp>
      <p:pic>
        <p:nvPicPr>
          <p:cNvPr id="3" name="图片 -21474826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745" y="1956860"/>
            <a:ext cx="7334510" cy="39960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/>
          <p:nvPr/>
        </p:nvSpPr>
        <p:spPr>
          <a:xfrm>
            <a:off x="991827" y="4070160"/>
            <a:ext cx="2582567" cy="616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" name="Rectangle 6"/>
          <p:cNvSpPr/>
          <p:nvPr/>
        </p:nvSpPr>
        <p:spPr>
          <a:xfrm>
            <a:off x="991827" y="4070160"/>
            <a:ext cx="567391" cy="616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Freeform 7"/>
          <p:cNvSpPr>
            <a:spLocks noEditPoints="1"/>
          </p:cNvSpPr>
          <p:nvPr/>
        </p:nvSpPr>
        <p:spPr bwMode="auto">
          <a:xfrm>
            <a:off x="1095174" y="4155182"/>
            <a:ext cx="360696" cy="420011"/>
          </a:xfrm>
          <a:custGeom>
            <a:avLst/>
            <a:gdLst>
              <a:gd name="T0" fmla="*/ 233 w 233"/>
              <a:gd name="T1" fmla="*/ 118 h 271"/>
              <a:gd name="T2" fmla="*/ 205 w 233"/>
              <a:gd name="T3" fmla="*/ 262 h 271"/>
              <a:gd name="T4" fmla="*/ 200 w 233"/>
              <a:gd name="T5" fmla="*/ 271 h 271"/>
              <a:gd name="T6" fmla="*/ 175 w 233"/>
              <a:gd name="T7" fmla="*/ 262 h 271"/>
              <a:gd name="T8" fmla="*/ 57 w 233"/>
              <a:gd name="T9" fmla="*/ 271 h 271"/>
              <a:gd name="T10" fmla="*/ 32 w 233"/>
              <a:gd name="T11" fmla="*/ 262 h 271"/>
              <a:gd name="T12" fmla="*/ 0 w 233"/>
              <a:gd name="T13" fmla="*/ 234 h 271"/>
              <a:gd name="T14" fmla="*/ 28 w 233"/>
              <a:gd name="T15" fmla="*/ 90 h 271"/>
              <a:gd name="T16" fmla="*/ 56 w 233"/>
              <a:gd name="T17" fmla="*/ 20 h 271"/>
              <a:gd name="T18" fmla="*/ 122 w 233"/>
              <a:gd name="T19" fmla="*/ 0 h 271"/>
              <a:gd name="T20" fmla="*/ 103 w 233"/>
              <a:gd name="T21" fmla="*/ 65 h 271"/>
              <a:gd name="T22" fmla="*/ 61 w 233"/>
              <a:gd name="T23" fmla="*/ 84 h 271"/>
              <a:gd name="T24" fmla="*/ 43 w 233"/>
              <a:gd name="T25" fmla="*/ 31 h 271"/>
              <a:gd name="T26" fmla="*/ 80 w 233"/>
              <a:gd name="T27" fmla="*/ 137 h 271"/>
              <a:gd name="T28" fmla="*/ 55 w 233"/>
              <a:gd name="T29" fmla="*/ 181 h 271"/>
              <a:gd name="T30" fmla="*/ 80 w 233"/>
              <a:gd name="T31" fmla="*/ 137 h 271"/>
              <a:gd name="T32" fmla="*/ 180 w 233"/>
              <a:gd name="T33" fmla="*/ 126 h 271"/>
              <a:gd name="T34" fmla="*/ 214 w 233"/>
              <a:gd name="T35" fmla="*/ 119 h 271"/>
              <a:gd name="T36" fmla="*/ 196 w 233"/>
              <a:gd name="T37" fmla="*/ 205 h 271"/>
              <a:gd name="T38" fmla="*/ 196 w 233"/>
              <a:gd name="T39" fmla="*/ 225 h 271"/>
              <a:gd name="T40" fmla="*/ 196 w 233"/>
              <a:gd name="T41" fmla="*/ 205 h 271"/>
              <a:gd name="T42" fmla="*/ 187 w 233"/>
              <a:gd name="T43" fmla="*/ 185 h 271"/>
              <a:gd name="T44" fmla="*/ 206 w 233"/>
              <a:gd name="T45" fmla="*/ 185 h 271"/>
              <a:gd name="T46" fmla="*/ 180 w 233"/>
              <a:gd name="T47" fmla="*/ 151 h 271"/>
              <a:gd name="T48" fmla="*/ 214 w 233"/>
              <a:gd name="T49" fmla="*/ 158 h 271"/>
              <a:gd name="T50" fmla="*/ 180 w 233"/>
              <a:gd name="T51" fmla="*/ 151 h 271"/>
              <a:gd name="T52" fmla="*/ 180 w 233"/>
              <a:gd name="T53" fmla="*/ 147 h 271"/>
              <a:gd name="T54" fmla="*/ 214 w 233"/>
              <a:gd name="T55" fmla="*/ 141 h 271"/>
              <a:gd name="T56" fmla="*/ 180 w 233"/>
              <a:gd name="T57" fmla="*/ 130 h 271"/>
              <a:gd name="T58" fmla="*/ 214 w 233"/>
              <a:gd name="T59" fmla="*/ 136 h 271"/>
              <a:gd name="T60" fmla="*/ 180 w 233"/>
              <a:gd name="T61" fmla="*/ 130 h 271"/>
              <a:gd name="T62" fmla="*/ 34 w 233"/>
              <a:gd name="T63" fmla="*/ 159 h 271"/>
              <a:gd name="T64" fmla="*/ 71 w 233"/>
              <a:gd name="T65" fmla="*/ 226 h 271"/>
              <a:gd name="T66" fmla="*/ 170 w 233"/>
              <a:gd name="T67" fmla="*/ 189 h 271"/>
              <a:gd name="T68" fmla="*/ 133 w 233"/>
              <a:gd name="T69" fmla="*/ 122 h 2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33" h="271">
                <a:moveTo>
                  <a:pt x="205" y="90"/>
                </a:moveTo>
                <a:cubicBezTo>
                  <a:pt x="221" y="90"/>
                  <a:pt x="233" y="103"/>
                  <a:pt x="233" y="118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233" y="250"/>
                  <a:pt x="221" y="262"/>
                  <a:pt x="205" y="262"/>
                </a:cubicBezTo>
                <a:cubicBezTo>
                  <a:pt x="200" y="262"/>
                  <a:pt x="200" y="262"/>
                  <a:pt x="200" y="262"/>
                </a:cubicBezTo>
                <a:cubicBezTo>
                  <a:pt x="200" y="271"/>
                  <a:pt x="200" y="271"/>
                  <a:pt x="200" y="271"/>
                </a:cubicBezTo>
                <a:cubicBezTo>
                  <a:pt x="175" y="271"/>
                  <a:pt x="175" y="271"/>
                  <a:pt x="175" y="271"/>
                </a:cubicBezTo>
                <a:cubicBezTo>
                  <a:pt x="175" y="262"/>
                  <a:pt x="175" y="262"/>
                  <a:pt x="175" y="262"/>
                </a:cubicBezTo>
                <a:cubicBezTo>
                  <a:pt x="57" y="262"/>
                  <a:pt x="57" y="262"/>
                  <a:pt x="57" y="262"/>
                </a:cubicBezTo>
                <a:cubicBezTo>
                  <a:pt x="57" y="271"/>
                  <a:pt x="57" y="271"/>
                  <a:pt x="57" y="271"/>
                </a:cubicBezTo>
                <a:cubicBezTo>
                  <a:pt x="32" y="271"/>
                  <a:pt x="32" y="271"/>
                  <a:pt x="32" y="271"/>
                </a:cubicBezTo>
                <a:cubicBezTo>
                  <a:pt x="32" y="262"/>
                  <a:pt x="32" y="262"/>
                  <a:pt x="32" y="262"/>
                </a:cubicBezTo>
                <a:cubicBezTo>
                  <a:pt x="28" y="262"/>
                  <a:pt x="28" y="262"/>
                  <a:pt x="28" y="262"/>
                </a:cubicBezTo>
                <a:cubicBezTo>
                  <a:pt x="13" y="262"/>
                  <a:pt x="0" y="250"/>
                  <a:pt x="0" y="234"/>
                </a:cubicBezTo>
                <a:cubicBezTo>
                  <a:pt x="0" y="118"/>
                  <a:pt x="0" y="118"/>
                  <a:pt x="0" y="118"/>
                </a:cubicBezTo>
                <a:cubicBezTo>
                  <a:pt x="0" y="103"/>
                  <a:pt x="13" y="90"/>
                  <a:pt x="28" y="90"/>
                </a:cubicBezTo>
                <a:cubicBezTo>
                  <a:pt x="91" y="90"/>
                  <a:pt x="155" y="90"/>
                  <a:pt x="205" y="90"/>
                </a:cubicBezTo>
                <a:close/>
                <a:moveTo>
                  <a:pt x="56" y="20"/>
                </a:moveTo>
                <a:cubicBezTo>
                  <a:pt x="87" y="57"/>
                  <a:pt x="87" y="57"/>
                  <a:pt x="87" y="57"/>
                </a:cubicBezTo>
                <a:cubicBezTo>
                  <a:pt x="122" y="0"/>
                  <a:pt x="122" y="0"/>
                  <a:pt x="122" y="0"/>
                </a:cubicBezTo>
                <a:cubicBezTo>
                  <a:pt x="137" y="9"/>
                  <a:pt x="137" y="9"/>
                  <a:pt x="137" y="9"/>
                </a:cubicBezTo>
                <a:cubicBezTo>
                  <a:pt x="103" y="65"/>
                  <a:pt x="103" y="65"/>
                  <a:pt x="103" y="65"/>
                </a:cubicBezTo>
                <a:cubicBezTo>
                  <a:pt x="110" y="69"/>
                  <a:pt x="114" y="76"/>
                  <a:pt x="116" y="84"/>
                </a:cubicBezTo>
                <a:cubicBezTo>
                  <a:pt x="61" y="84"/>
                  <a:pt x="61" y="84"/>
                  <a:pt x="61" y="84"/>
                </a:cubicBezTo>
                <a:cubicBezTo>
                  <a:pt x="62" y="77"/>
                  <a:pt x="66" y="70"/>
                  <a:pt x="72" y="66"/>
                </a:cubicBezTo>
                <a:cubicBezTo>
                  <a:pt x="43" y="31"/>
                  <a:pt x="43" y="31"/>
                  <a:pt x="43" y="31"/>
                </a:cubicBezTo>
                <a:cubicBezTo>
                  <a:pt x="56" y="20"/>
                  <a:pt x="56" y="20"/>
                  <a:pt x="56" y="20"/>
                </a:cubicBezTo>
                <a:close/>
                <a:moveTo>
                  <a:pt x="80" y="137"/>
                </a:moveTo>
                <a:cubicBezTo>
                  <a:pt x="71" y="132"/>
                  <a:pt x="58" y="137"/>
                  <a:pt x="51" y="149"/>
                </a:cubicBezTo>
                <a:cubicBezTo>
                  <a:pt x="44" y="161"/>
                  <a:pt x="46" y="175"/>
                  <a:pt x="55" y="181"/>
                </a:cubicBezTo>
                <a:cubicBezTo>
                  <a:pt x="64" y="186"/>
                  <a:pt x="69" y="175"/>
                  <a:pt x="76" y="163"/>
                </a:cubicBezTo>
                <a:cubicBezTo>
                  <a:pt x="83" y="151"/>
                  <a:pt x="89" y="142"/>
                  <a:pt x="80" y="137"/>
                </a:cubicBezTo>
                <a:close/>
                <a:moveTo>
                  <a:pt x="180" y="119"/>
                </a:moveTo>
                <a:cubicBezTo>
                  <a:pt x="180" y="126"/>
                  <a:pt x="180" y="126"/>
                  <a:pt x="180" y="126"/>
                </a:cubicBezTo>
                <a:cubicBezTo>
                  <a:pt x="214" y="126"/>
                  <a:pt x="214" y="126"/>
                  <a:pt x="214" y="126"/>
                </a:cubicBezTo>
                <a:cubicBezTo>
                  <a:pt x="214" y="119"/>
                  <a:pt x="214" y="119"/>
                  <a:pt x="214" y="119"/>
                </a:cubicBezTo>
                <a:cubicBezTo>
                  <a:pt x="180" y="119"/>
                  <a:pt x="180" y="119"/>
                  <a:pt x="180" y="119"/>
                </a:cubicBezTo>
                <a:close/>
                <a:moveTo>
                  <a:pt x="196" y="205"/>
                </a:moveTo>
                <a:cubicBezTo>
                  <a:pt x="191" y="205"/>
                  <a:pt x="187" y="210"/>
                  <a:pt x="187" y="215"/>
                </a:cubicBezTo>
                <a:cubicBezTo>
                  <a:pt x="187" y="220"/>
                  <a:pt x="191" y="225"/>
                  <a:pt x="196" y="225"/>
                </a:cubicBezTo>
                <a:cubicBezTo>
                  <a:pt x="202" y="225"/>
                  <a:pt x="206" y="220"/>
                  <a:pt x="206" y="215"/>
                </a:cubicBezTo>
                <a:cubicBezTo>
                  <a:pt x="206" y="210"/>
                  <a:pt x="202" y="205"/>
                  <a:pt x="196" y="205"/>
                </a:cubicBezTo>
                <a:close/>
                <a:moveTo>
                  <a:pt x="196" y="176"/>
                </a:moveTo>
                <a:cubicBezTo>
                  <a:pt x="191" y="176"/>
                  <a:pt x="187" y="180"/>
                  <a:pt x="187" y="185"/>
                </a:cubicBezTo>
                <a:cubicBezTo>
                  <a:pt x="187" y="191"/>
                  <a:pt x="191" y="195"/>
                  <a:pt x="196" y="195"/>
                </a:cubicBezTo>
                <a:cubicBezTo>
                  <a:pt x="202" y="195"/>
                  <a:pt x="206" y="191"/>
                  <a:pt x="206" y="185"/>
                </a:cubicBezTo>
                <a:cubicBezTo>
                  <a:pt x="206" y="180"/>
                  <a:pt x="202" y="176"/>
                  <a:pt x="196" y="176"/>
                </a:cubicBezTo>
                <a:close/>
                <a:moveTo>
                  <a:pt x="180" y="151"/>
                </a:moveTo>
                <a:cubicBezTo>
                  <a:pt x="180" y="158"/>
                  <a:pt x="180" y="158"/>
                  <a:pt x="180" y="158"/>
                </a:cubicBezTo>
                <a:cubicBezTo>
                  <a:pt x="214" y="158"/>
                  <a:pt x="214" y="158"/>
                  <a:pt x="214" y="158"/>
                </a:cubicBezTo>
                <a:cubicBezTo>
                  <a:pt x="214" y="151"/>
                  <a:pt x="214" y="151"/>
                  <a:pt x="214" y="151"/>
                </a:cubicBezTo>
                <a:cubicBezTo>
                  <a:pt x="180" y="151"/>
                  <a:pt x="180" y="151"/>
                  <a:pt x="180" y="151"/>
                </a:cubicBezTo>
                <a:close/>
                <a:moveTo>
                  <a:pt x="180" y="141"/>
                </a:moveTo>
                <a:cubicBezTo>
                  <a:pt x="180" y="147"/>
                  <a:pt x="180" y="147"/>
                  <a:pt x="180" y="147"/>
                </a:cubicBezTo>
                <a:cubicBezTo>
                  <a:pt x="214" y="147"/>
                  <a:pt x="214" y="147"/>
                  <a:pt x="214" y="147"/>
                </a:cubicBezTo>
                <a:cubicBezTo>
                  <a:pt x="214" y="141"/>
                  <a:pt x="214" y="141"/>
                  <a:pt x="214" y="141"/>
                </a:cubicBezTo>
                <a:cubicBezTo>
                  <a:pt x="180" y="141"/>
                  <a:pt x="180" y="141"/>
                  <a:pt x="180" y="141"/>
                </a:cubicBezTo>
                <a:close/>
                <a:moveTo>
                  <a:pt x="180" y="130"/>
                </a:moveTo>
                <a:cubicBezTo>
                  <a:pt x="180" y="136"/>
                  <a:pt x="180" y="136"/>
                  <a:pt x="180" y="136"/>
                </a:cubicBezTo>
                <a:cubicBezTo>
                  <a:pt x="214" y="136"/>
                  <a:pt x="214" y="136"/>
                  <a:pt x="214" y="136"/>
                </a:cubicBezTo>
                <a:cubicBezTo>
                  <a:pt x="214" y="130"/>
                  <a:pt x="214" y="130"/>
                  <a:pt x="214" y="130"/>
                </a:cubicBezTo>
                <a:cubicBezTo>
                  <a:pt x="180" y="130"/>
                  <a:pt x="180" y="130"/>
                  <a:pt x="180" y="130"/>
                </a:cubicBezTo>
                <a:close/>
                <a:moveTo>
                  <a:pt x="71" y="122"/>
                </a:moveTo>
                <a:cubicBezTo>
                  <a:pt x="51" y="122"/>
                  <a:pt x="34" y="139"/>
                  <a:pt x="34" y="159"/>
                </a:cubicBezTo>
                <a:cubicBezTo>
                  <a:pt x="34" y="189"/>
                  <a:pt x="34" y="189"/>
                  <a:pt x="34" y="189"/>
                </a:cubicBezTo>
                <a:cubicBezTo>
                  <a:pt x="34" y="210"/>
                  <a:pt x="51" y="226"/>
                  <a:pt x="71" y="226"/>
                </a:cubicBezTo>
                <a:cubicBezTo>
                  <a:pt x="133" y="226"/>
                  <a:pt x="133" y="226"/>
                  <a:pt x="133" y="226"/>
                </a:cubicBezTo>
                <a:cubicBezTo>
                  <a:pt x="153" y="226"/>
                  <a:pt x="170" y="210"/>
                  <a:pt x="170" y="189"/>
                </a:cubicBezTo>
                <a:cubicBezTo>
                  <a:pt x="170" y="159"/>
                  <a:pt x="170" y="159"/>
                  <a:pt x="170" y="159"/>
                </a:cubicBezTo>
                <a:cubicBezTo>
                  <a:pt x="170" y="139"/>
                  <a:pt x="153" y="122"/>
                  <a:pt x="133" y="122"/>
                </a:cubicBezTo>
                <a:lnTo>
                  <a:pt x="71" y="12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TextBox 8"/>
          <p:cNvSpPr txBox="1"/>
          <p:nvPr/>
        </p:nvSpPr>
        <p:spPr>
          <a:xfrm>
            <a:off x="1637791" y="4203480"/>
            <a:ext cx="9956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可重用性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1838801" y="2942523"/>
            <a:ext cx="888618" cy="1072901"/>
            <a:chOff x="1540440" y="2977921"/>
            <a:chExt cx="937472" cy="1131886"/>
          </a:xfrm>
          <a:solidFill>
            <a:srgbClr val="0868B8"/>
          </a:solidFill>
        </p:grpSpPr>
        <p:sp>
          <p:nvSpPr>
            <p:cNvPr id="8" name="Freeform 5"/>
            <p:cNvSpPr>
              <a:spLocks noEditPoints="1"/>
            </p:cNvSpPr>
            <p:nvPr/>
          </p:nvSpPr>
          <p:spPr bwMode="auto">
            <a:xfrm>
              <a:off x="2072390" y="2977921"/>
              <a:ext cx="255240" cy="252855"/>
            </a:xfrm>
            <a:custGeom>
              <a:avLst/>
              <a:gdLst>
                <a:gd name="T0" fmla="*/ 90 w 90"/>
                <a:gd name="T1" fmla="*/ 45 h 89"/>
                <a:gd name="T2" fmla="*/ 45 w 90"/>
                <a:gd name="T3" fmla="*/ 89 h 89"/>
                <a:gd name="T4" fmla="*/ 0 w 90"/>
                <a:gd name="T5" fmla="*/ 45 h 89"/>
                <a:gd name="T6" fmla="*/ 45 w 90"/>
                <a:gd name="T7" fmla="*/ 0 h 89"/>
                <a:gd name="T8" fmla="*/ 90 w 90"/>
                <a:gd name="T9" fmla="*/ 45 h 89"/>
                <a:gd name="T10" fmla="*/ 90 w 90"/>
                <a:gd name="T11" fmla="*/ 45 h 89"/>
                <a:gd name="T12" fmla="*/ 90 w 90"/>
                <a:gd name="T13" fmla="*/ 4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89">
                  <a:moveTo>
                    <a:pt x="90" y="45"/>
                  </a:moveTo>
                  <a:cubicBezTo>
                    <a:pt x="90" y="69"/>
                    <a:pt x="70" y="89"/>
                    <a:pt x="45" y="89"/>
                  </a:cubicBezTo>
                  <a:cubicBezTo>
                    <a:pt x="20" y="89"/>
                    <a:pt x="0" y="69"/>
                    <a:pt x="0" y="45"/>
                  </a:cubicBezTo>
                  <a:cubicBezTo>
                    <a:pt x="0" y="20"/>
                    <a:pt x="20" y="0"/>
                    <a:pt x="45" y="0"/>
                  </a:cubicBezTo>
                  <a:cubicBezTo>
                    <a:pt x="70" y="0"/>
                    <a:pt x="90" y="20"/>
                    <a:pt x="90" y="45"/>
                  </a:cubicBezTo>
                  <a:close/>
                  <a:moveTo>
                    <a:pt x="90" y="45"/>
                  </a:moveTo>
                  <a:cubicBezTo>
                    <a:pt x="90" y="45"/>
                    <a:pt x="90" y="45"/>
                    <a:pt x="90" y="4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1540440" y="3214079"/>
              <a:ext cx="937472" cy="895728"/>
            </a:xfrm>
            <a:custGeom>
              <a:avLst/>
              <a:gdLst>
                <a:gd name="T0" fmla="*/ 299 w 330"/>
                <a:gd name="T1" fmla="*/ 45 h 316"/>
                <a:gd name="T2" fmla="*/ 237 w 330"/>
                <a:gd name="T3" fmla="*/ 32 h 316"/>
                <a:gd name="T4" fmla="*/ 218 w 330"/>
                <a:gd name="T5" fmla="*/ 8 h 316"/>
                <a:gd name="T6" fmla="*/ 209 w 330"/>
                <a:gd name="T7" fmla="*/ 3 h 316"/>
                <a:gd name="T8" fmla="*/ 198 w 330"/>
                <a:gd name="T9" fmla="*/ 1 h 316"/>
                <a:gd name="T10" fmla="*/ 124 w 330"/>
                <a:gd name="T11" fmla="*/ 18 h 316"/>
                <a:gd name="T12" fmla="*/ 76 w 330"/>
                <a:gd name="T13" fmla="*/ 75 h 316"/>
                <a:gd name="T14" fmla="*/ 67 w 330"/>
                <a:gd name="T15" fmla="*/ 81 h 316"/>
                <a:gd name="T16" fmla="*/ 0 w 330"/>
                <a:gd name="T17" fmla="*/ 107 h 316"/>
                <a:gd name="T18" fmla="*/ 110 w 330"/>
                <a:gd name="T19" fmla="*/ 127 h 316"/>
                <a:gd name="T20" fmla="*/ 96 w 330"/>
                <a:gd name="T21" fmla="*/ 103 h 316"/>
                <a:gd name="T22" fmla="*/ 110 w 330"/>
                <a:gd name="T23" fmla="*/ 83 h 316"/>
                <a:gd name="T24" fmla="*/ 152 w 330"/>
                <a:gd name="T25" fmla="*/ 43 h 316"/>
                <a:gd name="T26" fmla="*/ 127 w 330"/>
                <a:gd name="T27" fmla="*/ 132 h 316"/>
                <a:gd name="T28" fmla="*/ 57 w 330"/>
                <a:gd name="T29" fmla="*/ 180 h 316"/>
                <a:gd name="T30" fmla="*/ 58 w 330"/>
                <a:gd name="T31" fmla="*/ 221 h 316"/>
                <a:gd name="T32" fmla="*/ 126 w 330"/>
                <a:gd name="T33" fmla="*/ 217 h 316"/>
                <a:gd name="T34" fmla="*/ 159 w 330"/>
                <a:gd name="T35" fmla="*/ 165 h 316"/>
                <a:gd name="T36" fmla="*/ 191 w 330"/>
                <a:gd name="T37" fmla="*/ 205 h 316"/>
                <a:gd name="T38" fmla="*/ 182 w 330"/>
                <a:gd name="T39" fmla="*/ 316 h 316"/>
                <a:gd name="T40" fmla="*/ 208 w 330"/>
                <a:gd name="T41" fmla="*/ 301 h 316"/>
                <a:gd name="T42" fmla="*/ 230 w 330"/>
                <a:gd name="T43" fmla="*/ 189 h 316"/>
                <a:gd name="T44" fmla="*/ 206 w 330"/>
                <a:gd name="T45" fmla="*/ 144 h 316"/>
                <a:gd name="T46" fmla="*/ 251 w 330"/>
                <a:gd name="T47" fmla="*/ 84 h 316"/>
                <a:gd name="T48" fmla="*/ 322 w 330"/>
                <a:gd name="T49" fmla="*/ 72 h 316"/>
                <a:gd name="T50" fmla="*/ 93 w 330"/>
                <a:gd name="T51" fmla="*/ 100 h 316"/>
                <a:gd name="T52" fmla="*/ 70 w 330"/>
                <a:gd name="T53" fmla="*/ 84 h 316"/>
                <a:gd name="T54" fmla="*/ 76 w 330"/>
                <a:gd name="T55" fmla="*/ 80 h 316"/>
                <a:gd name="T56" fmla="*/ 89 w 330"/>
                <a:gd name="T57" fmla="*/ 96 h 316"/>
                <a:gd name="T58" fmla="*/ 91 w 330"/>
                <a:gd name="T59" fmla="*/ 96 h 316"/>
                <a:gd name="T60" fmla="*/ 93 w 330"/>
                <a:gd name="T61" fmla="*/ 100 h 316"/>
                <a:gd name="T62" fmla="*/ 93 w 330"/>
                <a:gd name="T63" fmla="*/ 100 h 3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0" h="316">
                  <a:moveTo>
                    <a:pt x="324" y="47"/>
                  </a:moveTo>
                  <a:cubicBezTo>
                    <a:pt x="317" y="40"/>
                    <a:pt x="306" y="39"/>
                    <a:pt x="299" y="45"/>
                  </a:cubicBezTo>
                  <a:cubicBezTo>
                    <a:pt x="291" y="52"/>
                    <a:pt x="275" y="54"/>
                    <a:pt x="261" y="50"/>
                  </a:cubicBezTo>
                  <a:cubicBezTo>
                    <a:pt x="249" y="47"/>
                    <a:pt x="240" y="40"/>
                    <a:pt x="237" y="32"/>
                  </a:cubicBezTo>
                  <a:cubicBezTo>
                    <a:pt x="237" y="32"/>
                    <a:pt x="237" y="31"/>
                    <a:pt x="237" y="30"/>
                  </a:cubicBezTo>
                  <a:cubicBezTo>
                    <a:pt x="234" y="21"/>
                    <a:pt x="226" y="13"/>
                    <a:pt x="218" y="8"/>
                  </a:cubicBezTo>
                  <a:cubicBezTo>
                    <a:pt x="217" y="6"/>
                    <a:pt x="214" y="5"/>
                    <a:pt x="212" y="4"/>
                  </a:cubicBezTo>
                  <a:cubicBezTo>
                    <a:pt x="211" y="4"/>
                    <a:pt x="210" y="3"/>
                    <a:pt x="209" y="3"/>
                  </a:cubicBezTo>
                  <a:cubicBezTo>
                    <a:pt x="204" y="1"/>
                    <a:pt x="199" y="1"/>
                    <a:pt x="199" y="1"/>
                  </a:cubicBezTo>
                  <a:cubicBezTo>
                    <a:pt x="198" y="1"/>
                    <a:pt x="198" y="1"/>
                    <a:pt x="198" y="1"/>
                  </a:cubicBezTo>
                  <a:cubicBezTo>
                    <a:pt x="196" y="1"/>
                    <a:pt x="194" y="1"/>
                    <a:pt x="191" y="1"/>
                  </a:cubicBezTo>
                  <a:cubicBezTo>
                    <a:pt x="170" y="0"/>
                    <a:pt x="145" y="6"/>
                    <a:pt x="124" y="18"/>
                  </a:cubicBezTo>
                  <a:cubicBezTo>
                    <a:pt x="100" y="32"/>
                    <a:pt x="83" y="52"/>
                    <a:pt x="77" y="74"/>
                  </a:cubicBezTo>
                  <a:cubicBezTo>
                    <a:pt x="77" y="75"/>
                    <a:pt x="77" y="75"/>
                    <a:pt x="76" y="75"/>
                  </a:cubicBezTo>
                  <a:cubicBezTo>
                    <a:pt x="75" y="75"/>
                    <a:pt x="73" y="75"/>
                    <a:pt x="71" y="7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48" y="61"/>
                    <a:pt x="48" y="61"/>
                    <a:pt x="48" y="61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61" y="172"/>
                    <a:pt x="61" y="172"/>
                    <a:pt x="61" y="172"/>
                  </a:cubicBezTo>
                  <a:cubicBezTo>
                    <a:pt x="110" y="127"/>
                    <a:pt x="110" y="127"/>
                    <a:pt x="110" y="127"/>
                  </a:cubicBezTo>
                  <a:cubicBezTo>
                    <a:pt x="91" y="107"/>
                    <a:pt x="91" y="107"/>
                    <a:pt x="91" y="107"/>
                  </a:cubicBezTo>
                  <a:cubicBezTo>
                    <a:pt x="96" y="103"/>
                    <a:pt x="96" y="103"/>
                    <a:pt x="96" y="103"/>
                  </a:cubicBezTo>
                  <a:cubicBezTo>
                    <a:pt x="98" y="101"/>
                    <a:pt x="98" y="98"/>
                    <a:pt x="97" y="96"/>
                  </a:cubicBezTo>
                  <a:cubicBezTo>
                    <a:pt x="103" y="95"/>
                    <a:pt x="109" y="90"/>
                    <a:pt x="110" y="83"/>
                  </a:cubicBezTo>
                  <a:cubicBezTo>
                    <a:pt x="114" y="70"/>
                    <a:pt x="125" y="58"/>
                    <a:pt x="141" y="48"/>
                  </a:cubicBezTo>
                  <a:cubicBezTo>
                    <a:pt x="145" y="46"/>
                    <a:pt x="148" y="45"/>
                    <a:pt x="152" y="43"/>
                  </a:cubicBezTo>
                  <a:cubicBezTo>
                    <a:pt x="128" y="118"/>
                    <a:pt x="128" y="118"/>
                    <a:pt x="128" y="118"/>
                  </a:cubicBezTo>
                  <a:cubicBezTo>
                    <a:pt x="127" y="123"/>
                    <a:pt x="126" y="128"/>
                    <a:pt x="127" y="132"/>
                  </a:cubicBezTo>
                  <a:cubicBezTo>
                    <a:pt x="110" y="177"/>
                    <a:pt x="110" y="177"/>
                    <a:pt x="110" y="177"/>
                  </a:cubicBezTo>
                  <a:cubicBezTo>
                    <a:pt x="57" y="180"/>
                    <a:pt x="57" y="180"/>
                    <a:pt x="57" y="180"/>
                  </a:cubicBezTo>
                  <a:cubicBezTo>
                    <a:pt x="46" y="180"/>
                    <a:pt x="37" y="190"/>
                    <a:pt x="38" y="201"/>
                  </a:cubicBezTo>
                  <a:cubicBezTo>
                    <a:pt x="38" y="212"/>
                    <a:pt x="47" y="221"/>
                    <a:pt x="58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126" y="217"/>
                    <a:pt x="126" y="217"/>
                    <a:pt x="126" y="217"/>
                  </a:cubicBezTo>
                  <a:cubicBezTo>
                    <a:pt x="134" y="217"/>
                    <a:pt x="141" y="212"/>
                    <a:pt x="144" y="204"/>
                  </a:cubicBezTo>
                  <a:cubicBezTo>
                    <a:pt x="159" y="165"/>
                    <a:pt x="159" y="165"/>
                    <a:pt x="159" y="165"/>
                  </a:cubicBezTo>
                  <a:cubicBezTo>
                    <a:pt x="160" y="165"/>
                    <a:pt x="162" y="166"/>
                    <a:pt x="164" y="166"/>
                  </a:cubicBezTo>
                  <a:cubicBezTo>
                    <a:pt x="191" y="205"/>
                    <a:pt x="191" y="205"/>
                    <a:pt x="191" y="205"/>
                  </a:cubicBezTo>
                  <a:cubicBezTo>
                    <a:pt x="168" y="290"/>
                    <a:pt x="168" y="290"/>
                    <a:pt x="168" y="290"/>
                  </a:cubicBezTo>
                  <a:cubicBezTo>
                    <a:pt x="165" y="301"/>
                    <a:pt x="171" y="313"/>
                    <a:pt x="182" y="316"/>
                  </a:cubicBezTo>
                  <a:cubicBezTo>
                    <a:pt x="184" y="316"/>
                    <a:pt x="186" y="316"/>
                    <a:pt x="188" y="316"/>
                  </a:cubicBezTo>
                  <a:cubicBezTo>
                    <a:pt x="197" y="316"/>
                    <a:pt x="205" y="310"/>
                    <a:pt x="208" y="301"/>
                  </a:cubicBezTo>
                  <a:cubicBezTo>
                    <a:pt x="233" y="206"/>
                    <a:pt x="233" y="206"/>
                    <a:pt x="233" y="206"/>
                  </a:cubicBezTo>
                  <a:cubicBezTo>
                    <a:pt x="235" y="200"/>
                    <a:pt x="234" y="194"/>
                    <a:pt x="230" y="189"/>
                  </a:cubicBezTo>
                  <a:cubicBezTo>
                    <a:pt x="203" y="150"/>
                    <a:pt x="203" y="150"/>
                    <a:pt x="203" y="150"/>
                  </a:cubicBezTo>
                  <a:cubicBezTo>
                    <a:pt x="205" y="148"/>
                    <a:pt x="206" y="146"/>
                    <a:pt x="206" y="144"/>
                  </a:cubicBezTo>
                  <a:cubicBezTo>
                    <a:pt x="229" y="74"/>
                    <a:pt x="229" y="74"/>
                    <a:pt x="229" y="74"/>
                  </a:cubicBezTo>
                  <a:cubicBezTo>
                    <a:pt x="235" y="78"/>
                    <a:pt x="243" y="81"/>
                    <a:pt x="251" y="84"/>
                  </a:cubicBezTo>
                  <a:cubicBezTo>
                    <a:pt x="259" y="86"/>
                    <a:pt x="267" y="87"/>
                    <a:pt x="275" y="87"/>
                  </a:cubicBezTo>
                  <a:cubicBezTo>
                    <a:pt x="293" y="87"/>
                    <a:pt x="310" y="82"/>
                    <a:pt x="322" y="72"/>
                  </a:cubicBezTo>
                  <a:cubicBezTo>
                    <a:pt x="329" y="65"/>
                    <a:pt x="330" y="54"/>
                    <a:pt x="324" y="47"/>
                  </a:cubicBezTo>
                  <a:close/>
                  <a:moveTo>
                    <a:pt x="93" y="100"/>
                  </a:moveTo>
                  <a:cubicBezTo>
                    <a:pt x="88" y="104"/>
                    <a:pt x="88" y="104"/>
                    <a:pt x="88" y="104"/>
                  </a:cubicBezTo>
                  <a:cubicBezTo>
                    <a:pt x="70" y="84"/>
                    <a:pt x="70" y="84"/>
                    <a:pt x="70" y="84"/>
                  </a:cubicBezTo>
                  <a:cubicBezTo>
                    <a:pt x="74" y="80"/>
                    <a:pt x="74" y="80"/>
                    <a:pt x="74" y="80"/>
                  </a:cubicBezTo>
                  <a:cubicBezTo>
                    <a:pt x="75" y="80"/>
                    <a:pt x="75" y="80"/>
                    <a:pt x="76" y="80"/>
                  </a:cubicBezTo>
                  <a:cubicBezTo>
                    <a:pt x="76" y="81"/>
                    <a:pt x="76" y="81"/>
                    <a:pt x="76" y="81"/>
                  </a:cubicBezTo>
                  <a:cubicBezTo>
                    <a:pt x="77" y="88"/>
                    <a:pt x="82" y="94"/>
                    <a:pt x="89" y="96"/>
                  </a:cubicBezTo>
                  <a:cubicBezTo>
                    <a:pt x="89" y="96"/>
                    <a:pt x="90" y="96"/>
                    <a:pt x="91" y="96"/>
                  </a:cubicBezTo>
                  <a:cubicBezTo>
                    <a:pt x="91" y="96"/>
                    <a:pt x="91" y="96"/>
                    <a:pt x="91" y="96"/>
                  </a:cubicBezTo>
                  <a:cubicBezTo>
                    <a:pt x="93" y="98"/>
                    <a:pt x="93" y="98"/>
                    <a:pt x="93" y="98"/>
                  </a:cubicBezTo>
                  <a:cubicBezTo>
                    <a:pt x="93" y="99"/>
                    <a:pt x="93" y="99"/>
                    <a:pt x="93" y="100"/>
                  </a:cubicBezTo>
                  <a:close/>
                  <a:moveTo>
                    <a:pt x="93" y="100"/>
                  </a:moveTo>
                  <a:cubicBezTo>
                    <a:pt x="93" y="100"/>
                    <a:pt x="93" y="100"/>
                    <a:pt x="93" y="10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0" name="Arc 12"/>
          <p:cNvSpPr/>
          <p:nvPr/>
        </p:nvSpPr>
        <p:spPr>
          <a:xfrm rot="13265014">
            <a:off x="7864673" y="1762310"/>
            <a:ext cx="1153642" cy="1153642"/>
          </a:xfrm>
          <a:prstGeom prst="arc">
            <a:avLst>
              <a:gd name="adj1" fmla="val 16200000"/>
              <a:gd name="adj2" fmla="val 7096491"/>
            </a:avLst>
          </a:prstGeom>
          <a:ln w="22225">
            <a:solidFill>
              <a:schemeClr val="tx2">
                <a:lumMod val="60000"/>
                <a:lumOff val="40000"/>
              </a:schemeClr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cs typeface="+mn-ea"/>
              <a:sym typeface="+mn-lt"/>
            </a:endParaRPr>
          </a:p>
        </p:txBody>
      </p:sp>
      <p:sp>
        <p:nvSpPr>
          <p:cNvPr id="11" name="Arc 13"/>
          <p:cNvSpPr/>
          <p:nvPr/>
        </p:nvSpPr>
        <p:spPr>
          <a:xfrm rot="13265014">
            <a:off x="5282107" y="2373671"/>
            <a:ext cx="1153642" cy="1153642"/>
          </a:xfrm>
          <a:prstGeom prst="arc">
            <a:avLst>
              <a:gd name="adj1" fmla="val 16200000"/>
              <a:gd name="adj2" fmla="val 7096491"/>
            </a:avLst>
          </a:prstGeom>
          <a:ln w="22225">
            <a:solidFill>
              <a:schemeClr val="tx2">
                <a:lumMod val="60000"/>
                <a:lumOff val="40000"/>
              </a:schemeClr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cs typeface="+mn-ea"/>
              <a:sym typeface="+mn-lt"/>
            </a:endParaRPr>
          </a:p>
        </p:txBody>
      </p:sp>
      <p:sp>
        <p:nvSpPr>
          <p:cNvPr id="12" name="Rectangle 15"/>
          <p:cNvSpPr/>
          <p:nvPr/>
        </p:nvSpPr>
        <p:spPr>
          <a:xfrm>
            <a:off x="3574394" y="3453436"/>
            <a:ext cx="2582567" cy="616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Rectangle 16"/>
          <p:cNvSpPr/>
          <p:nvPr/>
        </p:nvSpPr>
        <p:spPr>
          <a:xfrm>
            <a:off x="3574394" y="3453436"/>
            <a:ext cx="567391" cy="616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TextBox 17"/>
          <p:cNvSpPr txBox="1"/>
          <p:nvPr/>
        </p:nvSpPr>
        <p:spPr>
          <a:xfrm>
            <a:off x="4198111" y="3586756"/>
            <a:ext cx="589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性能</a:t>
            </a:r>
          </a:p>
        </p:txBody>
      </p:sp>
      <p:sp>
        <p:nvSpPr>
          <p:cNvPr id="15" name="Freeform 18"/>
          <p:cNvSpPr>
            <a:spLocks noEditPoints="1"/>
          </p:cNvSpPr>
          <p:nvPr/>
        </p:nvSpPr>
        <p:spPr bwMode="auto">
          <a:xfrm>
            <a:off x="3694388" y="3574582"/>
            <a:ext cx="327401" cy="374433"/>
          </a:xfrm>
          <a:custGeom>
            <a:avLst/>
            <a:gdLst>
              <a:gd name="T0" fmla="*/ 50 w 84"/>
              <a:gd name="T1" fmla="*/ 92 h 96"/>
              <a:gd name="T2" fmla="*/ 57 w 84"/>
              <a:gd name="T3" fmla="*/ 81 h 96"/>
              <a:gd name="T4" fmla="*/ 56 w 84"/>
              <a:gd name="T5" fmla="*/ 75 h 96"/>
              <a:gd name="T6" fmla="*/ 43 w 84"/>
              <a:gd name="T7" fmla="*/ 63 h 96"/>
              <a:gd name="T8" fmla="*/ 38 w 84"/>
              <a:gd name="T9" fmla="*/ 62 h 96"/>
              <a:gd name="T10" fmla="*/ 30 w 84"/>
              <a:gd name="T11" fmla="*/ 67 h 96"/>
              <a:gd name="T12" fmla="*/ 17 w 84"/>
              <a:gd name="T13" fmla="*/ 35 h 96"/>
              <a:gd name="T14" fmla="*/ 26 w 84"/>
              <a:gd name="T15" fmla="*/ 31 h 96"/>
              <a:gd name="T16" fmla="*/ 27 w 84"/>
              <a:gd name="T17" fmla="*/ 25 h 96"/>
              <a:gd name="T18" fmla="*/ 22 w 84"/>
              <a:gd name="T19" fmla="*/ 8 h 96"/>
              <a:gd name="T20" fmla="*/ 18 w 84"/>
              <a:gd name="T21" fmla="*/ 4 h 96"/>
              <a:gd name="T22" fmla="*/ 4 w 84"/>
              <a:gd name="T23" fmla="*/ 6 h 96"/>
              <a:gd name="T24" fmla="*/ 0 w 84"/>
              <a:gd name="T25" fmla="*/ 10 h 96"/>
              <a:gd name="T26" fmla="*/ 43 w 84"/>
              <a:gd name="T27" fmla="*/ 94 h 96"/>
              <a:gd name="T28" fmla="*/ 50 w 84"/>
              <a:gd name="T29" fmla="*/ 92 h 96"/>
              <a:gd name="T30" fmla="*/ 45 w 84"/>
              <a:gd name="T31" fmla="*/ 53 h 96"/>
              <a:gd name="T32" fmla="*/ 32 w 84"/>
              <a:gd name="T33" fmla="*/ 53 h 96"/>
              <a:gd name="T34" fmla="*/ 32 w 84"/>
              <a:gd name="T35" fmla="*/ 50 h 96"/>
              <a:gd name="T36" fmla="*/ 40 w 84"/>
              <a:gd name="T37" fmla="*/ 38 h 96"/>
              <a:gd name="T38" fmla="*/ 42 w 84"/>
              <a:gd name="T39" fmla="*/ 32 h 96"/>
              <a:gd name="T40" fmla="*/ 41 w 84"/>
              <a:gd name="T41" fmla="*/ 30 h 96"/>
              <a:gd name="T42" fmla="*/ 40 w 84"/>
              <a:gd name="T43" fmla="*/ 31 h 96"/>
              <a:gd name="T44" fmla="*/ 39 w 84"/>
              <a:gd name="T45" fmla="*/ 36 h 96"/>
              <a:gd name="T46" fmla="*/ 34 w 84"/>
              <a:gd name="T47" fmla="*/ 36 h 96"/>
              <a:gd name="T48" fmla="*/ 34 w 84"/>
              <a:gd name="T49" fmla="*/ 31 h 96"/>
              <a:gd name="T50" fmla="*/ 42 w 84"/>
              <a:gd name="T51" fmla="*/ 26 h 96"/>
              <a:gd name="T52" fmla="*/ 47 w 84"/>
              <a:gd name="T53" fmla="*/ 28 h 96"/>
              <a:gd name="T54" fmla="*/ 47 w 84"/>
              <a:gd name="T55" fmla="*/ 34 h 96"/>
              <a:gd name="T56" fmla="*/ 47 w 84"/>
              <a:gd name="T57" fmla="*/ 37 h 96"/>
              <a:gd name="T58" fmla="*/ 38 w 84"/>
              <a:gd name="T59" fmla="*/ 50 h 96"/>
              <a:gd name="T60" fmla="*/ 46 w 84"/>
              <a:gd name="T61" fmla="*/ 50 h 96"/>
              <a:gd name="T62" fmla="*/ 45 w 84"/>
              <a:gd name="T63" fmla="*/ 53 h 96"/>
              <a:gd name="T64" fmla="*/ 63 w 84"/>
              <a:gd name="T65" fmla="*/ 50 h 96"/>
              <a:gd name="T66" fmla="*/ 60 w 84"/>
              <a:gd name="T67" fmla="*/ 50 h 96"/>
              <a:gd name="T68" fmla="*/ 60 w 84"/>
              <a:gd name="T69" fmla="*/ 53 h 96"/>
              <a:gd name="T70" fmla="*/ 54 w 84"/>
              <a:gd name="T71" fmla="*/ 53 h 96"/>
              <a:gd name="T72" fmla="*/ 54 w 84"/>
              <a:gd name="T73" fmla="*/ 50 h 96"/>
              <a:gd name="T74" fmla="*/ 46 w 84"/>
              <a:gd name="T75" fmla="*/ 50 h 96"/>
              <a:gd name="T76" fmla="*/ 47 w 84"/>
              <a:gd name="T77" fmla="*/ 46 h 96"/>
              <a:gd name="T78" fmla="*/ 55 w 84"/>
              <a:gd name="T79" fmla="*/ 26 h 96"/>
              <a:gd name="T80" fmla="*/ 63 w 84"/>
              <a:gd name="T81" fmla="*/ 26 h 96"/>
              <a:gd name="T82" fmla="*/ 61 w 84"/>
              <a:gd name="T83" fmla="*/ 46 h 96"/>
              <a:gd name="T84" fmla="*/ 63 w 84"/>
              <a:gd name="T85" fmla="*/ 46 h 96"/>
              <a:gd name="T86" fmla="*/ 63 w 84"/>
              <a:gd name="T87" fmla="*/ 50 h 96"/>
              <a:gd name="T88" fmla="*/ 55 w 84"/>
              <a:gd name="T89" fmla="*/ 46 h 96"/>
              <a:gd name="T90" fmla="*/ 52 w 84"/>
              <a:gd name="T91" fmla="*/ 46 h 96"/>
              <a:gd name="T92" fmla="*/ 56 w 84"/>
              <a:gd name="T93" fmla="*/ 35 h 96"/>
              <a:gd name="T94" fmla="*/ 55 w 84"/>
              <a:gd name="T95" fmla="*/ 46 h 96"/>
              <a:gd name="T96" fmla="*/ 43 w 84"/>
              <a:gd name="T97" fmla="*/ 0 h 96"/>
              <a:gd name="T98" fmla="*/ 72 w 84"/>
              <a:gd name="T99" fmla="*/ 12 h 96"/>
              <a:gd name="T100" fmla="*/ 84 w 84"/>
              <a:gd name="T101" fmla="*/ 41 h 96"/>
              <a:gd name="T102" fmla="*/ 72 w 84"/>
              <a:gd name="T103" fmla="*/ 71 h 96"/>
              <a:gd name="T104" fmla="*/ 65 w 84"/>
              <a:gd name="T105" fmla="*/ 76 h 96"/>
              <a:gd name="T106" fmla="*/ 63 w 84"/>
              <a:gd name="T107" fmla="*/ 73 h 96"/>
              <a:gd name="T108" fmla="*/ 59 w 84"/>
              <a:gd name="T109" fmla="*/ 69 h 96"/>
              <a:gd name="T110" fmla="*/ 66 w 84"/>
              <a:gd name="T111" fmla="*/ 64 h 96"/>
              <a:gd name="T112" fmla="*/ 75 w 84"/>
              <a:gd name="T113" fmla="*/ 41 h 96"/>
              <a:gd name="T114" fmla="*/ 66 w 84"/>
              <a:gd name="T115" fmla="*/ 19 h 96"/>
              <a:gd name="T116" fmla="*/ 43 w 84"/>
              <a:gd name="T117" fmla="*/ 10 h 96"/>
              <a:gd name="T118" fmla="*/ 31 w 84"/>
              <a:gd name="T119" fmla="*/ 12 h 96"/>
              <a:gd name="T120" fmla="*/ 29 w 84"/>
              <a:gd name="T121" fmla="*/ 6 h 96"/>
              <a:gd name="T122" fmla="*/ 28 w 84"/>
              <a:gd name="T123" fmla="*/ 3 h 96"/>
              <a:gd name="T124" fmla="*/ 43 w 84"/>
              <a:gd name="T125" fmla="*/ 0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4" h="96">
                <a:moveTo>
                  <a:pt x="50" y="92"/>
                </a:moveTo>
                <a:cubicBezTo>
                  <a:pt x="52" y="88"/>
                  <a:pt x="55" y="84"/>
                  <a:pt x="57" y="81"/>
                </a:cubicBezTo>
                <a:cubicBezTo>
                  <a:pt x="58" y="79"/>
                  <a:pt x="58" y="77"/>
                  <a:pt x="56" y="75"/>
                </a:cubicBezTo>
                <a:cubicBezTo>
                  <a:pt x="52" y="71"/>
                  <a:pt x="48" y="67"/>
                  <a:pt x="43" y="63"/>
                </a:cubicBezTo>
                <a:cubicBezTo>
                  <a:pt x="41" y="61"/>
                  <a:pt x="40" y="61"/>
                  <a:pt x="38" y="62"/>
                </a:cubicBezTo>
                <a:cubicBezTo>
                  <a:pt x="35" y="63"/>
                  <a:pt x="33" y="65"/>
                  <a:pt x="30" y="67"/>
                </a:cubicBezTo>
                <a:cubicBezTo>
                  <a:pt x="21" y="53"/>
                  <a:pt x="19" y="45"/>
                  <a:pt x="17" y="35"/>
                </a:cubicBezTo>
                <a:cubicBezTo>
                  <a:pt x="20" y="34"/>
                  <a:pt x="23" y="32"/>
                  <a:pt x="26" y="31"/>
                </a:cubicBezTo>
                <a:cubicBezTo>
                  <a:pt x="27" y="30"/>
                  <a:pt x="28" y="28"/>
                  <a:pt x="27" y="25"/>
                </a:cubicBezTo>
                <a:cubicBezTo>
                  <a:pt x="26" y="20"/>
                  <a:pt x="24" y="14"/>
                  <a:pt x="22" y="8"/>
                </a:cubicBezTo>
                <a:cubicBezTo>
                  <a:pt x="22" y="6"/>
                  <a:pt x="20" y="4"/>
                  <a:pt x="18" y="4"/>
                </a:cubicBezTo>
                <a:cubicBezTo>
                  <a:pt x="14" y="5"/>
                  <a:pt x="9" y="5"/>
                  <a:pt x="4" y="6"/>
                </a:cubicBezTo>
                <a:cubicBezTo>
                  <a:pt x="0" y="6"/>
                  <a:pt x="0" y="7"/>
                  <a:pt x="0" y="10"/>
                </a:cubicBezTo>
                <a:cubicBezTo>
                  <a:pt x="1" y="46"/>
                  <a:pt x="15" y="78"/>
                  <a:pt x="43" y="94"/>
                </a:cubicBezTo>
                <a:cubicBezTo>
                  <a:pt x="46" y="96"/>
                  <a:pt x="47" y="96"/>
                  <a:pt x="50" y="92"/>
                </a:cubicBezTo>
                <a:close/>
                <a:moveTo>
                  <a:pt x="45" y="53"/>
                </a:moveTo>
                <a:cubicBezTo>
                  <a:pt x="32" y="53"/>
                  <a:pt x="32" y="53"/>
                  <a:pt x="32" y="53"/>
                </a:cubicBezTo>
                <a:cubicBezTo>
                  <a:pt x="32" y="50"/>
                  <a:pt x="32" y="50"/>
                  <a:pt x="32" y="50"/>
                </a:cubicBezTo>
                <a:cubicBezTo>
                  <a:pt x="40" y="38"/>
                  <a:pt x="40" y="38"/>
                  <a:pt x="40" y="38"/>
                </a:cubicBezTo>
                <a:cubicBezTo>
                  <a:pt x="41" y="36"/>
                  <a:pt x="42" y="34"/>
                  <a:pt x="42" y="32"/>
                </a:cubicBezTo>
                <a:cubicBezTo>
                  <a:pt x="42" y="31"/>
                  <a:pt x="42" y="30"/>
                  <a:pt x="41" y="30"/>
                </a:cubicBezTo>
                <a:cubicBezTo>
                  <a:pt x="40" y="30"/>
                  <a:pt x="40" y="31"/>
                  <a:pt x="40" y="31"/>
                </a:cubicBezTo>
                <a:cubicBezTo>
                  <a:pt x="39" y="36"/>
                  <a:pt x="39" y="36"/>
                  <a:pt x="39" y="36"/>
                </a:cubicBezTo>
                <a:cubicBezTo>
                  <a:pt x="34" y="36"/>
                  <a:pt x="34" y="36"/>
                  <a:pt x="34" y="36"/>
                </a:cubicBezTo>
                <a:cubicBezTo>
                  <a:pt x="34" y="31"/>
                  <a:pt x="34" y="31"/>
                  <a:pt x="34" y="31"/>
                </a:cubicBezTo>
                <a:cubicBezTo>
                  <a:pt x="35" y="28"/>
                  <a:pt x="37" y="26"/>
                  <a:pt x="42" y="26"/>
                </a:cubicBezTo>
                <a:cubicBezTo>
                  <a:pt x="44" y="26"/>
                  <a:pt x="46" y="27"/>
                  <a:pt x="47" y="28"/>
                </a:cubicBezTo>
                <a:cubicBezTo>
                  <a:pt x="48" y="29"/>
                  <a:pt x="48" y="31"/>
                  <a:pt x="47" y="34"/>
                </a:cubicBezTo>
                <a:cubicBezTo>
                  <a:pt x="47" y="35"/>
                  <a:pt x="47" y="36"/>
                  <a:pt x="47" y="37"/>
                </a:cubicBezTo>
                <a:cubicBezTo>
                  <a:pt x="38" y="50"/>
                  <a:pt x="38" y="50"/>
                  <a:pt x="38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5" y="53"/>
                  <a:pt x="45" y="53"/>
                  <a:pt x="45" y="53"/>
                </a:cubicBezTo>
                <a:close/>
                <a:moveTo>
                  <a:pt x="63" y="50"/>
                </a:moveTo>
                <a:cubicBezTo>
                  <a:pt x="60" y="50"/>
                  <a:pt x="60" y="50"/>
                  <a:pt x="60" y="50"/>
                </a:cubicBezTo>
                <a:cubicBezTo>
                  <a:pt x="60" y="53"/>
                  <a:pt x="60" y="53"/>
                  <a:pt x="60" y="53"/>
                </a:cubicBezTo>
                <a:cubicBezTo>
                  <a:pt x="54" y="53"/>
                  <a:pt x="54" y="53"/>
                  <a:pt x="54" y="53"/>
                </a:cubicBezTo>
                <a:cubicBezTo>
                  <a:pt x="54" y="50"/>
                  <a:pt x="54" y="50"/>
                  <a:pt x="54" y="50"/>
                </a:cubicBezTo>
                <a:cubicBezTo>
                  <a:pt x="46" y="50"/>
                  <a:pt x="46" y="50"/>
                  <a:pt x="46" y="50"/>
                </a:cubicBezTo>
                <a:cubicBezTo>
                  <a:pt x="47" y="46"/>
                  <a:pt x="47" y="46"/>
                  <a:pt x="47" y="46"/>
                </a:cubicBezTo>
                <a:cubicBezTo>
                  <a:pt x="55" y="26"/>
                  <a:pt x="55" y="26"/>
                  <a:pt x="55" y="26"/>
                </a:cubicBezTo>
                <a:cubicBezTo>
                  <a:pt x="63" y="26"/>
                  <a:pt x="63" y="26"/>
                  <a:pt x="63" y="26"/>
                </a:cubicBezTo>
                <a:cubicBezTo>
                  <a:pt x="61" y="46"/>
                  <a:pt x="61" y="46"/>
                  <a:pt x="61" y="46"/>
                </a:cubicBezTo>
                <a:cubicBezTo>
                  <a:pt x="63" y="46"/>
                  <a:pt x="63" y="46"/>
                  <a:pt x="63" y="46"/>
                </a:cubicBezTo>
                <a:cubicBezTo>
                  <a:pt x="63" y="50"/>
                  <a:pt x="63" y="50"/>
                  <a:pt x="63" y="50"/>
                </a:cubicBezTo>
                <a:close/>
                <a:moveTo>
                  <a:pt x="55" y="46"/>
                </a:moveTo>
                <a:cubicBezTo>
                  <a:pt x="52" y="46"/>
                  <a:pt x="52" y="46"/>
                  <a:pt x="52" y="46"/>
                </a:cubicBezTo>
                <a:cubicBezTo>
                  <a:pt x="56" y="35"/>
                  <a:pt x="56" y="35"/>
                  <a:pt x="56" y="35"/>
                </a:cubicBezTo>
                <a:cubicBezTo>
                  <a:pt x="55" y="46"/>
                  <a:pt x="55" y="46"/>
                  <a:pt x="55" y="46"/>
                </a:cubicBezTo>
                <a:close/>
                <a:moveTo>
                  <a:pt x="43" y="0"/>
                </a:moveTo>
                <a:cubicBezTo>
                  <a:pt x="54" y="0"/>
                  <a:pt x="65" y="5"/>
                  <a:pt x="72" y="12"/>
                </a:cubicBezTo>
                <a:cubicBezTo>
                  <a:pt x="80" y="20"/>
                  <a:pt x="84" y="30"/>
                  <a:pt x="84" y="41"/>
                </a:cubicBezTo>
                <a:cubicBezTo>
                  <a:pt x="84" y="53"/>
                  <a:pt x="80" y="63"/>
                  <a:pt x="72" y="71"/>
                </a:cubicBezTo>
                <a:cubicBezTo>
                  <a:pt x="70" y="73"/>
                  <a:pt x="68" y="75"/>
                  <a:pt x="65" y="76"/>
                </a:cubicBezTo>
                <a:cubicBezTo>
                  <a:pt x="65" y="75"/>
                  <a:pt x="64" y="74"/>
                  <a:pt x="63" y="73"/>
                </a:cubicBezTo>
                <a:cubicBezTo>
                  <a:pt x="59" y="69"/>
                  <a:pt x="59" y="69"/>
                  <a:pt x="59" y="69"/>
                </a:cubicBezTo>
                <a:cubicBezTo>
                  <a:pt x="61" y="68"/>
                  <a:pt x="64" y="66"/>
                  <a:pt x="66" y="64"/>
                </a:cubicBezTo>
                <a:cubicBezTo>
                  <a:pt x="71" y="58"/>
                  <a:pt x="75" y="50"/>
                  <a:pt x="75" y="41"/>
                </a:cubicBezTo>
                <a:cubicBezTo>
                  <a:pt x="75" y="33"/>
                  <a:pt x="71" y="25"/>
                  <a:pt x="66" y="19"/>
                </a:cubicBezTo>
                <a:cubicBezTo>
                  <a:pt x="60" y="13"/>
                  <a:pt x="52" y="10"/>
                  <a:pt x="43" y="10"/>
                </a:cubicBezTo>
                <a:cubicBezTo>
                  <a:pt x="39" y="10"/>
                  <a:pt x="35" y="11"/>
                  <a:pt x="31" y="12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5"/>
                  <a:pt x="28" y="4"/>
                  <a:pt x="28" y="3"/>
                </a:cubicBezTo>
                <a:cubicBezTo>
                  <a:pt x="33" y="1"/>
                  <a:pt x="38" y="0"/>
                  <a:pt x="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Rectangle 20"/>
          <p:cNvSpPr/>
          <p:nvPr/>
        </p:nvSpPr>
        <p:spPr>
          <a:xfrm>
            <a:off x="6156960" y="2836712"/>
            <a:ext cx="2582567" cy="616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Rectangle 21"/>
          <p:cNvSpPr/>
          <p:nvPr/>
        </p:nvSpPr>
        <p:spPr>
          <a:xfrm>
            <a:off x="6156960" y="2836712"/>
            <a:ext cx="567391" cy="616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TextBox 22"/>
          <p:cNvSpPr txBox="1"/>
          <p:nvPr/>
        </p:nvSpPr>
        <p:spPr>
          <a:xfrm>
            <a:off x="6820949" y="2970031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安全性</a:t>
            </a:r>
            <a:endParaRPr lang="en-GB" altLang="zh-CN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Freeform 23"/>
          <p:cNvSpPr>
            <a:spLocks noEditPoints="1"/>
          </p:cNvSpPr>
          <p:nvPr/>
        </p:nvSpPr>
        <p:spPr bwMode="auto">
          <a:xfrm>
            <a:off x="6305138" y="2959260"/>
            <a:ext cx="262282" cy="414227"/>
          </a:xfrm>
          <a:custGeom>
            <a:avLst/>
            <a:gdLst>
              <a:gd name="T0" fmla="*/ 57 w 67"/>
              <a:gd name="T1" fmla="*/ 10 h 106"/>
              <a:gd name="T2" fmla="*/ 62 w 67"/>
              <a:gd name="T3" fmla="*/ 51 h 106"/>
              <a:gd name="T4" fmla="*/ 51 w 67"/>
              <a:gd name="T5" fmla="*/ 66 h 106"/>
              <a:gd name="T6" fmla="*/ 55 w 67"/>
              <a:gd name="T7" fmla="*/ 65 h 106"/>
              <a:gd name="T8" fmla="*/ 57 w 67"/>
              <a:gd name="T9" fmla="*/ 73 h 106"/>
              <a:gd name="T10" fmla="*/ 56 w 67"/>
              <a:gd name="T11" fmla="*/ 80 h 106"/>
              <a:gd name="T12" fmla="*/ 57 w 67"/>
              <a:gd name="T13" fmla="*/ 86 h 106"/>
              <a:gd name="T14" fmla="*/ 55 w 67"/>
              <a:gd name="T15" fmla="*/ 93 h 106"/>
              <a:gd name="T16" fmla="*/ 15 w 67"/>
              <a:gd name="T17" fmla="*/ 97 h 106"/>
              <a:gd name="T18" fmla="*/ 12 w 67"/>
              <a:gd name="T19" fmla="*/ 95 h 106"/>
              <a:gd name="T20" fmla="*/ 12 w 67"/>
              <a:gd name="T21" fmla="*/ 83 h 106"/>
              <a:gd name="T22" fmla="*/ 12 w 67"/>
              <a:gd name="T23" fmla="*/ 82 h 106"/>
              <a:gd name="T24" fmla="*/ 12 w 67"/>
              <a:gd name="T25" fmla="*/ 71 h 106"/>
              <a:gd name="T26" fmla="*/ 15 w 67"/>
              <a:gd name="T27" fmla="*/ 69 h 106"/>
              <a:gd name="T28" fmla="*/ 16 w 67"/>
              <a:gd name="T29" fmla="*/ 63 h 106"/>
              <a:gd name="T30" fmla="*/ 0 w 67"/>
              <a:gd name="T31" fmla="*/ 34 h 106"/>
              <a:gd name="T32" fmla="*/ 33 w 67"/>
              <a:gd name="T33" fmla="*/ 0 h 106"/>
              <a:gd name="T34" fmla="*/ 28 w 67"/>
              <a:gd name="T35" fmla="*/ 41 h 106"/>
              <a:gd name="T36" fmla="*/ 30 w 67"/>
              <a:gd name="T37" fmla="*/ 39 h 106"/>
              <a:gd name="T38" fmla="*/ 33 w 67"/>
              <a:gd name="T39" fmla="*/ 41 h 106"/>
              <a:gd name="T40" fmla="*/ 36 w 67"/>
              <a:gd name="T41" fmla="*/ 39 h 106"/>
              <a:gd name="T42" fmla="*/ 39 w 67"/>
              <a:gd name="T43" fmla="*/ 41 h 106"/>
              <a:gd name="T44" fmla="*/ 43 w 67"/>
              <a:gd name="T45" fmla="*/ 38 h 106"/>
              <a:gd name="T46" fmla="*/ 39 w 67"/>
              <a:gd name="T47" fmla="*/ 52 h 106"/>
              <a:gd name="T48" fmla="*/ 44 w 67"/>
              <a:gd name="T49" fmla="*/ 66 h 106"/>
              <a:gd name="T50" fmla="*/ 44 w 67"/>
              <a:gd name="T51" fmla="*/ 58 h 106"/>
              <a:gd name="T52" fmla="*/ 56 w 67"/>
              <a:gd name="T53" fmla="*/ 47 h 106"/>
              <a:gd name="T54" fmla="*/ 52 w 67"/>
              <a:gd name="T55" fmla="*/ 15 h 106"/>
              <a:gd name="T56" fmla="*/ 15 w 67"/>
              <a:gd name="T57" fmla="*/ 15 h 106"/>
              <a:gd name="T58" fmla="*/ 11 w 67"/>
              <a:gd name="T59" fmla="*/ 48 h 106"/>
              <a:gd name="T60" fmla="*/ 23 w 67"/>
              <a:gd name="T61" fmla="*/ 59 h 106"/>
              <a:gd name="T62" fmla="*/ 23 w 67"/>
              <a:gd name="T63" fmla="*/ 67 h 106"/>
              <a:gd name="T64" fmla="*/ 29 w 67"/>
              <a:gd name="T65" fmla="*/ 52 h 106"/>
              <a:gd name="T66" fmla="*/ 25 w 67"/>
              <a:gd name="T67" fmla="*/ 38 h 106"/>
              <a:gd name="T68" fmla="*/ 40 w 67"/>
              <a:gd name="T69" fmla="*/ 43 h 106"/>
              <a:gd name="T70" fmla="*/ 36 w 67"/>
              <a:gd name="T71" fmla="*/ 42 h 106"/>
              <a:gd name="T72" fmla="*/ 30 w 67"/>
              <a:gd name="T73" fmla="*/ 42 h 106"/>
              <a:gd name="T74" fmla="*/ 27 w 67"/>
              <a:gd name="T75" fmla="*/ 42 h 106"/>
              <a:gd name="T76" fmla="*/ 32 w 67"/>
              <a:gd name="T77" fmla="*/ 51 h 106"/>
              <a:gd name="T78" fmla="*/ 32 w 67"/>
              <a:gd name="T79" fmla="*/ 67 h 106"/>
              <a:gd name="T80" fmla="*/ 35 w 67"/>
              <a:gd name="T81" fmla="*/ 51 h 106"/>
              <a:gd name="T82" fmla="*/ 35 w 67"/>
              <a:gd name="T83" fmla="*/ 50 h 106"/>
              <a:gd name="T84" fmla="*/ 43 w 67"/>
              <a:gd name="T85" fmla="*/ 96 h 106"/>
              <a:gd name="T86" fmla="*/ 34 w 67"/>
              <a:gd name="T87" fmla="*/ 106 h 106"/>
              <a:gd name="T88" fmla="*/ 43 w 67"/>
              <a:gd name="T89" fmla="*/ 96 h 106"/>
              <a:gd name="T90" fmla="*/ 17 w 67"/>
              <a:gd name="T91" fmla="*/ 88 h 106"/>
              <a:gd name="T92" fmla="*/ 17 w 67"/>
              <a:gd name="T93" fmla="*/ 90 h 106"/>
              <a:gd name="T94" fmla="*/ 50 w 67"/>
              <a:gd name="T95" fmla="*/ 86 h 106"/>
              <a:gd name="T96" fmla="*/ 50 w 67"/>
              <a:gd name="T97" fmla="*/ 73 h 106"/>
              <a:gd name="T98" fmla="*/ 17 w 67"/>
              <a:gd name="T99" fmla="*/ 77 h 106"/>
              <a:gd name="T100" fmla="*/ 50 w 67"/>
              <a:gd name="T101" fmla="*/ 74 h 106"/>
              <a:gd name="T102" fmla="*/ 50 w 67"/>
              <a:gd name="T103" fmla="*/ 73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7" h="106">
                <a:moveTo>
                  <a:pt x="33" y="0"/>
                </a:moveTo>
                <a:cubicBezTo>
                  <a:pt x="43" y="0"/>
                  <a:pt x="51" y="4"/>
                  <a:pt x="57" y="10"/>
                </a:cubicBezTo>
                <a:cubicBezTo>
                  <a:pt x="63" y="16"/>
                  <a:pt x="67" y="25"/>
                  <a:pt x="67" y="34"/>
                </a:cubicBezTo>
                <a:cubicBezTo>
                  <a:pt x="67" y="40"/>
                  <a:pt x="65" y="46"/>
                  <a:pt x="62" y="51"/>
                </a:cubicBezTo>
                <a:cubicBezTo>
                  <a:pt x="59" y="56"/>
                  <a:pt x="56" y="59"/>
                  <a:pt x="51" y="62"/>
                </a:cubicBezTo>
                <a:cubicBezTo>
                  <a:pt x="51" y="66"/>
                  <a:pt x="51" y="66"/>
                  <a:pt x="51" y="66"/>
                </a:cubicBezTo>
                <a:cubicBezTo>
                  <a:pt x="53" y="66"/>
                  <a:pt x="53" y="66"/>
                  <a:pt x="53" y="66"/>
                </a:cubicBezTo>
                <a:cubicBezTo>
                  <a:pt x="55" y="65"/>
                  <a:pt x="55" y="65"/>
                  <a:pt x="55" y="65"/>
                </a:cubicBezTo>
                <a:cubicBezTo>
                  <a:pt x="56" y="68"/>
                  <a:pt x="56" y="68"/>
                  <a:pt x="56" y="68"/>
                </a:cubicBezTo>
                <a:cubicBezTo>
                  <a:pt x="57" y="70"/>
                  <a:pt x="57" y="72"/>
                  <a:pt x="57" y="73"/>
                </a:cubicBezTo>
                <a:cubicBezTo>
                  <a:pt x="57" y="75"/>
                  <a:pt x="57" y="77"/>
                  <a:pt x="56" y="79"/>
                </a:cubicBezTo>
                <a:cubicBezTo>
                  <a:pt x="56" y="80"/>
                  <a:pt x="56" y="80"/>
                  <a:pt x="56" y="80"/>
                </a:cubicBezTo>
                <a:cubicBezTo>
                  <a:pt x="56" y="80"/>
                  <a:pt x="56" y="80"/>
                  <a:pt x="56" y="80"/>
                </a:cubicBezTo>
                <a:cubicBezTo>
                  <a:pt x="57" y="82"/>
                  <a:pt x="57" y="84"/>
                  <a:pt x="57" y="86"/>
                </a:cubicBezTo>
                <a:cubicBezTo>
                  <a:pt x="57" y="88"/>
                  <a:pt x="57" y="90"/>
                  <a:pt x="56" y="92"/>
                </a:cubicBezTo>
                <a:cubicBezTo>
                  <a:pt x="55" y="93"/>
                  <a:pt x="55" y="93"/>
                  <a:pt x="55" y="93"/>
                </a:cubicBezTo>
                <a:cubicBezTo>
                  <a:pt x="53" y="94"/>
                  <a:pt x="53" y="94"/>
                  <a:pt x="53" y="94"/>
                </a:cubicBezTo>
                <a:cubicBezTo>
                  <a:pt x="15" y="97"/>
                  <a:pt x="15" y="97"/>
                  <a:pt x="15" y="97"/>
                </a:cubicBezTo>
                <a:cubicBezTo>
                  <a:pt x="13" y="97"/>
                  <a:pt x="13" y="97"/>
                  <a:pt x="13" y="97"/>
                </a:cubicBezTo>
                <a:cubicBezTo>
                  <a:pt x="12" y="95"/>
                  <a:pt x="12" y="95"/>
                  <a:pt x="12" y="95"/>
                </a:cubicBezTo>
                <a:cubicBezTo>
                  <a:pt x="11" y="93"/>
                  <a:pt x="11" y="91"/>
                  <a:pt x="10" y="90"/>
                </a:cubicBezTo>
                <a:cubicBezTo>
                  <a:pt x="10" y="88"/>
                  <a:pt x="11" y="86"/>
                  <a:pt x="12" y="83"/>
                </a:cubicBezTo>
                <a:cubicBezTo>
                  <a:pt x="12" y="83"/>
                  <a:pt x="12" y="83"/>
                  <a:pt x="12" y="83"/>
                </a:cubicBezTo>
                <a:cubicBezTo>
                  <a:pt x="12" y="82"/>
                  <a:pt x="12" y="82"/>
                  <a:pt x="12" y="82"/>
                </a:cubicBezTo>
                <a:cubicBezTo>
                  <a:pt x="11" y="81"/>
                  <a:pt x="11" y="79"/>
                  <a:pt x="10" y="77"/>
                </a:cubicBezTo>
                <a:cubicBezTo>
                  <a:pt x="10" y="75"/>
                  <a:pt x="11" y="73"/>
                  <a:pt x="12" y="71"/>
                </a:cubicBezTo>
                <a:cubicBezTo>
                  <a:pt x="13" y="69"/>
                  <a:pt x="13" y="69"/>
                  <a:pt x="13" y="69"/>
                </a:cubicBezTo>
                <a:cubicBezTo>
                  <a:pt x="15" y="69"/>
                  <a:pt x="15" y="69"/>
                  <a:pt x="15" y="69"/>
                </a:cubicBezTo>
                <a:cubicBezTo>
                  <a:pt x="16" y="69"/>
                  <a:pt x="16" y="69"/>
                  <a:pt x="16" y="69"/>
                </a:cubicBezTo>
                <a:cubicBezTo>
                  <a:pt x="16" y="63"/>
                  <a:pt x="16" y="63"/>
                  <a:pt x="16" y="63"/>
                </a:cubicBezTo>
                <a:cubicBezTo>
                  <a:pt x="11" y="60"/>
                  <a:pt x="7" y="56"/>
                  <a:pt x="5" y="51"/>
                </a:cubicBezTo>
                <a:cubicBezTo>
                  <a:pt x="2" y="46"/>
                  <a:pt x="0" y="40"/>
                  <a:pt x="0" y="34"/>
                </a:cubicBezTo>
                <a:cubicBezTo>
                  <a:pt x="0" y="25"/>
                  <a:pt x="4" y="16"/>
                  <a:pt x="10" y="10"/>
                </a:cubicBezTo>
                <a:cubicBezTo>
                  <a:pt x="16" y="4"/>
                  <a:pt x="24" y="0"/>
                  <a:pt x="33" y="0"/>
                </a:cubicBezTo>
                <a:close/>
                <a:moveTo>
                  <a:pt x="26" y="40"/>
                </a:moveTo>
                <a:cubicBezTo>
                  <a:pt x="27" y="41"/>
                  <a:pt x="27" y="41"/>
                  <a:pt x="28" y="41"/>
                </a:cubicBezTo>
                <a:cubicBezTo>
                  <a:pt x="28" y="41"/>
                  <a:pt x="29" y="41"/>
                  <a:pt x="30" y="40"/>
                </a:cubicBezTo>
                <a:cubicBezTo>
                  <a:pt x="30" y="39"/>
                  <a:pt x="30" y="39"/>
                  <a:pt x="30" y="39"/>
                </a:cubicBezTo>
                <a:cubicBezTo>
                  <a:pt x="31" y="40"/>
                  <a:pt x="31" y="40"/>
                  <a:pt x="31" y="40"/>
                </a:cubicBezTo>
                <a:cubicBezTo>
                  <a:pt x="32" y="41"/>
                  <a:pt x="32" y="41"/>
                  <a:pt x="33" y="41"/>
                </a:cubicBezTo>
                <a:cubicBezTo>
                  <a:pt x="34" y="41"/>
                  <a:pt x="35" y="41"/>
                  <a:pt x="35" y="40"/>
                </a:cubicBezTo>
                <a:cubicBezTo>
                  <a:pt x="36" y="39"/>
                  <a:pt x="36" y="39"/>
                  <a:pt x="36" y="39"/>
                </a:cubicBezTo>
                <a:cubicBezTo>
                  <a:pt x="36" y="40"/>
                  <a:pt x="36" y="40"/>
                  <a:pt x="36" y="40"/>
                </a:cubicBezTo>
                <a:cubicBezTo>
                  <a:pt x="37" y="41"/>
                  <a:pt x="38" y="41"/>
                  <a:pt x="39" y="41"/>
                </a:cubicBezTo>
                <a:cubicBezTo>
                  <a:pt x="40" y="41"/>
                  <a:pt x="41" y="41"/>
                  <a:pt x="42" y="40"/>
                </a:cubicBezTo>
                <a:cubicBezTo>
                  <a:pt x="43" y="38"/>
                  <a:pt x="43" y="38"/>
                  <a:pt x="43" y="38"/>
                </a:cubicBezTo>
                <a:cubicBezTo>
                  <a:pt x="46" y="40"/>
                  <a:pt x="46" y="40"/>
                  <a:pt x="46" y="40"/>
                </a:cubicBezTo>
                <a:cubicBezTo>
                  <a:pt x="39" y="52"/>
                  <a:pt x="39" y="52"/>
                  <a:pt x="39" y="52"/>
                </a:cubicBezTo>
                <a:cubicBezTo>
                  <a:pt x="39" y="67"/>
                  <a:pt x="39" y="67"/>
                  <a:pt x="39" y="67"/>
                </a:cubicBezTo>
                <a:cubicBezTo>
                  <a:pt x="44" y="66"/>
                  <a:pt x="44" y="66"/>
                  <a:pt x="44" y="66"/>
                </a:cubicBezTo>
                <a:cubicBezTo>
                  <a:pt x="44" y="60"/>
                  <a:pt x="44" y="60"/>
                  <a:pt x="44" y="60"/>
                </a:cubicBezTo>
                <a:cubicBezTo>
                  <a:pt x="44" y="58"/>
                  <a:pt x="44" y="58"/>
                  <a:pt x="44" y="58"/>
                </a:cubicBezTo>
                <a:cubicBezTo>
                  <a:pt x="46" y="57"/>
                  <a:pt x="46" y="57"/>
                  <a:pt x="46" y="57"/>
                </a:cubicBezTo>
                <a:cubicBezTo>
                  <a:pt x="50" y="55"/>
                  <a:pt x="54" y="52"/>
                  <a:pt x="56" y="47"/>
                </a:cubicBezTo>
                <a:cubicBezTo>
                  <a:pt x="59" y="44"/>
                  <a:pt x="60" y="39"/>
                  <a:pt x="60" y="34"/>
                </a:cubicBezTo>
                <a:cubicBezTo>
                  <a:pt x="60" y="27"/>
                  <a:pt x="57" y="20"/>
                  <a:pt x="52" y="15"/>
                </a:cubicBezTo>
                <a:cubicBezTo>
                  <a:pt x="47" y="10"/>
                  <a:pt x="41" y="7"/>
                  <a:pt x="33" y="7"/>
                </a:cubicBezTo>
                <a:cubicBezTo>
                  <a:pt x="26" y="7"/>
                  <a:pt x="19" y="10"/>
                  <a:pt x="15" y="15"/>
                </a:cubicBezTo>
                <a:cubicBezTo>
                  <a:pt x="10" y="20"/>
                  <a:pt x="7" y="27"/>
                  <a:pt x="7" y="34"/>
                </a:cubicBezTo>
                <a:cubicBezTo>
                  <a:pt x="7" y="39"/>
                  <a:pt x="8" y="44"/>
                  <a:pt x="11" y="48"/>
                </a:cubicBezTo>
                <a:cubicBezTo>
                  <a:pt x="13" y="52"/>
                  <a:pt x="17" y="55"/>
                  <a:pt x="21" y="58"/>
                </a:cubicBezTo>
                <a:cubicBezTo>
                  <a:pt x="23" y="59"/>
                  <a:pt x="23" y="59"/>
                  <a:pt x="23" y="59"/>
                </a:cubicBezTo>
                <a:cubicBezTo>
                  <a:pt x="23" y="61"/>
                  <a:pt x="23" y="61"/>
                  <a:pt x="23" y="61"/>
                </a:cubicBezTo>
                <a:cubicBezTo>
                  <a:pt x="23" y="67"/>
                  <a:pt x="23" y="67"/>
                  <a:pt x="23" y="67"/>
                </a:cubicBezTo>
                <a:cubicBezTo>
                  <a:pt x="29" y="67"/>
                  <a:pt x="29" y="67"/>
                  <a:pt x="29" y="67"/>
                </a:cubicBezTo>
                <a:cubicBezTo>
                  <a:pt x="29" y="52"/>
                  <a:pt x="29" y="52"/>
                  <a:pt x="29" y="52"/>
                </a:cubicBezTo>
                <a:cubicBezTo>
                  <a:pt x="22" y="40"/>
                  <a:pt x="22" y="40"/>
                  <a:pt x="22" y="40"/>
                </a:cubicBezTo>
                <a:cubicBezTo>
                  <a:pt x="25" y="38"/>
                  <a:pt x="25" y="38"/>
                  <a:pt x="25" y="38"/>
                </a:cubicBezTo>
                <a:cubicBezTo>
                  <a:pt x="26" y="40"/>
                  <a:pt x="26" y="40"/>
                  <a:pt x="26" y="40"/>
                </a:cubicBezTo>
                <a:close/>
                <a:moveTo>
                  <a:pt x="40" y="43"/>
                </a:moveTo>
                <a:cubicBezTo>
                  <a:pt x="40" y="43"/>
                  <a:pt x="40" y="43"/>
                  <a:pt x="39" y="43"/>
                </a:cubicBezTo>
                <a:cubicBezTo>
                  <a:pt x="38" y="43"/>
                  <a:pt x="37" y="43"/>
                  <a:pt x="36" y="42"/>
                </a:cubicBezTo>
                <a:cubicBezTo>
                  <a:pt x="35" y="42"/>
                  <a:pt x="34" y="43"/>
                  <a:pt x="33" y="43"/>
                </a:cubicBezTo>
                <a:cubicBezTo>
                  <a:pt x="32" y="43"/>
                  <a:pt x="31" y="42"/>
                  <a:pt x="30" y="42"/>
                </a:cubicBezTo>
                <a:cubicBezTo>
                  <a:pt x="29" y="42"/>
                  <a:pt x="28" y="43"/>
                  <a:pt x="28" y="43"/>
                </a:cubicBezTo>
                <a:cubicBezTo>
                  <a:pt x="27" y="43"/>
                  <a:pt x="27" y="43"/>
                  <a:pt x="27" y="42"/>
                </a:cubicBezTo>
                <a:cubicBezTo>
                  <a:pt x="32" y="50"/>
                  <a:pt x="32" y="50"/>
                  <a:pt x="32" y="50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51"/>
                  <a:pt x="32" y="51"/>
                  <a:pt x="32" y="51"/>
                </a:cubicBezTo>
                <a:cubicBezTo>
                  <a:pt x="32" y="67"/>
                  <a:pt x="32" y="67"/>
                  <a:pt x="32" y="67"/>
                </a:cubicBezTo>
                <a:cubicBezTo>
                  <a:pt x="35" y="67"/>
                  <a:pt x="35" y="67"/>
                  <a:pt x="35" y="67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0"/>
                  <a:pt x="35" y="50"/>
                  <a:pt x="35" y="50"/>
                </a:cubicBezTo>
                <a:cubicBezTo>
                  <a:pt x="40" y="43"/>
                  <a:pt x="40" y="43"/>
                  <a:pt x="40" y="43"/>
                </a:cubicBezTo>
                <a:close/>
                <a:moveTo>
                  <a:pt x="43" y="96"/>
                </a:moveTo>
                <a:cubicBezTo>
                  <a:pt x="24" y="98"/>
                  <a:pt x="24" y="98"/>
                  <a:pt x="24" y="98"/>
                </a:cubicBezTo>
                <a:cubicBezTo>
                  <a:pt x="25" y="103"/>
                  <a:pt x="29" y="106"/>
                  <a:pt x="34" y="106"/>
                </a:cubicBezTo>
                <a:cubicBezTo>
                  <a:pt x="39" y="106"/>
                  <a:pt x="43" y="102"/>
                  <a:pt x="43" y="97"/>
                </a:cubicBezTo>
                <a:cubicBezTo>
                  <a:pt x="43" y="97"/>
                  <a:pt x="43" y="97"/>
                  <a:pt x="43" y="96"/>
                </a:cubicBezTo>
                <a:close/>
                <a:moveTo>
                  <a:pt x="50" y="85"/>
                </a:moveTo>
                <a:cubicBezTo>
                  <a:pt x="17" y="88"/>
                  <a:pt x="17" y="88"/>
                  <a:pt x="17" y="88"/>
                </a:cubicBezTo>
                <a:cubicBezTo>
                  <a:pt x="17" y="89"/>
                  <a:pt x="17" y="89"/>
                  <a:pt x="17" y="89"/>
                </a:cubicBezTo>
                <a:cubicBezTo>
                  <a:pt x="17" y="89"/>
                  <a:pt x="17" y="90"/>
                  <a:pt x="17" y="90"/>
                </a:cubicBezTo>
                <a:cubicBezTo>
                  <a:pt x="50" y="87"/>
                  <a:pt x="50" y="87"/>
                  <a:pt x="50" y="87"/>
                </a:cubicBezTo>
                <a:cubicBezTo>
                  <a:pt x="50" y="87"/>
                  <a:pt x="50" y="86"/>
                  <a:pt x="50" y="86"/>
                </a:cubicBezTo>
                <a:cubicBezTo>
                  <a:pt x="50" y="86"/>
                  <a:pt x="50" y="86"/>
                  <a:pt x="50" y="85"/>
                </a:cubicBezTo>
                <a:close/>
                <a:moveTo>
                  <a:pt x="50" y="73"/>
                </a:moveTo>
                <a:cubicBezTo>
                  <a:pt x="17" y="76"/>
                  <a:pt x="17" y="76"/>
                  <a:pt x="17" y="76"/>
                </a:cubicBezTo>
                <a:cubicBezTo>
                  <a:pt x="17" y="76"/>
                  <a:pt x="17" y="76"/>
                  <a:pt x="17" y="77"/>
                </a:cubicBezTo>
                <a:cubicBezTo>
                  <a:pt x="17" y="77"/>
                  <a:pt x="17" y="77"/>
                  <a:pt x="17" y="77"/>
                </a:cubicBezTo>
                <a:cubicBezTo>
                  <a:pt x="50" y="74"/>
                  <a:pt x="50" y="74"/>
                  <a:pt x="50" y="74"/>
                </a:cubicBezTo>
                <a:cubicBezTo>
                  <a:pt x="50" y="74"/>
                  <a:pt x="50" y="74"/>
                  <a:pt x="50" y="73"/>
                </a:cubicBezTo>
                <a:cubicBezTo>
                  <a:pt x="50" y="73"/>
                  <a:pt x="50" y="73"/>
                  <a:pt x="50" y="7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Rectangle 25"/>
          <p:cNvSpPr/>
          <p:nvPr/>
        </p:nvSpPr>
        <p:spPr>
          <a:xfrm>
            <a:off x="8739527" y="2219988"/>
            <a:ext cx="2582567" cy="6167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Rectangle 26"/>
          <p:cNvSpPr/>
          <p:nvPr/>
        </p:nvSpPr>
        <p:spPr>
          <a:xfrm>
            <a:off x="8739527" y="2219988"/>
            <a:ext cx="567391" cy="6167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TextBox 27"/>
          <p:cNvSpPr txBox="1"/>
          <p:nvPr/>
        </p:nvSpPr>
        <p:spPr>
          <a:xfrm>
            <a:off x="9379150" y="2353307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操作性</a:t>
            </a:r>
            <a:endParaRPr lang="en-GB" altLang="zh-CN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3" name="Freeform 28"/>
          <p:cNvSpPr>
            <a:spLocks noEditPoints="1"/>
          </p:cNvSpPr>
          <p:nvPr/>
        </p:nvSpPr>
        <p:spPr bwMode="auto">
          <a:xfrm>
            <a:off x="8897947" y="2346560"/>
            <a:ext cx="300269" cy="363579"/>
          </a:xfrm>
          <a:custGeom>
            <a:avLst/>
            <a:gdLst>
              <a:gd name="T0" fmla="*/ 0 w 77"/>
              <a:gd name="T1" fmla="*/ 85 h 93"/>
              <a:gd name="T2" fmla="*/ 30 w 77"/>
              <a:gd name="T3" fmla="*/ 20 h 93"/>
              <a:gd name="T4" fmla="*/ 38 w 77"/>
              <a:gd name="T5" fmla="*/ 26 h 93"/>
              <a:gd name="T6" fmla="*/ 39 w 77"/>
              <a:gd name="T7" fmla="*/ 27 h 93"/>
              <a:gd name="T8" fmla="*/ 39 w 77"/>
              <a:gd name="T9" fmla="*/ 27 h 93"/>
              <a:gd name="T10" fmla="*/ 40 w 77"/>
              <a:gd name="T11" fmla="*/ 27 h 93"/>
              <a:gd name="T12" fmla="*/ 40 w 77"/>
              <a:gd name="T13" fmla="*/ 28 h 93"/>
              <a:gd name="T14" fmla="*/ 40 w 77"/>
              <a:gd name="T15" fmla="*/ 28 h 93"/>
              <a:gd name="T16" fmla="*/ 41 w 77"/>
              <a:gd name="T17" fmla="*/ 28 h 93"/>
              <a:gd name="T18" fmla="*/ 41 w 77"/>
              <a:gd name="T19" fmla="*/ 29 h 93"/>
              <a:gd name="T20" fmla="*/ 42 w 77"/>
              <a:gd name="T21" fmla="*/ 29 h 93"/>
              <a:gd name="T22" fmla="*/ 42 w 77"/>
              <a:gd name="T23" fmla="*/ 29 h 93"/>
              <a:gd name="T24" fmla="*/ 43 w 77"/>
              <a:gd name="T25" fmla="*/ 29 h 93"/>
              <a:gd name="T26" fmla="*/ 43 w 77"/>
              <a:gd name="T27" fmla="*/ 30 h 93"/>
              <a:gd name="T28" fmla="*/ 43 w 77"/>
              <a:gd name="T29" fmla="*/ 30 h 93"/>
              <a:gd name="T30" fmla="*/ 48 w 77"/>
              <a:gd name="T31" fmla="*/ 33 h 93"/>
              <a:gd name="T32" fmla="*/ 48 w 77"/>
              <a:gd name="T33" fmla="*/ 33 h 93"/>
              <a:gd name="T34" fmla="*/ 49 w 77"/>
              <a:gd name="T35" fmla="*/ 34 h 93"/>
              <a:gd name="T36" fmla="*/ 49 w 77"/>
              <a:gd name="T37" fmla="*/ 34 h 93"/>
              <a:gd name="T38" fmla="*/ 50 w 77"/>
              <a:gd name="T39" fmla="*/ 34 h 93"/>
              <a:gd name="T40" fmla="*/ 50 w 77"/>
              <a:gd name="T41" fmla="*/ 35 h 93"/>
              <a:gd name="T42" fmla="*/ 50 w 77"/>
              <a:gd name="T43" fmla="*/ 35 h 93"/>
              <a:gd name="T44" fmla="*/ 51 w 77"/>
              <a:gd name="T45" fmla="*/ 35 h 93"/>
              <a:gd name="T46" fmla="*/ 51 w 77"/>
              <a:gd name="T47" fmla="*/ 36 h 93"/>
              <a:gd name="T48" fmla="*/ 52 w 77"/>
              <a:gd name="T49" fmla="*/ 36 h 93"/>
              <a:gd name="T50" fmla="*/ 52 w 77"/>
              <a:gd name="T51" fmla="*/ 36 h 93"/>
              <a:gd name="T52" fmla="*/ 53 w 77"/>
              <a:gd name="T53" fmla="*/ 37 h 93"/>
              <a:gd name="T54" fmla="*/ 53 w 77"/>
              <a:gd name="T55" fmla="*/ 37 h 93"/>
              <a:gd name="T56" fmla="*/ 48 w 77"/>
              <a:gd name="T57" fmla="*/ 79 h 93"/>
              <a:gd name="T58" fmla="*/ 7 w 77"/>
              <a:gd name="T59" fmla="*/ 91 h 93"/>
              <a:gd name="T60" fmla="*/ 35 w 77"/>
              <a:gd name="T61" fmla="*/ 64 h 93"/>
              <a:gd name="T62" fmla="*/ 19 w 77"/>
              <a:gd name="T63" fmla="*/ 53 h 93"/>
              <a:gd name="T64" fmla="*/ 3 w 77"/>
              <a:gd name="T65" fmla="*/ 88 h 93"/>
              <a:gd name="T66" fmla="*/ 73 w 77"/>
              <a:gd name="T67" fmla="*/ 93 h 93"/>
              <a:gd name="T68" fmla="*/ 54 w 77"/>
              <a:gd name="T69" fmla="*/ 83 h 93"/>
              <a:gd name="T70" fmla="*/ 69 w 77"/>
              <a:gd name="T71" fmla="*/ 42 h 93"/>
              <a:gd name="T72" fmla="*/ 34 w 77"/>
              <a:gd name="T73" fmla="*/ 0 h 93"/>
              <a:gd name="T74" fmla="*/ 69 w 77"/>
              <a:gd name="T75" fmla="*/ 42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77" h="93">
                <a:moveTo>
                  <a:pt x="3" y="88"/>
                </a:moveTo>
                <a:cubicBezTo>
                  <a:pt x="2" y="87"/>
                  <a:pt x="1" y="86"/>
                  <a:pt x="0" y="85"/>
                </a:cubicBezTo>
                <a:cubicBezTo>
                  <a:pt x="0" y="72"/>
                  <a:pt x="0" y="58"/>
                  <a:pt x="0" y="45"/>
                </a:cubicBezTo>
                <a:cubicBezTo>
                  <a:pt x="12" y="40"/>
                  <a:pt x="21" y="32"/>
                  <a:pt x="30" y="20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6"/>
                  <a:pt x="38" y="26"/>
                  <a:pt x="38" y="26"/>
                </a:cubicBezTo>
                <a:cubicBezTo>
                  <a:pt x="38" y="27"/>
                  <a:pt x="38" y="27"/>
                  <a:pt x="38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39" y="27"/>
                  <a:pt x="39" y="27"/>
                  <a:pt x="39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7"/>
                  <a:pt x="40" y="27"/>
                  <a:pt x="40" y="27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0" y="28"/>
                  <a:pt x="40" y="28"/>
                  <a:pt x="40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8"/>
                  <a:pt x="41" y="28"/>
                  <a:pt x="41" y="28"/>
                </a:cubicBezTo>
                <a:cubicBezTo>
                  <a:pt x="41" y="29"/>
                  <a:pt x="41" y="29"/>
                  <a:pt x="41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2" y="29"/>
                  <a:pt x="42" y="29"/>
                  <a:pt x="42" y="29"/>
                </a:cubicBezTo>
                <a:cubicBezTo>
                  <a:pt x="43" y="29"/>
                  <a:pt x="43" y="29"/>
                  <a:pt x="43" y="29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3" y="30"/>
                  <a:pt x="43" y="30"/>
                  <a:pt x="43" y="30"/>
                </a:cubicBezTo>
                <a:cubicBezTo>
                  <a:pt x="44" y="30"/>
                  <a:pt x="44" y="30"/>
                  <a:pt x="44" y="30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3"/>
                  <a:pt x="48" y="33"/>
                  <a:pt x="48" y="33"/>
                </a:cubicBezTo>
                <a:cubicBezTo>
                  <a:pt x="48" y="34"/>
                  <a:pt x="48" y="34"/>
                  <a:pt x="48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49" y="34"/>
                  <a:pt x="49" y="34"/>
                  <a:pt x="49" y="34"/>
                </a:cubicBezTo>
                <a:cubicBezTo>
                  <a:pt x="50" y="34"/>
                  <a:pt x="50" y="34"/>
                  <a:pt x="50" y="34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0" y="35"/>
                  <a:pt x="50" y="35"/>
                  <a:pt x="50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5"/>
                  <a:pt x="51" y="35"/>
                  <a:pt x="51" y="35"/>
                </a:cubicBezTo>
                <a:cubicBezTo>
                  <a:pt x="51" y="36"/>
                  <a:pt x="51" y="36"/>
                  <a:pt x="51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53" y="37"/>
                  <a:pt x="53" y="37"/>
                  <a:pt x="53" y="37"/>
                </a:cubicBezTo>
                <a:cubicBezTo>
                  <a:pt x="62" y="43"/>
                  <a:pt x="62" y="43"/>
                  <a:pt x="62" y="43"/>
                </a:cubicBezTo>
                <a:cubicBezTo>
                  <a:pt x="53" y="55"/>
                  <a:pt x="49" y="67"/>
                  <a:pt x="48" y="79"/>
                </a:cubicBezTo>
                <a:cubicBezTo>
                  <a:pt x="36" y="84"/>
                  <a:pt x="23" y="88"/>
                  <a:pt x="11" y="93"/>
                </a:cubicBezTo>
                <a:cubicBezTo>
                  <a:pt x="9" y="92"/>
                  <a:pt x="8" y="91"/>
                  <a:pt x="7" y="91"/>
                </a:cubicBezTo>
                <a:cubicBezTo>
                  <a:pt x="23" y="68"/>
                  <a:pt x="23" y="68"/>
                  <a:pt x="23" y="68"/>
                </a:cubicBezTo>
                <a:cubicBezTo>
                  <a:pt x="27" y="69"/>
                  <a:pt x="32" y="68"/>
                  <a:pt x="35" y="64"/>
                </a:cubicBezTo>
                <a:cubicBezTo>
                  <a:pt x="38" y="60"/>
                  <a:pt x="37" y="54"/>
                  <a:pt x="32" y="51"/>
                </a:cubicBezTo>
                <a:cubicBezTo>
                  <a:pt x="28" y="47"/>
                  <a:pt x="22" y="49"/>
                  <a:pt x="19" y="53"/>
                </a:cubicBezTo>
                <a:cubicBezTo>
                  <a:pt x="16" y="57"/>
                  <a:pt x="16" y="62"/>
                  <a:pt x="19" y="65"/>
                </a:cubicBezTo>
                <a:cubicBezTo>
                  <a:pt x="3" y="88"/>
                  <a:pt x="3" y="88"/>
                  <a:pt x="3" y="88"/>
                </a:cubicBezTo>
                <a:close/>
                <a:moveTo>
                  <a:pt x="27" y="93"/>
                </a:moveTo>
                <a:cubicBezTo>
                  <a:pt x="73" y="93"/>
                  <a:pt x="73" y="93"/>
                  <a:pt x="73" y="93"/>
                </a:cubicBezTo>
                <a:cubicBezTo>
                  <a:pt x="73" y="83"/>
                  <a:pt x="73" y="83"/>
                  <a:pt x="73" y="83"/>
                </a:cubicBezTo>
                <a:cubicBezTo>
                  <a:pt x="54" y="83"/>
                  <a:pt x="54" y="83"/>
                  <a:pt x="54" y="83"/>
                </a:cubicBezTo>
                <a:cubicBezTo>
                  <a:pt x="27" y="93"/>
                  <a:pt x="27" y="93"/>
                  <a:pt x="27" y="93"/>
                </a:cubicBezTo>
                <a:close/>
                <a:moveTo>
                  <a:pt x="69" y="42"/>
                </a:moveTo>
                <a:cubicBezTo>
                  <a:pt x="77" y="31"/>
                  <a:pt x="77" y="31"/>
                  <a:pt x="77" y="31"/>
                </a:cubicBezTo>
                <a:cubicBezTo>
                  <a:pt x="34" y="0"/>
                  <a:pt x="34" y="0"/>
                  <a:pt x="34" y="0"/>
                </a:cubicBezTo>
                <a:cubicBezTo>
                  <a:pt x="26" y="12"/>
                  <a:pt x="26" y="12"/>
                  <a:pt x="26" y="12"/>
                </a:cubicBezTo>
                <a:lnTo>
                  <a:pt x="69" y="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4" name="Rectangle 29"/>
          <p:cNvSpPr/>
          <p:nvPr/>
        </p:nvSpPr>
        <p:spPr>
          <a:xfrm>
            <a:off x="991870" y="4822190"/>
            <a:ext cx="248348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Web服务测试的瓶颈是专用参数的成熟度，例如可重用性，性能，安全性，操作性，维护，可靠性和效率。</a:t>
            </a:r>
          </a:p>
        </p:txBody>
      </p:sp>
      <p:sp>
        <p:nvSpPr>
          <p:cNvPr id="25" name="Rectangle 30"/>
          <p:cNvSpPr/>
          <p:nvPr/>
        </p:nvSpPr>
        <p:spPr>
          <a:xfrm>
            <a:off x="3831049" y="4212577"/>
            <a:ext cx="2293095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由于Web服务测试过程的性质，在以前的文献评论中忽略了Web服务测试中的非功能需求。所以在这一领域需要进行更多的实证研究。</a:t>
            </a:r>
          </a:p>
        </p:txBody>
      </p:sp>
      <p:sp>
        <p:nvSpPr>
          <p:cNvPr id="27" name="Rectangle 32"/>
          <p:cNvSpPr/>
          <p:nvPr/>
        </p:nvSpPr>
        <p:spPr>
          <a:xfrm>
            <a:off x="8887705" y="2948354"/>
            <a:ext cx="2293095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在Web服务测试的自动化研究中，缺乏全面的研究。需要进行更多的研究和研究，以使用Web服务中的自动化测试类型执行一些额外的调查。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32" name="文本框 31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研究过程及方法</a:t>
              </a: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Rectangle 32"/>
          <p:cNvSpPr/>
          <p:nvPr/>
        </p:nvSpPr>
        <p:spPr>
          <a:xfrm>
            <a:off x="6329290" y="3673524"/>
            <a:ext cx="2293095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将Web服务测试自动化作为Web服务测试的好坏目前还值得商榷。有一些研究提出了使用工具和框架进行Web服务测试的不同自动化测试技术。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10" y="1628800"/>
            <a:ext cx="12188090" cy="3240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Group 4"/>
          <p:cNvGrpSpPr/>
          <p:nvPr/>
        </p:nvGrpSpPr>
        <p:grpSpPr>
          <a:xfrm>
            <a:off x="7062558" y="2012885"/>
            <a:ext cx="5010106" cy="2669967"/>
            <a:chOff x="3937441" y="1178069"/>
            <a:chExt cx="8247063" cy="4394994"/>
          </a:xfrm>
        </p:grpSpPr>
        <p:sp>
          <p:nvSpPr>
            <p:cNvPr id="17" name="AutoShape 2"/>
            <p:cNvSpPr/>
            <p:nvPr/>
          </p:nvSpPr>
          <p:spPr bwMode="auto">
            <a:xfrm>
              <a:off x="4851841" y="1178069"/>
              <a:ext cx="6407150" cy="427910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20453"/>
                  </a:moveTo>
                  <a:cubicBezTo>
                    <a:pt x="21600" y="21086"/>
                    <a:pt x="21251" y="21599"/>
                    <a:pt x="20820" y="21599"/>
                  </a:cubicBezTo>
                  <a:lnTo>
                    <a:pt x="779" y="21599"/>
                  </a:lnTo>
                  <a:cubicBezTo>
                    <a:pt x="348" y="21599"/>
                    <a:pt x="0" y="21086"/>
                    <a:pt x="0" y="20453"/>
                  </a:cubicBezTo>
                  <a:lnTo>
                    <a:pt x="0" y="1146"/>
                  </a:lnTo>
                  <a:cubicBezTo>
                    <a:pt x="0" y="513"/>
                    <a:pt x="348" y="0"/>
                    <a:pt x="779" y="0"/>
                  </a:cubicBezTo>
                  <a:lnTo>
                    <a:pt x="20820" y="0"/>
                  </a:lnTo>
                  <a:cubicBezTo>
                    <a:pt x="21251" y="0"/>
                    <a:pt x="21600" y="513"/>
                    <a:pt x="21600" y="1146"/>
                  </a:cubicBezTo>
                  <a:cubicBezTo>
                    <a:pt x="21600" y="1146"/>
                    <a:pt x="21600" y="20453"/>
                    <a:pt x="21600" y="20453"/>
                  </a:cubicBezTo>
                  <a:close/>
                </a:path>
              </a:pathLst>
            </a:custGeom>
            <a:solidFill>
              <a:srgbClr val="484849"/>
            </a:solidFill>
            <a:ln w="38100" cap="flat" cmpd="sng">
              <a:solidFill>
                <a:srgbClr val="6E6D6E"/>
              </a:solidFill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AutoShape 3"/>
            <p:cNvSpPr/>
            <p:nvPr/>
          </p:nvSpPr>
          <p:spPr bwMode="auto">
            <a:xfrm>
              <a:off x="4870891" y="1190769"/>
              <a:ext cx="5091907" cy="427910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21599"/>
                  </a:moveTo>
                  <a:lnTo>
                    <a:pt x="980" y="21599"/>
                  </a:lnTo>
                  <a:cubicBezTo>
                    <a:pt x="438" y="21599"/>
                    <a:pt x="0" y="21086"/>
                    <a:pt x="0" y="20453"/>
                  </a:cubicBezTo>
                  <a:lnTo>
                    <a:pt x="0" y="1146"/>
                  </a:lnTo>
                  <a:cubicBezTo>
                    <a:pt x="0" y="513"/>
                    <a:pt x="438" y="0"/>
                    <a:pt x="980" y="0"/>
                  </a:cubicBezTo>
                  <a:lnTo>
                    <a:pt x="15217" y="0"/>
                  </a:lnTo>
                  <a:cubicBezTo>
                    <a:pt x="15217" y="0"/>
                    <a:pt x="21600" y="21599"/>
                    <a:pt x="21600" y="21599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AutoShape 4"/>
            <p:cNvSpPr/>
            <p:nvPr/>
          </p:nvSpPr>
          <p:spPr bwMode="auto">
            <a:xfrm>
              <a:off x="8058591" y="1214928"/>
              <a:ext cx="108744" cy="10715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794"/>
                  </a:moveTo>
                  <a:cubicBezTo>
                    <a:pt x="21600" y="16761"/>
                    <a:pt x="16755" y="21599"/>
                    <a:pt x="10791" y="21599"/>
                  </a:cubicBezTo>
                  <a:cubicBezTo>
                    <a:pt x="4831" y="21599"/>
                    <a:pt x="0" y="16761"/>
                    <a:pt x="0" y="10794"/>
                  </a:cubicBezTo>
                  <a:cubicBezTo>
                    <a:pt x="0" y="4832"/>
                    <a:pt x="4831" y="0"/>
                    <a:pt x="10791" y="0"/>
                  </a:cubicBezTo>
                  <a:cubicBezTo>
                    <a:pt x="16755" y="0"/>
                    <a:pt x="21600" y="4832"/>
                    <a:pt x="21600" y="10794"/>
                  </a:cubicBezTo>
                  <a:close/>
                </a:path>
              </a:pathLst>
            </a:custGeom>
            <a:solidFill>
              <a:srgbClr val="232323"/>
            </a:solidFill>
            <a:ln w="12700" cap="flat" cmpd="sng">
              <a:solidFill>
                <a:srgbClr val="232323"/>
              </a:solidFill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" name="AutoShape 5"/>
            <p:cNvSpPr/>
            <p:nvPr/>
          </p:nvSpPr>
          <p:spPr bwMode="auto">
            <a:xfrm>
              <a:off x="5118541" y="1374919"/>
              <a:ext cx="5899150" cy="37504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599" y="21599"/>
                  </a:moveTo>
                  <a:lnTo>
                    <a:pt x="0" y="21599"/>
                  </a:lnTo>
                  <a:lnTo>
                    <a:pt x="0" y="0"/>
                  </a:lnTo>
                  <a:lnTo>
                    <a:pt x="21599" y="0"/>
                  </a:lnTo>
                  <a:cubicBezTo>
                    <a:pt x="21599" y="0"/>
                    <a:pt x="21599" y="21599"/>
                    <a:pt x="21599" y="215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DCDEE0"/>
                  </a:outerShdw>
                </a:effectLst>
              </a:endParaRPr>
            </a:p>
          </p:txBody>
        </p:sp>
        <p:sp>
          <p:nvSpPr>
            <p:cNvPr id="21" name="AutoShape 6"/>
            <p:cNvSpPr/>
            <p:nvPr/>
          </p:nvSpPr>
          <p:spPr bwMode="auto">
            <a:xfrm>
              <a:off x="3937441" y="5330969"/>
              <a:ext cx="8247063" cy="24209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999" y="0"/>
                  </a:moveTo>
                  <a:lnTo>
                    <a:pt x="20988" y="0"/>
                  </a:lnTo>
                  <a:lnTo>
                    <a:pt x="611" y="0"/>
                  </a:lnTo>
                  <a:lnTo>
                    <a:pt x="600" y="0"/>
                  </a:lnTo>
                  <a:cubicBezTo>
                    <a:pt x="268" y="0"/>
                    <a:pt x="0" y="4463"/>
                    <a:pt x="0" y="9970"/>
                  </a:cubicBezTo>
                  <a:lnTo>
                    <a:pt x="0" y="11632"/>
                  </a:lnTo>
                  <a:cubicBezTo>
                    <a:pt x="0" y="17137"/>
                    <a:pt x="268" y="21599"/>
                    <a:pt x="600" y="21599"/>
                  </a:cubicBezTo>
                  <a:lnTo>
                    <a:pt x="611" y="21599"/>
                  </a:lnTo>
                  <a:lnTo>
                    <a:pt x="20988" y="21599"/>
                  </a:lnTo>
                  <a:lnTo>
                    <a:pt x="20999" y="21599"/>
                  </a:lnTo>
                  <a:cubicBezTo>
                    <a:pt x="21331" y="21599"/>
                    <a:pt x="21600" y="17137"/>
                    <a:pt x="21600" y="11632"/>
                  </a:cubicBezTo>
                  <a:lnTo>
                    <a:pt x="21600" y="9970"/>
                  </a:lnTo>
                  <a:cubicBezTo>
                    <a:pt x="21600" y="4463"/>
                    <a:pt x="21331" y="0"/>
                    <a:pt x="2099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" name="AutoShape 7"/>
            <p:cNvSpPr/>
            <p:nvPr/>
          </p:nvSpPr>
          <p:spPr bwMode="auto">
            <a:xfrm>
              <a:off x="3937441" y="5330969"/>
              <a:ext cx="8247063" cy="130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ubicBezTo>
                    <a:pt x="0" y="2159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5" name="文本框 8"/>
          <p:cNvSpPr txBox="1"/>
          <p:nvPr/>
        </p:nvSpPr>
        <p:spPr>
          <a:xfrm>
            <a:off x="1138332" y="2555172"/>
            <a:ext cx="5345305" cy="1530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根据基础研究中最常见的问题和质量方面，测试的研究和实验应侧重于控制不同测试技术的操作性，性能，可靠性和效率。而其中有关SOAP和RESTful的Web服务测试，并引发了以下研究问题以及作者的思考。从而开始了分析该如何先有效的提取文献。</a:t>
            </a:r>
            <a:endParaRPr lang="en-US" altLang="zh-CN" sz="16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33" b="47929"/>
          <a:stretch>
            <a:fillRect/>
          </a:stretch>
        </p:blipFill>
        <p:spPr>
          <a:xfrm>
            <a:off x="7719060" y="2132472"/>
            <a:ext cx="3644763" cy="2278417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28" name="文本框 27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  <a:sym typeface="+mn-ea"/>
                </a:rPr>
                <a:t>研究过程及方法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4831844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861408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9"/>
          <p:cNvCxnSpPr/>
          <p:nvPr/>
        </p:nvCxnSpPr>
        <p:spPr>
          <a:xfrm>
            <a:off x="2721978" y="1777049"/>
            <a:ext cx="1599777" cy="492203"/>
          </a:xfrm>
          <a:prstGeom prst="line">
            <a:avLst/>
          </a:prstGeom>
          <a:ln w="19050" cmpd="sng">
            <a:solidFill>
              <a:srgbClr val="0B8CDB"/>
            </a:solidFill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17"/>
          <p:cNvCxnSpPr/>
          <p:nvPr/>
        </p:nvCxnSpPr>
        <p:spPr>
          <a:xfrm flipV="1">
            <a:off x="5284906" y="1684603"/>
            <a:ext cx="1576391" cy="584649"/>
          </a:xfrm>
          <a:prstGeom prst="line">
            <a:avLst/>
          </a:prstGeom>
          <a:ln w="19050" cmpd="sng">
            <a:solidFill>
              <a:srgbClr val="086BA8"/>
            </a:solidFill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9"/>
          <p:cNvCxnSpPr/>
          <p:nvPr/>
        </p:nvCxnSpPr>
        <p:spPr>
          <a:xfrm>
            <a:off x="7872091" y="1694393"/>
            <a:ext cx="1584186" cy="489111"/>
          </a:xfrm>
          <a:prstGeom prst="line">
            <a:avLst/>
          </a:prstGeom>
          <a:solidFill>
            <a:schemeClr val="accent2"/>
          </a:solidFill>
          <a:ln>
            <a:solidFill>
              <a:srgbClr val="0B8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cxnSp>
      <p:sp>
        <p:nvSpPr>
          <p:cNvPr id="6" name="Oval 14"/>
          <p:cNvSpPr/>
          <p:nvPr/>
        </p:nvSpPr>
        <p:spPr>
          <a:xfrm>
            <a:off x="6869093" y="1053855"/>
            <a:ext cx="987407" cy="98740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cs typeface="+mn-ea"/>
                <a:sym typeface="+mn-lt"/>
              </a:rPr>
              <a:t>3</a:t>
            </a:r>
            <a:endParaRPr lang="en-US" sz="3200" dirty="0">
              <a:cs typeface="+mn-ea"/>
              <a:sym typeface="+mn-lt"/>
            </a:endParaRPr>
          </a:p>
        </p:txBody>
      </p:sp>
      <p:cxnSp>
        <p:nvCxnSpPr>
          <p:cNvPr id="7" name="Straight Connector 35"/>
          <p:cNvCxnSpPr/>
          <p:nvPr/>
        </p:nvCxnSpPr>
        <p:spPr>
          <a:xfrm>
            <a:off x="7372859" y="2041895"/>
            <a:ext cx="1" cy="412502"/>
          </a:xfrm>
          <a:prstGeom prst="line">
            <a:avLst/>
          </a:prstGeom>
          <a:ln w="12700" cmpd="sng">
            <a:solidFill>
              <a:schemeClr val="accent1"/>
            </a:solidFill>
            <a:prstDash val="sysDash"/>
            <a:headEnd type="none"/>
            <a:tailEnd type="oval" w="lg" len="lg"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15"/>
          <p:cNvSpPr/>
          <p:nvPr/>
        </p:nvSpPr>
        <p:spPr>
          <a:xfrm>
            <a:off x="9424226" y="1975024"/>
            <a:ext cx="987407" cy="98740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cs typeface="+mn-ea"/>
                <a:sym typeface="+mn-lt"/>
              </a:rPr>
              <a:t>4</a:t>
            </a:r>
            <a:endParaRPr lang="en-US" sz="3200" dirty="0">
              <a:cs typeface="+mn-ea"/>
              <a:sym typeface="+mn-lt"/>
            </a:endParaRPr>
          </a:p>
        </p:txBody>
      </p:sp>
      <p:cxnSp>
        <p:nvCxnSpPr>
          <p:cNvPr id="9" name="Straight Connector 36"/>
          <p:cNvCxnSpPr/>
          <p:nvPr/>
        </p:nvCxnSpPr>
        <p:spPr>
          <a:xfrm>
            <a:off x="9918261" y="2962430"/>
            <a:ext cx="1" cy="412502"/>
          </a:xfrm>
          <a:prstGeom prst="line">
            <a:avLst/>
          </a:prstGeom>
          <a:ln w="12700" cmpd="sng">
            <a:solidFill>
              <a:schemeClr val="accent2"/>
            </a:solidFill>
            <a:prstDash val="sysDash"/>
            <a:headEnd type="none"/>
            <a:tailEnd type="oval" w="lg" len="lg"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6"/>
          <p:cNvSpPr/>
          <p:nvPr/>
        </p:nvSpPr>
        <p:spPr>
          <a:xfrm>
            <a:off x="4313959" y="1975024"/>
            <a:ext cx="987407" cy="987407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cs typeface="+mn-ea"/>
                <a:sym typeface="+mn-lt"/>
              </a:rPr>
              <a:t>2</a:t>
            </a:r>
            <a:endParaRPr lang="en-US" sz="3200" dirty="0">
              <a:cs typeface="+mn-ea"/>
              <a:sym typeface="+mn-lt"/>
            </a:endParaRPr>
          </a:p>
        </p:txBody>
      </p:sp>
      <p:cxnSp>
        <p:nvCxnSpPr>
          <p:cNvPr id="11" name="Straight Connector 34"/>
          <p:cNvCxnSpPr/>
          <p:nvPr/>
        </p:nvCxnSpPr>
        <p:spPr>
          <a:xfrm>
            <a:off x="4801702" y="2962431"/>
            <a:ext cx="1" cy="412502"/>
          </a:xfrm>
          <a:prstGeom prst="line">
            <a:avLst/>
          </a:prstGeom>
          <a:ln w="12700" cmpd="sng">
            <a:solidFill>
              <a:schemeClr val="accent2"/>
            </a:solidFill>
            <a:prstDash val="sysDash"/>
            <a:headEnd type="none"/>
            <a:tailEnd type="oval" w="lg" len="lg"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3"/>
          <p:cNvSpPr/>
          <p:nvPr/>
        </p:nvSpPr>
        <p:spPr>
          <a:xfrm>
            <a:off x="1758826" y="1053855"/>
            <a:ext cx="987407" cy="98740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cs typeface="+mn-ea"/>
                <a:sym typeface="+mn-lt"/>
              </a:rPr>
              <a:t>1</a:t>
            </a:r>
            <a:endParaRPr lang="en-US" sz="3200" dirty="0">
              <a:cs typeface="+mn-ea"/>
              <a:sym typeface="+mn-lt"/>
            </a:endParaRPr>
          </a:p>
        </p:txBody>
      </p:sp>
      <p:cxnSp>
        <p:nvCxnSpPr>
          <p:cNvPr id="13" name="Straight Connector 31"/>
          <p:cNvCxnSpPr>
            <a:stCxn id="12" idx="4"/>
          </p:cNvCxnSpPr>
          <p:nvPr/>
        </p:nvCxnSpPr>
        <p:spPr>
          <a:xfrm>
            <a:off x="2253165" y="2031737"/>
            <a:ext cx="1" cy="412502"/>
          </a:xfrm>
          <a:prstGeom prst="line">
            <a:avLst/>
          </a:prstGeom>
          <a:ln w="12700" cmpd="sng">
            <a:solidFill>
              <a:schemeClr val="accent1"/>
            </a:solidFill>
            <a:prstDash val="sysDash"/>
            <a:headEnd type="none"/>
            <a:tailEnd type="oval" w="lg" len="lg"/>
          </a:ln>
          <a:effectLst>
            <a:outerShdw dist="38100" dir="5400000" algn="ctr" rotWithShape="0">
              <a:srgbClr val="000000">
                <a:alpha val="1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95"/>
          <p:cNvSpPr/>
          <p:nvPr/>
        </p:nvSpPr>
        <p:spPr>
          <a:xfrm>
            <a:off x="1187323" y="2645130"/>
            <a:ext cx="2308872" cy="312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  A.研究问题</a:t>
            </a:r>
          </a:p>
        </p:txBody>
      </p:sp>
      <p:sp>
        <p:nvSpPr>
          <p:cNvPr id="15" name="Rectangle 195"/>
          <p:cNvSpPr/>
          <p:nvPr/>
        </p:nvSpPr>
        <p:spPr>
          <a:xfrm>
            <a:off x="1187323" y="2945183"/>
            <a:ext cx="2308872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研究人员的主要兴趣是确定用于测试Web服务的未来研究活动的范围。该系统综述确定了研究项目，使其在建议的研究中更加突出。</a:t>
            </a:r>
          </a:p>
        </p:txBody>
      </p:sp>
      <p:sp>
        <p:nvSpPr>
          <p:cNvPr id="16" name="Rectangle 195"/>
          <p:cNvSpPr/>
          <p:nvPr/>
        </p:nvSpPr>
        <p:spPr>
          <a:xfrm>
            <a:off x="3579249" y="3535266"/>
            <a:ext cx="2308872" cy="312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B.纳入研究标准</a:t>
            </a:r>
          </a:p>
        </p:txBody>
      </p:sp>
      <p:sp>
        <p:nvSpPr>
          <p:cNvPr id="17" name="Rectangle 195"/>
          <p:cNvSpPr/>
          <p:nvPr/>
        </p:nvSpPr>
        <p:spPr>
          <a:xfrm>
            <a:off x="3579495" y="3835400"/>
            <a:ext cx="27019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• 2010年至2019年发表的论文。</a:t>
            </a: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• 搜索有关Web服务测试SOAP和RESTful的信息。</a:t>
            </a: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• 搜索以文档样式XML和RPC解决特定测试问题的论文。</a:t>
            </a: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• 搜索为Web服务SOAP和RESTful测试技术提供实用支持的论文。</a:t>
            </a: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• 与质量有关的方面以及与Web服务质量保证有关的论文。</a:t>
            </a:r>
          </a:p>
        </p:txBody>
      </p:sp>
      <p:sp>
        <p:nvSpPr>
          <p:cNvPr id="18" name="Rectangle 195"/>
          <p:cNvSpPr/>
          <p:nvPr/>
        </p:nvSpPr>
        <p:spPr>
          <a:xfrm>
            <a:off x="6137527" y="2645130"/>
            <a:ext cx="2308872" cy="312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C.排除研究标准</a:t>
            </a:r>
          </a:p>
        </p:txBody>
      </p:sp>
      <p:sp>
        <p:nvSpPr>
          <p:cNvPr id="19" name="Rectangle 195"/>
          <p:cNvSpPr/>
          <p:nvPr/>
        </p:nvSpPr>
        <p:spPr>
          <a:xfrm>
            <a:off x="6261352" y="2945183"/>
            <a:ext cx="2308872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• 研究在2010年之前发表。</a:t>
            </a: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• 与Web服务质量保证无关的研究论文。</a:t>
            </a: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• 难以分类的基于标题的研究材料是基于标题搜索并参考下一步的。</a:t>
            </a:r>
          </a:p>
        </p:txBody>
      </p:sp>
      <p:sp>
        <p:nvSpPr>
          <p:cNvPr id="20" name="Rectangle 195"/>
          <p:cNvSpPr/>
          <p:nvPr/>
        </p:nvSpPr>
        <p:spPr>
          <a:xfrm>
            <a:off x="8695805" y="3535266"/>
            <a:ext cx="2308872" cy="3124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D.研究选择方法</a:t>
            </a:r>
          </a:p>
        </p:txBody>
      </p:sp>
      <p:sp>
        <p:nvSpPr>
          <p:cNvPr id="21" name="Rectangle 195"/>
          <p:cNvSpPr/>
          <p:nvPr/>
        </p:nvSpPr>
        <p:spPr>
          <a:xfrm>
            <a:off x="8695805" y="3835319"/>
            <a:ext cx="2308872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在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选择调查程序时，已经选择了基于Web服务测试的工作。最初，探索数字数据库。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30" name="文本框 29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研究过程及方法</a:t>
              </a:r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810" y="0"/>
            <a:ext cx="12188190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30" name="文本框 29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研究过程及方法</a:t>
              </a:r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/>
          <p:cNvSpPr txBox="1"/>
          <p:nvPr/>
        </p:nvSpPr>
        <p:spPr>
          <a:xfrm>
            <a:off x="354965" y="1016681"/>
            <a:ext cx="7022379" cy="535531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E.综合和数据提取</a:t>
            </a:r>
          </a:p>
          <a:p>
            <a:endParaRPr lang="en-US" altLang="zh-CN" dirty="0"/>
          </a:p>
          <a:p>
            <a:r>
              <a:rPr lang="zh-CN" altLang="en-US" dirty="0"/>
              <a:t>为了从选定的主要研究数据中提取适当的材料，已经进行了提取以解释研究所基于的研究问题。为了获得预期的结果，此类研究的建议是探索介绍和方法。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以下是所有选定的基础研究所需的分离材料：</a:t>
            </a:r>
          </a:p>
          <a:p>
            <a:r>
              <a:rPr lang="zh-CN" altLang="en-US" dirty="0"/>
              <a:t>• 所选基础研究的来源，即来自会议，标题或期刊。</a:t>
            </a:r>
          </a:p>
          <a:p>
            <a:r>
              <a:rPr lang="zh-CN" altLang="en-US" dirty="0"/>
              <a:t>• 进行的每个研究的结构。</a:t>
            </a:r>
          </a:p>
          <a:p>
            <a:r>
              <a:rPr lang="zh-CN" altLang="en-US" dirty="0"/>
              <a:t>• SOAP和RESTful测试技术的Web服务方法的优缺点。</a:t>
            </a:r>
          </a:p>
          <a:p>
            <a:r>
              <a:rPr lang="zh-CN" altLang="en-US" dirty="0"/>
              <a:t>• Web服务测试方法的支持事实。</a:t>
            </a:r>
          </a:p>
          <a:p>
            <a:r>
              <a:rPr lang="zh-CN" altLang="en-US" dirty="0"/>
              <a:t>• 提供用于Web服务测试技术的工具。</a:t>
            </a:r>
          </a:p>
          <a:p>
            <a:r>
              <a:rPr lang="zh-CN" altLang="en-US" dirty="0"/>
              <a:t>• Web服务测试技术的必要收养事实。</a:t>
            </a:r>
          </a:p>
          <a:p>
            <a:r>
              <a:rPr lang="zh-CN" altLang="en-US" dirty="0"/>
              <a:t>• 回答所选主要研究问题所需的事实。</a:t>
            </a:r>
          </a:p>
          <a:p>
            <a:endParaRPr lang="en-US" altLang="zh-CN" dirty="0"/>
          </a:p>
          <a:p>
            <a:r>
              <a:rPr lang="zh-CN" altLang="en-US" dirty="0"/>
              <a:t>结果和讨论部分显示了数据提取的摘要，以说明在进行适当研究时的重要性。此外，纳入了对所选主要研究和其他研究进行分类的解释，并对分类和执行过程及其流程进行了很好的描述。表述中使用了叙事综合方法，详细阐述了为选择分析而选择的主要研究方法。</a:t>
            </a:r>
          </a:p>
        </p:txBody>
      </p:sp>
      <p:pic>
        <p:nvPicPr>
          <p:cNvPr id="4" name="图片 -21474826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7344" y="2083863"/>
            <a:ext cx="4613996" cy="3428811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10" y="1628799"/>
            <a:ext cx="12188090" cy="3449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Group 4"/>
          <p:cNvGrpSpPr/>
          <p:nvPr/>
        </p:nvGrpSpPr>
        <p:grpSpPr>
          <a:xfrm>
            <a:off x="7105248" y="2094016"/>
            <a:ext cx="5010106" cy="2669967"/>
            <a:chOff x="3937441" y="1178069"/>
            <a:chExt cx="8247063" cy="4394994"/>
          </a:xfrm>
        </p:grpSpPr>
        <p:sp>
          <p:nvSpPr>
            <p:cNvPr id="17" name="AutoShape 2"/>
            <p:cNvSpPr/>
            <p:nvPr/>
          </p:nvSpPr>
          <p:spPr bwMode="auto">
            <a:xfrm>
              <a:off x="4851841" y="1178069"/>
              <a:ext cx="6407150" cy="427910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20453"/>
                  </a:moveTo>
                  <a:cubicBezTo>
                    <a:pt x="21600" y="21086"/>
                    <a:pt x="21251" y="21599"/>
                    <a:pt x="20820" y="21599"/>
                  </a:cubicBezTo>
                  <a:lnTo>
                    <a:pt x="779" y="21599"/>
                  </a:lnTo>
                  <a:cubicBezTo>
                    <a:pt x="348" y="21599"/>
                    <a:pt x="0" y="21086"/>
                    <a:pt x="0" y="20453"/>
                  </a:cubicBezTo>
                  <a:lnTo>
                    <a:pt x="0" y="1146"/>
                  </a:lnTo>
                  <a:cubicBezTo>
                    <a:pt x="0" y="513"/>
                    <a:pt x="348" y="0"/>
                    <a:pt x="779" y="0"/>
                  </a:cubicBezTo>
                  <a:lnTo>
                    <a:pt x="20820" y="0"/>
                  </a:lnTo>
                  <a:cubicBezTo>
                    <a:pt x="21251" y="0"/>
                    <a:pt x="21600" y="513"/>
                    <a:pt x="21600" y="1146"/>
                  </a:cubicBezTo>
                  <a:cubicBezTo>
                    <a:pt x="21600" y="1146"/>
                    <a:pt x="21600" y="20453"/>
                    <a:pt x="21600" y="20453"/>
                  </a:cubicBezTo>
                  <a:close/>
                </a:path>
              </a:pathLst>
            </a:custGeom>
            <a:solidFill>
              <a:srgbClr val="484849"/>
            </a:solidFill>
            <a:ln w="38100" cap="flat" cmpd="sng">
              <a:solidFill>
                <a:srgbClr val="6E6D6E"/>
              </a:solidFill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AutoShape 3"/>
            <p:cNvSpPr/>
            <p:nvPr/>
          </p:nvSpPr>
          <p:spPr bwMode="auto">
            <a:xfrm>
              <a:off x="4870891" y="1190769"/>
              <a:ext cx="5091907" cy="427910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21599"/>
                  </a:moveTo>
                  <a:lnTo>
                    <a:pt x="980" y="21599"/>
                  </a:lnTo>
                  <a:cubicBezTo>
                    <a:pt x="438" y="21599"/>
                    <a:pt x="0" y="21086"/>
                    <a:pt x="0" y="20453"/>
                  </a:cubicBezTo>
                  <a:lnTo>
                    <a:pt x="0" y="1146"/>
                  </a:lnTo>
                  <a:cubicBezTo>
                    <a:pt x="0" y="513"/>
                    <a:pt x="438" y="0"/>
                    <a:pt x="980" y="0"/>
                  </a:cubicBezTo>
                  <a:lnTo>
                    <a:pt x="15217" y="0"/>
                  </a:lnTo>
                  <a:cubicBezTo>
                    <a:pt x="15217" y="0"/>
                    <a:pt x="21600" y="21599"/>
                    <a:pt x="21600" y="21599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AutoShape 4"/>
            <p:cNvSpPr/>
            <p:nvPr/>
          </p:nvSpPr>
          <p:spPr bwMode="auto">
            <a:xfrm>
              <a:off x="8058591" y="1214928"/>
              <a:ext cx="108744" cy="10715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794"/>
                  </a:moveTo>
                  <a:cubicBezTo>
                    <a:pt x="21600" y="16761"/>
                    <a:pt x="16755" y="21599"/>
                    <a:pt x="10791" y="21599"/>
                  </a:cubicBezTo>
                  <a:cubicBezTo>
                    <a:pt x="4831" y="21599"/>
                    <a:pt x="0" y="16761"/>
                    <a:pt x="0" y="10794"/>
                  </a:cubicBezTo>
                  <a:cubicBezTo>
                    <a:pt x="0" y="4832"/>
                    <a:pt x="4831" y="0"/>
                    <a:pt x="10791" y="0"/>
                  </a:cubicBezTo>
                  <a:cubicBezTo>
                    <a:pt x="16755" y="0"/>
                    <a:pt x="21600" y="4832"/>
                    <a:pt x="21600" y="10794"/>
                  </a:cubicBezTo>
                  <a:close/>
                </a:path>
              </a:pathLst>
            </a:custGeom>
            <a:solidFill>
              <a:srgbClr val="232323"/>
            </a:solidFill>
            <a:ln w="12700" cap="flat" cmpd="sng">
              <a:solidFill>
                <a:srgbClr val="232323"/>
              </a:solidFill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" name="AutoShape 5"/>
            <p:cNvSpPr/>
            <p:nvPr/>
          </p:nvSpPr>
          <p:spPr bwMode="auto">
            <a:xfrm>
              <a:off x="5118541" y="1374919"/>
              <a:ext cx="5899150" cy="37504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599" y="21599"/>
                  </a:moveTo>
                  <a:lnTo>
                    <a:pt x="0" y="21599"/>
                  </a:lnTo>
                  <a:lnTo>
                    <a:pt x="0" y="0"/>
                  </a:lnTo>
                  <a:lnTo>
                    <a:pt x="21599" y="0"/>
                  </a:lnTo>
                  <a:cubicBezTo>
                    <a:pt x="21599" y="0"/>
                    <a:pt x="21599" y="21599"/>
                    <a:pt x="21599" y="215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DCDEE0"/>
                  </a:outerShdw>
                </a:effectLst>
              </a:endParaRPr>
            </a:p>
          </p:txBody>
        </p:sp>
        <p:sp>
          <p:nvSpPr>
            <p:cNvPr id="21" name="AutoShape 6"/>
            <p:cNvSpPr/>
            <p:nvPr/>
          </p:nvSpPr>
          <p:spPr bwMode="auto">
            <a:xfrm>
              <a:off x="3937441" y="5330969"/>
              <a:ext cx="8247063" cy="24209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999" y="0"/>
                  </a:moveTo>
                  <a:lnTo>
                    <a:pt x="20988" y="0"/>
                  </a:lnTo>
                  <a:lnTo>
                    <a:pt x="611" y="0"/>
                  </a:lnTo>
                  <a:lnTo>
                    <a:pt x="600" y="0"/>
                  </a:lnTo>
                  <a:cubicBezTo>
                    <a:pt x="268" y="0"/>
                    <a:pt x="0" y="4463"/>
                    <a:pt x="0" y="9970"/>
                  </a:cubicBezTo>
                  <a:lnTo>
                    <a:pt x="0" y="11632"/>
                  </a:lnTo>
                  <a:cubicBezTo>
                    <a:pt x="0" y="17137"/>
                    <a:pt x="268" y="21599"/>
                    <a:pt x="600" y="21599"/>
                  </a:cubicBezTo>
                  <a:lnTo>
                    <a:pt x="611" y="21599"/>
                  </a:lnTo>
                  <a:lnTo>
                    <a:pt x="20988" y="21599"/>
                  </a:lnTo>
                  <a:lnTo>
                    <a:pt x="20999" y="21599"/>
                  </a:lnTo>
                  <a:cubicBezTo>
                    <a:pt x="21331" y="21599"/>
                    <a:pt x="21600" y="17137"/>
                    <a:pt x="21600" y="11632"/>
                  </a:cubicBezTo>
                  <a:lnTo>
                    <a:pt x="21600" y="9970"/>
                  </a:lnTo>
                  <a:cubicBezTo>
                    <a:pt x="21600" y="4463"/>
                    <a:pt x="21331" y="0"/>
                    <a:pt x="2099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" name="AutoShape 7"/>
            <p:cNvSpPr/>
            <p:nvPr/>
          </p:nvSpPr>
          <p:spPr bwMode="auto">
            <a:xfrm>
              <a:off x="3937441" y="5330969"/>
              <a:ext cx="8247063" cy="130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ubicBezTo>
                    <a:pt x="0" y="2159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5" name="文本框 8"/>
          <p:cNvSpPr txBox="1"/>
          <p:nvPr/>
        </p:nvSpPr>
        <p:spPr>
          <a:xfrm>
            <a:off x="1075133" y="2094016"/>
            <a:ext cx="5443993" cy="2515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所有研究问题都适合测试和提高通过当前方法正在探索的Web服务的质量。此外，此研究还包括一些最重要和最重要的参数，这些参数来自选定的初步研究，以确保质量。</a:t>
            </a:r>
            <a:endParaRPr lang="en-US" sz="16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endParaRPr sz="1600" b="1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为了实现这些目标，根据RQ1，RQ2和RQ3，而引入了一系列研究问题。作者指定了四个研究问题来分析基础研究。在使用针对Web服务测试及其类型SOAP和RESTful的现有技术对选定参数进行测试时，提出了最常见的问题。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28" name="文本框 27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  <a:sym typeface="+mn-ea"/>
                </a:rPr>
                <a:t>研究过程及方法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4831844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861408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 descr="u=1408371311,2263836872&amp;fm=26&amp;gp=0[1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2710" y="2213461"/>
            <a:ext cx="3583305" cy="22688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10" y="1628800"/>
            <a:ext cx="12188090" cy="3240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Group 4"/>
          <p:cNvGrpSpPr/>
          <p:nvPr/>
        </p:nvGrpSpPr>
        <p:grpSpPr>
          <a:xfrm>
            <a:off x="7062558" y="2012885"/>
            <a:ext cx="5010106" cy="2669967"/>
            <a:chOff x="3937441" y="1178069"/>
            <a:chExt cx="8247063" cy="4394994"/>
          </a:xfrm>
        </p:grpSpPr>
        <p:sp>
          <p:nvSpPr>
            <p:cNvPr id="17" name="AutoShape 2"/>
            <p:cNvSpPr/>
            <p:nvPr/>
          </p:nvSpPr>
          <p:spPr bwMode="auto">
            <a:xfrm>
              <a:off x="4851841" y="1178069"/>
              <a:ext cx="6407150" cy="427910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20453"/>
                  </a:moveTo>
                  <a:cubicBezTo>
                    <a:pt x="21600" y="21086"/>
                    <a:pt x="21251" y="21599"/>
                    <a:pt x="20820" y="21599"/>
                  </a:cubicBezTo>
                  <a:lnTo>
                    <a:pt x="779" y="21599"/>
                  </a:lnTo>
                  <a:cubicBezTo>
                    <a:pt x="348" y="21599"/>
                    <a:pt x="0" y="21086"/>
                    <a:pt x="0" y="20453"/>
                  </a:cubicBezTo>
                  <a:lnTo>
                    <a:pt x="0" y="1146"/>
                  </a:lnTo>
                  <a:cubicBezTo>
                    <a:pt x="0" y="513"/>
                    <a:pt x="348" y="0"/>
                    <a:pt x="779" y="0"/>
                  </a:cubicBezTo>
                  <a:lnTo>
                    <a:pt x="20820" y="0"/>
                  </a:lnTo>
                  <a:cubicBezTo>
                    <a:pt x="21251" y="0"/>
                    <a:pt x="21600" y="513"/>
                    <a:pt x="21600" y="1146"/>
                  </a:cubicBezTo>
                  <a:cubicBezTo>
                    <a:pt x="21600" y="1146"/>
                    <a:pt x="21600" y="20453"/>
                    <a:pt x="21600" y="20453"/>
                  </a:cubicBezTo>
                  <a:close/>
                </a:path>
              </a:pathLst>
            </a:custGeom>
            <a:solidFill>
              <a:srgbClr val="484849"/>
            </a:solidFill>
            <a:ln w="38100" cap="flat" cmpd="sng">
              <a:solidFill>
                <a:srgbClr val="6E6D6E"/>
              </a:solidFill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AutoShape 3"/>
            <p:cNvSpPr/>
            <p:nvPr/>
          </p:nvSpPr>
          <p:spPr bwMode="auto">
            <a:xfrm>
              <a:off x="4870891" y="1190769"/>
              <a:ext cx="5091907" cy="427910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21599"/>
                  </a:moveTo>
                  <a:lnTo>
                    <a:pt x="980" y="21599"/>
                  </a:lnTo>
                  <a:cubicBezTo>
                    <a:pt x="438" y="21599"/>
                    <a:pt x="0" y="21086"/>
                    <a:pt x="0" y="20453"/>
                  </a:cubicBezTo>
                  <a:lnTo>
                    <a:pt x="0" y="1146"/>
                  </a:lnTo>
                  <a:cubicBezTo>
                    <a:pt x="0" y="513"/>
                    <a:pt x="438" y="0"/>
                    <a:pt x="980" y="0"/>
                  </a:cubicBezTo>
                  <a:lnTo>
                    <a:pt x="15217" y="0"/>
                  </a:lnTo>
                  <a:cubicBezTo>
                    <a:pt x="15217" y="0"/>
                    <a:pt x="21600" y="21599"/>
                    <a:pt x="21600" y="21599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AutoShape 4"/>
            <p:cNvSpPr/>
            <p:nvPr/>
          </p:nvSpPr>
          <p:spPr bwMode="auto">
            <a:xfrm>
              <a:off x="8058591" y="1214928"/>
              <a:ext cx="108744" cy="10715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794"/>
                  </a:moveTo>
                  <a:cubicBezTo>
                    <a:pt x="21600" y="16761"/>
                    <a:pt x="16755" y="21599"/>
                    <a:pt x="10791" y="21599"/>
                  </a:cubicBezTo>
                  <a:cubicBezTo>
                    <a:pt x="4831" y="21599"/>
                    <a:pt x="0" y="16761"/>
                    <a:pt x="0" y="10794"/>
                  </a:cubicBezTo>
                  <a:cubicBezTo>
                    <a:pt x="0" y="4832"/>
                    <a:pt x="4831" y="0"/>
                    <a:pt x="10791" y="0"/>
                  </a:cubicBezTo>
                  <a:cubicBezTo>
                    <a:pt x="16755" y="0"/>
                    <a:pt x="21600" y="4832"/>
                    <a:pt x="21600" y="10794"/>
                  </a:cubicBezTo>
                  <a:close/>
                </a:path>
              </a:pathLst>
            </a:custGeom>
            <a:solidFill>
              <a:srgbClr val="232323"/>
            </a:solidFill>
            <a:ln w="12700" cap="flat" cmpd="sng">
              <a:solidFill>
                <a:srgbClr val="232323"/>
              </a:solidFill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" name="AutoShape 5"/>
            <p:cNvSpPr/>
            <p:nvPr/>
          </p:nvSpPr>
          <p:spPr bwMode="auto">
            <a:xfrm>
              <a:off x="5118541" y="1374919"/>
              <a:ext cx="5899150" cy="37504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599" y="21599"/>
                  </a:moveTo>
                  <a:lnTo>
                    <a:pt x="0" y="21599"/>
                  </a:lnTo>
                  <a:lnTo>
                    <a:pt x="0" y="0"/>
                  </a:lnTo>
                  <a:lnTo>
                    <a:pt x="21599" y="0"/>
                  </a:lnTo>
                  <a:cubicBezTo>
                    <a:pt x="21599" y="0"/>
                    <a:pt x="21599" y="21599"/>
                    <a:pt x="21599" y="215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DCDEE0"/>
                  </a:outerShdw>
                </a:effectLst>
              </a:endParaRPr>
            </a:p>
          </p:txBody>
        </p:sp>
        <p:sp>
          <p:nvSpPr>
            <p:cNvPr id="21" name="AutoShape 6"/>
            <p:cNvSpPr/>
            <p:nvPr/>
          </p:nvSpPr>
          <p:spPr bwMode="auto">
            <a:xfrm>
              <a:off x="3937441" y="5330969"/>
              <a:ext cx="8247063" cy="24209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999" y="0"/>
                  </a:moveTo>
                  <a:lnTo>
                    <a:pt x="20988" y="0"/>
                  </a:lnTo>
                  <a:lnTo>
                    <a:pt x="611" y="0"/>
                  </a:lnTo>
                  <a:lnTo>
                    <a:pt x="600" y="0"/>
                  </a:lnTo>
                  <a:cubicBezTo>
                    <a:pt x="268" y="0"/>
                    <a:pt x="0" y="4463"/>
                    <a:pt x="0" y="9970"/>
                  </a:cubicBezTo>
                  <a:lnTo>
                    <a:pt x="0" y="11632"/>
                  </a:lnTo>
                  <a:cubicBezTo>
                    <a:pt x="0" y="17137"/>
                    <a:pt x="268" y="21599"/>
                    <a:pt x="600" y="21599"/>
                  </a:cubicBezTo>
                  <a:lnTo>
                    <a:pt x="611" y="21599"/>
                  </a:lnTo>
                  <a:lnTo>
                    <a:pt x="20988" y="21599"/>
                  </a:lnTo>
                  <a:lnTo>
                    <a:pt x="20999" y="21599"/>
                  </a:lnTo>
                  <a:cubicBezTo>
                    <a:pt x="21331" y="21599"/>
                    <a:pt x="21600" y="17137"/>
                    <a:pt x="21600" y="11632"/>
                  </a:cubicBezTo>
                  <a:lnTo>
                    <a:pt x="21600" y="9970"/>
                  </a:lnTo>
                  <a:cubicBezTo>
                    <a:pt x="21600" y="4463"/>
                    <a:pt x="21331" y="0"/>
                    <a:pt x="2099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" name="AutoShape 7"/>
            <p:cNvSpPr/>
            <p:nvPr/>
          </p:nvSpPr>
          <p:spPr bwMode="auto">
            <a:xfrm>
              <a:off x="3937441" y="5330969"/>
              <a:ext cx="8247063" cy="130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ubicBezTo>
                    <a:pt x="0" y="2159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5" name="文本框 8"/>
          <p:cNvSpPr txBox="1"/>
          <p:nvPr/>
        </p:nvSpPr>
        <p:spPr>
          <a:xfrm>
            <a:off x="1061136" y="2457510"/>
            <a:ext cx="5118050" cy="1530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sz="1600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Q1和RQ2进一步阐述了对选定的常见问题的需求，这些问题涉及质量方面和有关Web服务测试的关注。参数分为两类，SLR和期刊，专题讨论会，章节。初级研究的大多数研究都使用现有技术，模型，框架和方法根据通用参数将这些分类包括在内。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28" name="文本框 27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  <a:sym typeface="+mn-ea"/>
                </a:rPr>
                <a:t>研究过程及方法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4831844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861408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 descr="timg[7]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560" y="2139315"/>
            <a:ext cx="3580765" cy="2271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2409"/>
          <p:cNvSpPr/>
          <p:nvPr/>
        </p:nvSpPr>
        <p:spPr>
          <a:xfrm>
            <a:off x="2337697" y="4385709"/>
            <a:ext cx="1910717" cy="1382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F33745"/>
              </a:solidFill>
              <a:latin typeface="FontAwesome" pitchFamily="2" charset="0"/>
            </a:endParaRPr>
          </a:p>
        </p:txBody>
      </p:sp>
      <p:sp>
        <p:nvSpPr>
          <p:cNvPr id="44" name="Rectangle 2410"/>
          <p:cNvSpPr/>
          <p:nvPr/>
        </p:nvSpPr>
        <p:spPr>
          <a:xfrm>
            <a:off x="2337697" y="3008860"/>
            <a:ext cx="1910717" cy="13820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Rectangle 2413"/>
          <p:cNvSpPr/>
          <p:nvPr/>
        </p:nvSpPr>
        <p:spPr>
          <a:xfrm rot="2700000">
            <a:off x="3164468" y="4263897"/>
            <a:ext cx="257175" cy="257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2414"/>
          <p:cNvSpPr/>
          <p:nvPr/>
        </p:nvSpPr>
        <p:spPr>
          <a:xfrm>
            <a:off x="4248412" y="4385709"/>
            <a:ext cx="1910717" cy="13820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47" name="Rectangle 2417"/>
          <p:cNvSpPr/>
          <p:nvPr/>
        </p:nvSpPr>
        <p:spPr>
          <a:xfrm>
            <a:off x="6159129" y="4385709"/>
            <a:ext cx="1910717" cy="1382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F33745"/>
              </a:solidFill>
              <a:latin typeface="FontAwesome" pitchFamily="2" charset="0"/>
            </a:endParaRPr>
          </a:p>
        </p:txBody>
      </p:sp>
      <p:sp>
        <p:nvSpPr>
          <p:cNvPr id="48" name="Rectangle 2420"/>
          <p:cNvSpPr/>
          <p:nvPr/>
        </p:nvSpPr>
        <p:spPr>
          <a:xfrm>
            <a:off x="8069839" y="4385709"/>
            <a:ext cx="1910717" cy="13820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50" name="Rectangle 2415"/>
          <p:cNvSpPr/>
          <p:nvPr/>
        </p:nvSpPr>
        <p:spPr>
          <a:xfrm>
            <a:off x="4248412" y="3008860"/>
            <a:ext cx="1910717" cy="138202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Rectangle 2427"/>
          <p:cNvSpPr/>
          <p:nvPr/>
        </p:nvSpPr>
        <p:spPr>
          <a:xfrm rot="2700000">
            <a:off x="5075179" y="4263896"/>
            <a:ext cx="257175" cy="257175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2418"/>
          <p:cNvSpPr/>
          <p:nvPr/>
        </p:nvSpPr>
        <p:spPr>
          <a:xfrm>
            <a:off x="6159129" y="3008860"/>
            <a:ext cx="1910717" cy="13820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Rectangle 2429"/>
          <p:cNvSpPr/>
          <p:nvPr/>
        </p:nvSpPr>
        <p:spPr>
          <a:xfrm rot="2700000">
            <a:off x="6985888" y="4263895"/>
            <a:ext cx="257175" cy="25717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2421"/>
          <p:cNvSpPr/>
          <p:nvPr/>
        </p:nvSpPr>
        <p:spPr>
          <a:xfrm>
            <a:off x="8069839" y="3008860"/>
            <a:ext cx="1910717" cy="1382027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2432"/>
          <p:cNvSpPr/>
          <p:nvPr/>
        </p:nvSpPr>
        <p:spPr>
          <a:xfrm rot="2700000">
            <a:off x="8896611" y="4263895"/>
            <a:ext cx="257175" cy="257175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2411"/>
          <p:cNvSpPr/>
          <p:nvPr/>
        </p:nvSpPr>
        <p:spPr>
          <a:xfrm>
            <a:off x="2337700" y="1450161"/>
            <a:ext cx="1910717" cy="1561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F33745"/>
              </a:solidFill>
              <a:latin typeface="FontAwesome" pitchFamily="2" charset="0"/>
            </a:endParaRPr>
          </a:p>
        </p:txBody>
      </p:sp>
      <p:sp>
        <p:nvSpPr>
          <p:cNvPr id="59" name="Rectangle 2412"/>
          <p:cNvSpPr/>
          <p:nvPr/>
        </p:nvSpPr>
        <p:spPr>
          <a:xfrm rot="2700000">
            <a:off x="3164467" y="2880273"/>
            <a:ext cx="257175" cy="25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olidFill>
                <a:srgbClr val="F33745"/>
              </a:solidFill>
              <a:latin typeface="FontAwesome" pitchFamily="2" charset="0"/>
            </a:endParaRPr>
          </a:p>
        </p:txBody>
      </p:sp>
      <p:sp>
        <p:nvSpPr>
          <p:cNvPr id="60" name="Rectangle 2416"/>
          <p:cNvSpPr/>
          <p:nvPr/>
        </p:nvSpPr>
        <p:spPr>
          <a:xfrm>
            <a:off x="4248415" y="1450161"/>
            <a:ext cx="1910717" cy="156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61" name="Rectangle 2426"/>
          <p:cNvSpPr/>
          <p:nvPr/>
        </p:nvSpPr>
        <p:spPr>
          <a:xfrm rot="2700000">
            <a:off x="5075178" y="2880272"/>
            <a:ext cx="257175" cy="2571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62" name="Rectangle 2419"/>
          <p:cNvSpPr/>
          <p:nvPr/>
        </p:nvSpPr>
        <p:spPr>
          <a:xfrm>
            <a:off x="6159132" y="1450161"/>
            <a:ext cx="1910717" cy="1561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rgbClr val="F33745"/>
              </a:solidFill>
              <a:latin typeface="FontAwesome" pitchFamily="2" charset="0"/>
            </a:endParaRPr>
          </a:p>
        </p:txBody>
      </p:sp>
      <p:sp>
        <p:nvSpPr>
          <p:cNvPr id="63" name="Rectangle 2428"/>
          <p:cNvSpPr/>
          <p:nvPr/>
        </p:nvSpPr>
        <p:spPr>
          <a:xfrm rot="2700000">
            <a:off x="6985887" y="2880271"/>
            <a:ext cx="257175" cy="2571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olidFill>
                <a:srgbClr val="F33745"/>
              </a:solidFill>
              <a:latin typeface="FontAwesome" pitchFamily="2" charset="0"/>
            </a:endParaRPr>
          </a:p>
        </p:txBody>
      </p:sp>
      <p:sp>
        <p:nvSpPr>
          <p:cNvPr id="64" name="Rectangle 2422"/>
          <p:cNvSpPr/>
          <p:nvPr/>
        </p:nvSpPr>
        <p:spPr>
          <a:xfrm>
            <a:off x="8069842" y="1450161"/>
            <a:ext cx="1910717" cy="15613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65" name="Rectangle 2430"/>
          <p:cNvSpPr/>
          <p:nvPr/>
        </p:nvSpPr>
        <p:spPr>
          <a:xfrm rot="2700000">
            <a:off x="8896610" y="2880271"/>
            <a:ext cx="257175" cy="2571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>
              <a:solidFill>
                <a:schemeClr val="bg1"/>
              </a:solidFill>
              <a:latin typeface="FontAwesome" pitchFamily="2" charset="0"/>
            </a:endParaRPr>
          </a:p>
        </p:txBody>
      </p:sp>
      <p:sp>
        <p:nvSpPr>
          <p:cNvPr id="68" name="Freeform 110"/>
          <p:cNvSpPr>
            <a:spLocks noChangeArrowheads="1"/>
          </p:cNvSpPr>
          <p:nvPr/>
        </p:nvSpPr>
        <p:spPr bwMode="auto">
          <a:xfrm>
            <a:off x="2945818" y="1949734"/>
            <a:ext cx="694480" cy="562205"/>
          </a:xfrm>
          <a:custGeom>
            <a:avLst/>
            <a:gdLst>
              <a:gd name="T0" fmla="*/ 444 w 462"/>
              <a:gd name="T1" fmla="*/ 9 h 373"/>
              <a:gd name="T2" fmla="*/ 444 w 462"/>
              <a:gd name="T3" fmla="*/ 9 h 373"/>
              <a:gd name="T4" fmla="*/ 9 w 462"/>
              <a:gd name="T5" fmla="*/ 160 h 373"/>
              <a:gd name="T6" fmla="*/ 9 w 462"/>
              <a:gd name="T7" fmla="*/ 169 h 373"/>
              <a:gd name="T8" fmla="*/ 98 w 462"/>
              <a:gd name="T9" fmla="*/ 213 h 373"/>
              <a:gd name="T10" fmla="*/ 98 w 462"/>
              <a:gd name="T11" fmla="*/ 213 h 373"/>
              <a:gd name="T12" fmla="*/ 160 w 462"/>
              <a:gd name="T13" fmla="*/ 230 h 373"/>
              <a:gd name="T14" fmla="*/ 434 w 462"/>
              <a:gd name="T15" fmla="*/ 35 h 373"/>
              <a:gd name="T16" fmla="*/ 434 w 462"/>
              <a:gd name="T17" fmla="*/ 35 h 373"/>
              <a:gd name="T18" fmla="*/ 240 w 462"/>
              <a:gd name="T19" fmla="*/ 248 h 373"/>
              <a:gd name="T20" fmla="*/ 240 w 462"/>
              <a:gd name="T21" fmla="*/ 248 h 373"/>
              <a:gd name="T22" fmla="*/ 231 w 462"/>
              <a:gd name="T23" fmla="*/ 257 h 373"/>
              <a:gd name="T24" fmla="*/ 240 w 462"/>
              <a:gd name="T25" fmla="*/ 266 h 373"/>
              <a:gd name="T26" fmla="*/ 240 w 462"/>
              <a:gd name="T27" fmla="*/ 266 h 373"/>
              <a:gd name="T28" fmla="*/ 363 w 462"/>
              <a:gd name="T29" fmla="*/ 337 h 373"/>
              <a:gd name="T30" fmla="*/ 390 w 462"/>
              <a:gd name="T31" fmla="*/ 328 h 373"/>
              <a:gd name="T32" fmla="*/ 461 w 462"/>
              <a:gd name="T33" fmla="*/ 18 h 373"/>
              <a:gd name="T34" fmla="*/ 444 w 462"/>
              <a:gd name="T35" fmla="*/ 9 h 373"/>
              <a:gd name="T36" fmla="*/ 160 w 462"/>
              <a:gd name="T37" fmla="*/ 363 h 373"/>
              <a:gd name="T38" fmla="*/ 160 w 462"/>
              <a:gd name="T39" fmla="*/ 363 h 373"/>
              <a:gd name="T40" fmla="*/ 169 w 462"/>
              <a:gd name="T41" fmla="*/ 372 h 373"/>
              <a:gd name="T42" fmla="*/ 240 w 462"/>
              <a:gd name="T43" fmla="*/ 310 h 373"/>
              <a:gd name="T44" fmla="*/ 160 w 462"/>
              <a:gd name="T45" fmla="*/ 266 h 373"/>
              <a:gd name="T46" fmla="*/ 160 w 462"/>
              <a:gd name="T47" fmla="*/ 363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2" h="373">
                <a:moveTo>
                  <a:pt x="444" y="9"/>
                </a:moveTo>
                <a:lnTo>
                  <a:pt x="444" y="9"/>
                </a:lnTo>
                <a:cubicBezTo>
                  <a:pt x="434" y="9"/>
                  <a:pt x="18" y="160"/>
                  <a:pt x="9" y="160"/>
                </a:cubicBezTo>
                <a:cubicBezTo>
                  <a:pt x="0" y="160"/>
                  <a:pt x="0" y="169"/>
                  <a:pt x="9" y="169"/>
                </a:cubicBezTo>
                <a:cubicBezTo>
                  <a:pt x="18" y="177"/>
                  <a:pt x="98" y="213"/>
                  <a:pt x="98" y="213"/>
                </a:cubicBezTo>
                <a:lnTo>
                  <a:pt x="98" y="213"/>
                </a:lnTo>
                <a:cubicBezTo>
                  <a:pt x="160" y="230"/>
                  <a:pt x="160" y="230"/>
                  <a:pt x="160" y="230"/>
                </a:cubicBezTo>
                <a:cubicBezTo>
                  <a:pt x="160" y="230"/>
                  <a:pt x="425" y="35"/>
                  <a:pt x="434" y="35"/>
                </a:cubicBezTo>
                <a:cubicBezTo>
                  <a:pt x="434" y="26"/>
                  <a:pt x="434" y="35"/>
                  <a:pt x="434" y="35"/>
                </a:cubicBezTo>
                <a:lnTo>
                  <a:pt x="240" y="248"/>
                </a:lnTo>
                <a:lnTo>
                  <a:pt x="240" y="248"/>
                </a:lnTo>
                <a:cubicBezTo>
                  <a:pt x="231" y="257"/>
                  <a:pt x="231" y="257"/>
                  <a:pt x="231" y="257"/>
                </a:cubicBezTo>
                <a:cubicBezTo>
                  <a:pt x="240" y="266"/>
                  <a:pt x="240" y="266"/>
                  <a:pt x="240" y="266"/>
                </a:cubicBezTo>
                <a:lnTo>
                  <a:pt x="240" y="266"/>
                </a:lnTo>
                <a:cubicBezTo>
                  <a:pt x="240" y="266"/>
                  <a:pt x="363" y="328"/>
                  <a:pt x="363" y="337"/>
                </a:cubicBezTo>
                <a:cubicBezTo>
                  <a:pt x="372" y="337"/>
                  <a:pt x="381" y="337"/>
                  <a:pt x="390" y="328"/>
                </a:cubicBezTo>
                <a:cubicBezTo>
                  <a:pt x="390" y="319"/>
                  <a:pt x="461" y="26"/>
                  <a:pt x="461" y="18"/>
                </a:cubicBezTo>
                <a:cubicBezTo>
                  <a:pt x="461" y="9"/>
                  <a:pt x="453" y="0"/>
                  <a:pt x="444" y="9"/>
                </a:cubicBezTo>
                <a:close/>
                <a:moveTo>
                  <a:pt x="160" y="363"/>
                </a:moveTo>
                <a:lnTo>
                  <a:pt x="160" y="363"/>
                </a:lnTo>
                <a:cubicBezTo>
                  <a:pt x="160" y="372"/>
                  <a:pt x="160" y="372"/>
                  <a:pt x="169" y="372"/>
                </a:cubicBezTo>
                <a:cubicBezTo>
                  <a:pt x="169" y="363"/>
                  <a:pt x="240" y="310"/>
                  <a:pt x="240" y="310"/>
                </a:cubicBezTo>
                <a:cubicBezTo>
                  <a:pt x="160" y="266"/>
                  <a:pt x="160" y="266"/>
                  <a:pt x="160" y="266"/>
                </a:cubicBezTo>
                <a:lnTo>
                  <a:pt x="160" y="3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/>
          <a:p>
            <a:pPr defTabSz="534670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2105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69" name="Freeform 45"/>
          <p:cNvSpPr>
            <a:spLocks noChangeArrowheads="1"/>
          </p:cNvSpPr>
          <p:nvPr/>
        </p:nvSpPr>
        <p:spPr bwMode="auto">
          <a:xfrm>
            <a:off x="4894367" y="1921430"/>
            <a:ext cx="618813" cy="618813"/>
          </a:xfrm>
          <a:custGeom>
            <a:avLst/>
            <a:gdLst>
              <a:gd name="T0" fmla="*/ 354 w 391"/>
              <a:gd name="T1" fmla="*/ 35 h 391"/>
              <a:gd name="T2" fmla="*/ 354 w 391"/>
              <a:gd name="T3" fmla="*/ 35 h 391"/>
              <a:gd name="T4" fmla="*/ 292 w 391"/>
              <a:gd name="T5" fmla="*/ 0 h 391"/>
              <a:gd name="T6" fmla="*/ 169 w 391"/>
              <a:gd name="T7" fmla="*/ 133 h 391"/>
              <a:gd name="T8" fmla="*/ 26 w 391"/>
              <a:gd name="T9" fmla="*/ 275 h 391"/>
              <a:gd name="T10" fmla="*/ 0 w 391"/>
              <a:gd name="T11" fmla="*/ 390 h 391"/>
              <a:gd name="T12" fmla="*/ 116 w 391"/>
              <a:gd name="T13" fmla="*/ 363 h 391"/>
              <a:gd name="T14" fmla="*/ 266 w 391"/>
              <a:gd name="T15" fmla="*/ 222 h 391"/>
              <a:gd name="T16" fmla="*/ 390 w 391"/>
              <a:gd name="T17" fmla="*/ 97 h 391"/>
              <a:gd name="T18" fmla="*/ 354 w 391"/>
              <a:gd name="T19" fmla="*/ 35 h 391"/>
              <a:gd name="T20" fmla="*/ 116 w 391"/>
              <a:gd name="T21" fmla="*/ 354 h 391"/>
              <a:gd name="T22" fmla="*/ 116 w 391"/>
              <a:gd name="T23" fmla="*/ 354 h 391"/>
              <a:gd name="T24" fmla="*/ 71 w 391"/>
              <a:gd name="T25" fmla="*/ 363 h 391"/>
              <a:gd name="T26" fmla="*/ 54 w 391"/>
              <a:gd name="T27" fmla="*/ 337 h 391"/>
              <a:gd name="T28" fmla="*/ 35 w 391"/>
              <a:gd name="T29" fmla="*/ 319 h 391"/>
              <a:gd name="T30" fmla="*/ 44 w 391"/>
              <a:gd name="T31" fmla="*/ 284 h 391"/>
              <a:gd name="T32" fmla="*/ 54 w 391"/>
              <a:gd name="T33" fmla="*/ 266 h 391"/>
              <a:gd name="T34" fmla="*/ 98 w 391"/>
              <a:gd name="T35" fmla="*/ 292 h 391"/>
              <a:gd name="T36" fmla="*/ 124 w 391"/>
              <a:gd name="T37" fmla="*/ 337 h 391"/>
              <a:gd name="T38" fmla="*/ 116 w 391"/>
              <a:gd name="T39" fmla="*/ 354 h 3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1" h="391">
                <a:moveTo>
                  <a:pt x="354" y="35"/>
                </a:moveTo>
                <a:lnTo>
                  <a:pt x="354" y="35"/>
                </a:lnTo>
                <a:cubicBezTo>
                  <a:pt x="319" y="0"/>
                  <a:pt x="292" y="0"/>
                  <a:pt x="292" y="0"/>
                </a:cubicBezTo>
                <a:cubicBezTo>
                  <a:pt x="169" y="133"/>
                  <a:pt x="169" y="133"/>
                  <a:pt x="169" y="133"/>
                </a:cubicBezTo>
                <a:cubicBezTo>
                  <a:pt x="26" y="275"/>
                  <a:pt x="26" y="275"/>
                  <a:pt x="26" y="275"/>
                </a:cubicBezTo>
                <a:cubicBezTo>
                  <a:pt x="0" y="390"/>
                  <a:pt x="0" y="390"/>
                  <a:pt x="0" y="390"/>
                </a:cubicBezTo>
                <a:cubicBezTo>
                  <a:pt x="116" y="363"/>
                  <a:pt x="116" y="363"/>
                  <a:pt x="116" y="363"/>
                </a:cubicBezTo>
                <a:cubicBezTo>
                  <a:pt x="266" y="222"/>
                  <a:pt x="266" y="222"/>
                  <a:pt x="266" y="222"/>
                </a:cubicBezTo>
                <a:cubicBezTo>
                  <a:pt x="390" y="97"/>
                  <a:pt x="390" y="97"/>
                  <a:pt x="390" y="97"/>
                </a:cubicBezTo>
                <a:cubicBezTo>
                  <a:pt x="390" y="97"/>
                  <a:pt x="390" y="71"/>
                  <a:pt x="354" y="35"/>
                </a:cubicBezTo>
                <a:close/>
                <a:moveTo>
                  <a:pt x="116" y="354"/>
                </a:moveTo>
                <a:lnTo>
                  <a:pt x="116" y="354"/>
                </a:lnTo>
                <a:cubicBezTo>
                  <a:pt x="71" y="363"/>
                  <a:pt x="71" y="363"/>
                  <a:pt x="71" y="363"/>
                </a:cubicBezTo>
                <a:cubicBezTo>
                  <a:pt x="71" y="354"/>
                  <a:pt x="63" y="346"/>
                  <a:pt x="54" y="337"/>
                </a:cubicBezTo>
                <a:cubicBezTo>
                  <a:pt x="44" y="328"/>
                  <a:pt x="35" y="328"/>
                  <a:pt x="35" y="319"/>
                </a:cubicBezTo>
                <a:cubicBezTo>
                  <a:pt x="44" y="284"/>
                  <a:pt x="44" y="284"/>
                  <a:pt x="44" y="284"/>
                </a:cubicBezTo>
                <a:cubicBezTo>
                  <a:pt x="54" y="266"/>
                  <a:pt x="54" y="266"/>
                  <a:pt x="54" y="266"/>
                </a:cubicBezTo>
                <a:cubicBezTo>
                  <a:pt x="54" y="266"/>
                  <a:pt x="71" y="266"/>
                  <a:pt x="98" y="292"/>
                </a:cubicBezTo>
                <a:cubicBezTo>
                  <a:pt x="124" y="319"/>
                  <a:pt x="124" y="337"/>
                  <a:pt x="124" y="337"/>
                </a:cubicBezTo>
                <a:lnTo>
                  <a:pt x="116" y="3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/>
          <a:p>
            <a:pPr defTabSz="534670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2105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0" name="Freeform 46"/>
          <p:cNvSpPr>
            <a:spLocks noChangeArrowheads="1"/>
          </p:cNvSpPr>
          <p:nvPr/>
        </p:nvSpPr>
        <p:spPr bwMode="auto">
          <a:xfrm>
            <a:off x="6814497" y="1929366"/>
            <a:ext cx="599986" cy="602940"/>
          </a:xfrm>
          <a:custGeom>
            <a:avLst/>
            <a:gdLst>
              <a:gd name="T0" fmla="*/ 363 w 461"/>
              <a:gd name="T1" fmla="*/ 336 h 443"/>
              <a:gd name="T2" fmla="*/ 363 w 461"/>
              <a:gd name="T3" fmla="*/ 336 h 443"/>
              <a:gd name="T4" fmla="*/ 284 w 461"/>
              <a:gd name="T5" fmla="*/ 248 h 443"/>
              <a:gd name="T6" fmla="*/ 310 w 461"/>
              <a:gd name="T7" fmla="*/ 195 h 443"/>
              <a:gd name="T8" fmla="*/ 328 w 461"/>
              <a:gd name="T9" fmla="*/ 151 h 443"/>
              <a:gd name="T10" fmla="*/ 319 w 461"/>
              <a:gd name="T11" fmla="*/ 132 h 443"/>
              <a:gd name="T12" fmla="*/ 328 w 461"/>
              <a:gd name="T13" fmla="*/ 88 h 443"/>
              <a:gd name="T14" fmla="*/ 230 w 461"/>
              <a:gd name="T15" fmla="*/ 0 h 443"/>
              <a:gd name="T16" fmla="*/ 132 w 461"/>
              <a:gd name="T17" fmla="*/ 88 h 443"/>
              <a:gd name="T18" fmla="*/ 141 w 461"/>
              <a:gd name="T19" fmla="*/ 132 h 443"/>
              <a:gd name="T20" fmla="*/ 132 w 461"/>
              <a:gd name="T21" fmla="*/ 151 h 443"/>
              <a:gd name="T22" fmla="*/ 150 w 461"/>
              <a:gd name="T23" fmla="*/ 195 h 443"/>
              <a:gd name="T24" fmla="*/ 177 w 461"/>
              <a:gd name="T25" fmla="*/ 248 h 443"/>
              <a:gd name="T26" fmla="*/ 97 w 461"/>
              <a:gd name="T27" fmla="*/ 336 h 443"/>
              <a:gd name="T28" fmla="*/ 0 w 461"/>
              <a:gd name="T29" fmla="*/ 398 h 443"/>
              <a:gd name="T30" fmla="*/ 0 w 461"/>
              <a:gd name="T31" fmla="*/ 442 h 443"/>
              <a:gd name="T32" fmla="*/ 230 w 461"/>
              <a:gd name="T33" fmla="*/ 442 h 443"/>
              <a:gd name="T34" fmla="*/ 460 w 461"/>
              <a:gd name="T35" fmla="*/ 442 h 443"/>
              <a:gd name="T36" fmla="*/ 460 w 461"/>
              <a:gd name="T37" fmla="*/ 398 h 443"/>
              <a:gd name="T38" fmla="*/ 363 w 461"/>
              <a:gd name="T39" fmla="*/ 336 h 4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61" h="443">
                <a:moveTo>
                  <a:pt x="363" y="336"/>
                </a:moveTo>
                <a:lnTo>
                  <a:pt x="363" y="336"/>
                </a:lnTo>
                <a:cubicBezTo>
                  <a:pt x="301" y="310"/>
                  <a:pt x="284" y="292"/>
                  <a:pt x="284" y="248"/>
                </a:cubicBezTo>
                <a:cubicBezTo>
                  <a:pt x="284" y="230"/>
                  <a:pt x="301" y="239"/>
                  <a:pt x="310" y="195"/>
                </a:cubicBezTo>
                <a:cubicBezTo>
                  <a:pt x="310" y="176"/>
                  <a:pt x="328" y="195"/>
                  <a:pt x="328" y="151"/>
                </a:cubicBezTo>
                <a:cubicBezTo>
                  <a:pt x="328" y="132"/>
                  <a:pt x="319" y="132"/>
                  <a:pt x="319" y="132"/>
                </a:cubicBezTo>
                <a:cubicBezTo>
                  <a:pt x="319" y="132"/>
                  <a:pt x="328" y="106"/>
                  <a:pt x="328" y="88"/>
                </a:cubicBezTo>
                <a:cubicBezTo>
                  <a:pt x="328" y="61"/>
                  <a:pt x="319" y="0"/>
                  <a:pt x="230" y="0"/>
                </a:cubicBezTo>
                <a:cubicBezTo>
                  <a:pt x="141" y="0"/>
                  <a:pt x="132" y="61"/>
                  <a:pt x="132" y="88"/>
                </a:cubicBezTo>
                <a:cubicBezTo>
                  <a:pt x="132" y="106"/>
                  <a:pt x="141" y="132"/>
                  <a:pt x="141" y="132"/>
                </a:cubicBezTo>
                <a:cubicBezTo>
                  <a:pt x="141" y="132"/>
                  <a:pt x="132" y="132"/>
                  <a:pt x="132" y="151"/>
                </a:cubicBezTo>
                <a:cubicBezTo>
                  <a:pt x="132" y="195"/>
                  <a:pt x="150" y="176"/>
                  <a:pt x="150" y="195"/>
                </a:cubicBezTo>
                <a:cubicBezTo>
                  <a:pt x="159" y="239"/>
                  <a:pt x="177" y="230"/>
                  <a:pt x="177" y="248"/>
                </a:cubicBezTo>
                <a:cubicBezTo>
                  <a:pt x="177" y="292"/>
                  <a:pt x="159" y="310"/>
                  <a:pt x="97" y="336"/>
                </a:cubicBezTo>
                <a:cubicBezTo>
                  <a:pt x="35" y="354"/>
                  <a:pt x="0" y="380"/>
                  <a:pt x="0" y="398"/>
                </a:cubicBezTo>
                <a:cubicBezTo>
                  <a:pt x="0" y="407"/>
                  <a:pt x="0" y="442"/>
                  <a:pt x="0" y="442"/>
                </a:cubicBezTo>
                <a:cubicBezTo>
                  <a:pt x="230" y="442"/>
                  <a:pt x="230" y="442"/>
                  <a:pt x="230" y="442"/>
                </a:cubicBezTo>
                <a:cubicBezTo>
                  <a:pt x="460" y="442"/>
                  <a:pt x="460" y="442"/>
                  <a:pt x="460" y="442"/>
                </a:cubicBezTo>
                <a:cubicBezTo>
                  <a:pt x="460" y="442"/>
                  <a:pt x="460" y="407"/>
                  <a:pt x="460" y="398"/>
                </a:cubicBezTo>
                <a:cubicBezTo>
                  <a:pt x="460" y="380"/>
                  <a:pt x="425" y="354"/>
                  <a:pt x="363" y="336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/>
          <a:p>
            <a:pPr defTabSz="534670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2105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1" name="Freeform 78"/>
          <p:cNvSpPr>
            <a:spLocks noChangeArrowheads="1"/>
          </p:cNvSpPr>
          <p:nvPr/>
        </p:nvSpPr>
        <p:spPr bwMode="auto">
          <a:xfrm>
            <a:off x="8729265" y="1931612"/>
            <a:ext cx="591870" cy="598448"/>
          </a:xfrm>
          <a:custGeom>
            <a:avLst/>
            <a:gdLst>
              <a:gd name="T0" fmla="*/ 381 w 399"/>
              <a:gd name="T1" fmla="*/ 336 h 400"/>
              <a:gd name="T2" fmla="*/ 381 w 399"/>
              <a:gd name="T3" fmla="*/ 336 h 400"/>
              <a:gd name="T4" fmla="*/ 292 w 399"/>
              <a:gd name="T5" fmla="*/ 239 h 400"/>
              <a:gd name="T6" fmla="*/ 310 w 399"/>
              <a:gd name="T7" fmla="*/ 159 h 400"/>
              <a:gd name="T8" fmla="*/ 151 w 399"/>
              <a:gd name="T9" fmla="*/ 0 h 400"/>
              <a:gd name="T10" fmla="*/ 0 w 399"/>
              <a:gd name="T11" fmla="*/ 151 h 400"/>
              <a:gd name="T12" fmla="*/ 160 w 399"/>
              <a:gd name="T13" fmla="*/ 310 h 400"/>
              <a:gd name="T14" fmla="*/ 230 w 399"/>
              <a:gd name="T15" fmla="*/ 292 h 400"/>
              <a:gd name="T16" fmla="*/ 328 w 399"/>
              <a:gd name="T17" fmla="*/ 390 h 400"/>
              <a:gd name="T18" fmla="*/ 363 w 399"/>
              <a:gd name="T19" fmla="*/ 390 h 400"/>
              <a:gd name="T20" fmla="*/ 389 w 399"/>
              <a:gd name="T21" fmla="*/ 364 h 400"/>
              <a:gd name="T22" fmla="*/ 381 w 399"/>
              <a:gd name="T23" fmla="*/ 336 h 400"/>
              <a:gd name="T24" fmla="*/ 44 w 399"/>
              <a:gd name="T25" fmla="*/ 151 h 400"/>
              <a:gd name="T26" fmla="*/ 44 w 399"/>
              <a:gd name="T27" fmla="*/ 151 h 400"/>
              <a:gd name="T28" fmla="*/ 151 w 399"/>
              <a:gd name="T29" fmla="*/ 44 h 400"/>
              <a:gd name="T30" fmla="*/ 266 w 399"/>
              <a:gd name="T31" fmla="*/ 159 h 400"/>
              <a:gd name="T32" fmla="*/ 160 w 399"/>
              <a:gd name="T33" fmla="*/ 266 h 400"/>
              <a:gd name="T34" fmla="*/ 44 w 399"/>
              <a:gd name="T35" fmla="*/ 151 h 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99" h="400">
                <a:moveTo>
                  <a:pt x="381" y="336"/>
                </a:moveTo>
                <a:lnTo>
                  <a:pt x="381" y="336"/>
                </a:lnTo>
                <a:cubicBezTo>
                  <a:pt x="292" y="239"/>
                  <a:pt x="292" y="239"/>
                  <a:pt x="292" y="239"/>
                </a:cubicBezTo>
                <a:cubicBezTo>
                  <a:pt x="301" y="212"/>
                  <a:pt x="310" y="186"/>
                  <a:pt x="310" y="159"/>
                </a:cubicBezTo>
                <a:cubicBezTo>
                  <a:pt x="310" y="71"/>
                  <a:pt x="239" y="0"/>
                  <a:pt x="151" y="0"/>
                </a:cubicBezTo>
                <a:cubicBezTo>
                  <a:pt x="70" y="0"/>
                  <a:pt x="0" y="71"/>
                  <a:pt x="0" y="151"/>
                </a:cubicBezTo>
                <a:cubicBezTo>
                  <a:pt x="0" y="239"/>
                  <a:pt x="70" y="310"/>
                  <a:pt x="160" y="310"/>
                </a:cubicBezTo>
                <a:cubicBezTo>
                  <a:pt x="186" y="310"/>
                  <a:pt x="213" y="302"/>
                  <a:pt x="230" y="292"/>
                </a:cubicBezTo>
                <a:cubicBezTo>
                  <a:pt x="328" y="390"/>
                  <a:pt x="328" y="390"/>
                  <a:pt x="328" y="390"/>
                </a:cubicBezTo>
                <a:cubicBezTo>
                  <a:pt x="336" y="399"/>
                  <a:pt x="354" y="399"/>
                  <a:pt x="363" y="390"/>
                </a:cubicBezTo>
                <a:cubicBezTo>
                  <a:pt x="389" y="364"/>
                  <a:pt x="389" y="364"/>
                  <a:pt x="389" y="364"/>
                </a:cubicBezTo>
                <a:cubicBezTo>
                  <a:pt x="398" y="355"/>
                  <a:pt x="389" y="346"/>
                  <a:pt x="381" y="336"/>
                </a:cubicBezTo>
                <a:close/>
                <a:moveTo>
                  <a:pt x="44" y="151"/>
                </a:moveTo>
                <a:lnTo>
                  <a:pt x="44" y="151"/>
                </a:lnTo>
                <a:cubicBezTo>
                  <a:pt x="44" y="98"/>
                  <a:pt x="98" y="44"/>
                  <a:pt x="151" y="44"/>
                </a:cubicBezTo>
                <a:cubicBezTo>
                  <a:pt x="213" y="44"/>
                  <a:pt x="266" y="98"/>
                  <a:pt x="266" y="159"/>
                </a:cubicBezTo>
                <a:cubicBezTo>
                  <a:pt x="266" y="221"/>
                  <a:pt x="213" y="266"/>
                  <a:pt x="160" y="266"/>
                </a:cubicBezTo>
                <a:cubicBezTo>
                  <a:pt x="98" y="266"/>
                  <a:pt x="44" y="212"/>
                  <a:pt x="44" y="15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/>
          <a:p>
            <a:pPr defTabSz="534670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en-US" sz="2105">
              <a:solidFill>
                <a:prstClr val="black"/>
              </a:solidFill>
              <a:latin typeface="Calibri" panose="020F0502020204030204"/>
              <a:ea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2389450" y="3284867"/>
            <a:ext cx="180657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(1).RQ1“ Web服务测试有哪些问题？”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4455740" y="3190871"/>
            <a:ext cx="14351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(2).RQ2与质量有关的方面和关注点是什么？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6391857" y="3190871"/>
            <a:ext cx="14351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(3).RQ3有哪些解决网络的现有解决方案服务测试问题？</a:t>
            </a:r>
          </a:p>
        </p:txBody>
      </p:sp>
      <p:sp>
        <p:nvSpPr>
          <p:cNvPr id="78" name="文本框 77"/>
          <p:cNvSpPr txBox="1"/>
          <p:nvPr/>
        </p:nvSpPr>
        <p:spPr>
          <a:xfrm>
            <a:off x="8307012" y="3190871"/>
            <a:ext cx="14351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(4).RQ4如何应用现有的测试技术？</a:t>
            </a:r>
          </a:p>
        </p:txBody>
      </p:sp>
      <p:sp>
        <p:nvSpPr>
          <p:cNvPr id="80" name="Rectangle 17"/>
          <p:cNvSpPr/>
          <p:nvPr/>
        </p:nvSpPr>
        <p:spPr bwMode="auto">
          <a:xfrm>
            <a:off x="2638370" y="4636147"/>
            <a:ext cx="1290955" cy="957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A.安全性</a:t>
            </a:r>
          </a:p>
          <a:p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B.表现</a:t>
            </a:r>
          </a:p>
          <a:p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C.操作性</a:t>
            </a:r>
          </a:p>
          <a:p>
            <a:r>
              <a:rPr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D.可维护性</a:t>
            </a:r>
          </a:p>
          <a:p>
            <a:r>
              <a:rPr 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.....</a:t>
            </a:r>
            <a:endParaRPr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endParaRPr sz="1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Rectangle 17"/>
          <p:cNvSpPr/>
          <p:nvPr/>
        </p:nvSpPr>
        <p:spPr bwMode="auto">
          <a:xfrm>
            <a:off x="4549120" y="4635808"/>
            <a:ext cx="1310005" cy="88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存在溢出来解决常见的质量相关方面，由于缺乏公认的术语。</a:t>
            </a:r>
          </a:p>
        </p:txBody>
      </p:sp>
      <p:sp>
        <p:nvSpPr>
          <p:cNvPr id="82" name="Rectangle 17"/>
          <p:cNvSpPr/>
          <p:nvPr/>
        </p:nvSpPr>
        <p:spPr bwMode="auto">
          <a:xfrm>
            <a:off x="6459933" y="4636443"/>
            <a:ext cx="1310005" cy="88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回归测试和负载测试，安全性测试，已从这些现有技术中获得。</a:t>
            </a:r>
          </a:p>
        </p:txBody>
      </p:sp>
      <p:sp>
        <p:nvSpPr>
          <p:cNvPr id="83" name="Rectangle 17"/>
          <p:cNvSpPr/>
          <p:nvPr/>
        </p:nvSpPr>
        <p:spPr bwMode="auto">
          <a:xfrm>
            <a:off x="8370194" y="4635808"/>
            <a:ext cx="1310005" cy="88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用来产生建议的Web服务自动测试的过程，以确保测试选择方法的质量。</a:t>
            </a:r>
          </a:p>
        </p:txBody>
      </p:sp>
      <p:sp>
        <p:nvSpPr>
          <p:cNvPr id="84" name="Rectangle 17"/>
          <p:cNvSpPr/>
          <p:nvPr/>
        </p:nvSpPr>
        <p:spPr bwMode="auto">
          <a:xfrm>
            <a:off x="9394277" y="4720886"/>
            <a:ext cx="1310005" cy="881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 anchor="t"/>
          <a:lstStyle/>
          <a:p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>
            <a:off x="4165600" y="277508"/>
            <a:ext cx="3860800" cy="460375"/>
            <a:chOff x="4165600" y="226708"/>
            <a:chExt cx="3860800" cy="460375"/>
          </a:xfrm>
        </p:grpSpPr>
        <p:sp>
          <p:nvSpPr>
            <p:cNvPr id="86" name="文本框 85"/>
            <p:cNvSpPr txBox="1"/>
            <p:nvPr/>
          </p:nvSpPr>
          <p:spPr>
            <a:xfrm>
              <a:off x="4165600" y="226708"/>
              <a:ext cx="3860800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  <a:sym typeface="+mn-ea"/>
                </a:rPr>
                <a:t>研究过程及方法</a:t>
              </a:r>
              <a:endParaRPr lang="zh-CN" altLang="en-US" sz="2400" b="1" dirty="0">
                <a:latin typeface="+mj-ea"/>
                <a:ea typeface="+mj-ea"/>
              </a:endParaRPr>
            </a:p>
          </p:txBody>
        </p:sp>
        <p:cxnSp>
          <p:nvCxnSpPr>
            <p:cNvPr id="87" name="直接连接符 86"/>
            <p:cNvCxnSpPr/>
            <p:nvPr/>
          </p:nvCxnSpPr>
          <p:spPr>
            <a:xfrm>
              <a:off x="4800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/>
            <p:cNvCxnSpPr/>
            <p:nvPr/>
          </p:nvCxnSpPr>
          <p:spPr>
            <a:xfrm>
              <a:off x="6897351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43"/>
          <p:cNvSpPr/>
          <p:nvPr/>
        </p:nvSpPr>
        <p:spPr>
          <a:xfrm rot="20280238">
            <a:off x="6456257" y="1414462"/>
            <a:ext cx="380054" cy="387986"/>
          </a:xfrm>
          <a:custGeom>
            <a:avLst/>
            <a:gdLst/>
            <a:ahLst/>
            <a:cxnLst/>
            <a:rect l="l" t="t" r="r" b="b"/>
            <a:pathLst>
              <a:path w="210312" h="214701">
                <a:moveTo>
                  <a:pt x="189053" y="194356"/>
                </a:moveTo>
                <a:cubicBezTo>
                  <a:pt x="189967" y="194204"/>
                  <a:pt x="190767" y="194394"/>
                  <a:pt x="191453" y="194928"/>
                </a:cubicBezTo>
                <a:cubicBezTo>
                  <a:pt x="192139" y="195461"/>
                  <a:pt x="192558" y="196185"/>
                  <a:pt x="192710" y="197099"/>
                </a:cubicBezTo>
                <a:cubicBezTo>
                  <a:pt x="192863" y="198014"/>
                  <a:pt x="192672" y="198814"/>
                  <a:pt x="192139" y="199500"/>
                </a:cubicBezTo>
                <a:cubicBezTo>
                  <a:pt x="191605" y="200185"/>
                  <a:pt x="190881" y="200604"/>
                  <a:pt x="189967" y="200757"/>
                </a:cubicBezTo>
                <a:cubicBezTo>
                  <a:pt x="179147" y="202281"/>
                  <a:pt x="167107" y="203386"/>
                  <a:pt x="153848" y="204072"/>
                </a:cubicBezTo>
                <a:cubicBezTo>
                  <a:pt x="140589" y="204757"/>
                  <a:pt x="129274" y="205100"/>
                  <a:pt x="119901" y="205100"/>
                </a:cubicBezTo>
                <a:cubicBezTo>
                  <a:pt x="110529" y="205100"/>
                  <a:pt x="97956" y="204986"/>
                  <a:pt x="82182" y="204757"/>
                </a:cubicBezTo>
                <a:cubicBezTo>
                  <a:pt x="66409" y="204529"/>
                  <a:pt x="55017" y="204414"/>
                  <a:pt x="48006" y="204414"/>
                </a:cubicBezTo>
                <a:cubicBezTo>
                  <a:pt x="45873" y="204414"/>
                  <a:pt x="44806" y="203348"/>
                  <a:pt x="44806" y="201214"/>
                </a:cubicBezTo>
                <a:cubicBezTo>
                  <a:pt x="44806" y="199080"/>
                  <a:pt x="45873" y="198014"/>
                  <a:pt x="48006" y="198014"/>
                </a:cubicBezTo>
                <a:cubicBezTo>
                  <a:pt x="55169" y="198014"/>
                  <a:pt x="66599" y="198128"/>
                  <a:pt x="82296" y="198357"/>
                </a:cubicBezTo>
                <a:cubicBezTo>
                  <a:pt x="97994" y="198585"/>
                  <a:pt x="110490" y="198699"/>
                  <a:pt x="119787" y="198699"/>
                </a:cubicBezTo>
                <a:cubicBezTo>
                  <a:pt x="129083" y="198699"/>
                  <a:pt x="140285" y="198357"/>
                  <a:pt x="153391" y="197671"/>
                </a:cubicBezTo>
                <a:cubicBezTo>
                  <a:pt x="166497" y="196985"/>
                  <a:pt x="178385" y="195880"/>
                  <a:pt x="189053" y="194356"/>
                </a:cubicBezTo>
                <a:close/>
                <a:moveTo>
                  <a:pt x="114072" y="161895"/>
                </a:moveTo>
                <a:lnTo>
                  <a:pt x="113386" y="162123"/>
                </a:lnTo>
                <a:lnTo>
                  <a:pt x="114529" y="162352"/>
                </a:lnTo>
                <a:close/>
                <a:moveTo>
                  <a:pt x="141047" y="141092"/>
                </a:moveTo>
                <a:lnTo>
                  <a:pt x="141047" y="141321"/>
                </a:lnTo>
                <a:lnTo>
                  <a:pt x="141047" y="141549"/>
                </a:lnTo>
                <a:lnTo>
                  <a:pt x="141961" y="141092"/>
                </a:lnTo>
                <a:close/>
                <a:moveTo>
                  <a:pt x="66980" y="136520"/>
                </a:moveTo>
                <a:cubicBezTo>
                  <a:pt x="66066" y="139111"/>
                  <a:pt x="65075" y="141473"/>
                  <a:pt x="64008" y="143607"/>
                </a:cubicBezTo>
                <a:cubicBezTo>
                  <a:pt x="60656" y="151074"/>
                  <a:pt x="57684" y="156180"/>
                  <a:pt x="55093" y="158923"/>
                </a:cubicBezTo>
                <a:cubicBezTo>
                  <a:pt x="55245" y="159380"/>
                  <a:pt x="55322" y="159837"/>
                  <a:pt x="55322" y="160295"/>
                </a:cubicBezTo>
                <a:cubicBezTo>
                  <a:pt x="67666" y="160142"/>
                  <a:pt x="76886" y="160218"/>
                  <a:pt x="82982" y="160523"/>
                </a:cubicBezTo>
                <a:cubicBezTo>
                  <a:pt x="87097" y="160676"/>
                  <a:pt x="92583" y="160980"/>
                  <a:pt x="99441" y="161438"/>
                </a:cubicBezTo>
                <a:lnTo>
                  <a:pt x="99441" y="161209"/>
                </a:lnTo>
                <a:cubicBezTo>
                  <a:pt x="103251" y="156637"/>
                  <a:pt x="107366" y="148712"/>
                  <a:pt x="111786" y="137435"/>
                </a:cubicBezTo>
                <a:lnTo>
                  <a:pt x="111100" y="137435"/>
                </a:lnTo>
                <a:cubicBezTo>
                  <a:pt x="88240" y="136825"/>
                  <a:pt x="75362" y="136520"/>
                  <a:pt x="72467" y="136520"/>
                </a:cubicBezTo>
                <a:close/>
                <a:moveTo>
                  <a:pt x="28118" y="133777"/>
                </a:moveTo>
                <a:cubicBezTo>
                  <a:pt x="24308" y="141397"/>
                  <a:pt x="19660" y="149779"/>
                  <a:pt x="14174" y="158923"/>
                </a:cubicBezTo>
                <a:cubicBezTo>
                  <a:pt x="22556" y="160142"/>
                  <a:pt x="33528" y="160676"/>
                  <a:pt x="47092" y="160523"/>
                </a:cubicBezTo>
                <a:lnTo>
                  <a:pt x="47321" y="160523"/>
                </a:lnTo>
                <a:lnTo>
                  <a:pt x="49835" y="157780"/>
                </a:lnTo>
                <a:cubicBezTo>
                  <a:pt x="49378" y="156561"/>
                  <a:pt x="49607" y="155570"/>
                  <a:pt x="50521" y="154808"/>
                </a:cubicBezTo>
                <a:cubicBezTo>
                  <a:pt x="52502" y="152522"/>
                  <a:pt x="55093" y="147874"/>
                  <a:pt x="58293" y="140864"/>
                </a:cubicBezTo>
                <a:lnTo>
                  <a:pt x="60122" y="136749"/>
                </a:lnTo>
                <a:cubicBezTo>
                  <a:pt x="55855" y="136901"/>
                  <a:pt x="52350" y="136977"/>
                  <a:pt x="49607" y="136977"/>
                </a:cubicBezTo>
                <a:cubicBezTo>
                  <a:pt x="40615" y="136825"/>
                  <a:pt x="33452" y="135758"/>
                  <a:pt x="28118" y="133777"/>
                </a:cubicBezTo>
                <a:close/>
                <a:moveTo>
                  <a:pt x="69723" y="129662"/>
                </a:moveTo>
                <a:lnTo>
                  <a:pt x="69495" y="130119"/>
                </a:lnTo>
                <a:lnTo>
                  <a:pt x="69952" y="130119"/>
                </a:lnTo>
                <a:cubicBezTo>
                  <a:pt x="69952" y="129967"/>
                  <a:pt x="69876" y="129815"/>
                  <a:pt x="69723" y="129662"/>
                </a:cubicBezTo>
                <a:close/>
                <a:moveTo>
                  <a:pt x="75667" y="112289"/>
                </a:moveTo>
                <a:lnTo>
                  <a:pt x="75438" y="113432"/>
                </a:lnTo>
                <a:lnTo>
                  <a:pt x="76353" y="112746"/>
                </a:lnTo>
                <a:cubicBezTo>
                  <a:pt x="76048" y="112593"/>
                  <a:pt x="75819" y="112441"/>
                  <a:pt x="75667" y="112289"/>
                </a:cubicBezTo>
                <a:close/>
                <a:moveTo>
                  <a:pt x="39320" y="106802"/>
                </a:moveTo>
                <a:cubicBezTo>
                  <a:pt x="37034" y="113660"/>
                  <a:pt x="34214" y="120747"/>
                  <a:pt x="30861" y="128062"/>
                </a:cubicBezTo>
                <a:cubicBezTo>
                  <a:pt x="35433" y="129586"/>
                  <a:pt x="41682" y="130424"/>
                  <a:pt x="49607" y="130577"/>
                </a:cubicBezTo>
                <a:cubicBezTo>
                  <a:pt x="52655" y="130577"/>
                  <a:pt x="56998" y="130500"/>
                  <a:pt x="62637" y="130348"/>
                </a:cubicBezTo>
                <a:lnTo>
                  <a:pt x="64237" y="126005"/>
                </a:lnTo>
                <a:cubicBezTo>
                  <a:pt x="64085" y="125090"/>
                  <a:pt x="64313" y="124252"/>
                  <a:pt x="64923" y="123490"/>
                </a:cubicBezTo>
                <a:lnTo>
                  <a:pt x="65380" y="123033"/>
                </a:lnTo>
                <a:lnTo>
                  <a:pt x="67209" y="118004"/>
                </a:lnTo>
                <a:lnTo>
                  <a:pt x="70409" y="108174"/>
                </a:lnTo>
                <a:cubicBezTo>
                  <a:pt x="68428" y="108174"/>
                  <a:pt x="66142" y="108098"/>
                  <a:pt x="63551" y="107945"/>
                </a:cubicBezTo>
                <a:cubicBezTo>
                  <a:pt x="60960" y="107793"/>
                  <a:pt x="58446" y="107793"/>
                  <a:pt x="56007" y="107945"/>
                </a:cubicBezTo>
                <a:cubicBezTo>
                  <a:pt x="53569" y="108098"/>
                  <a:pt x="50750" y="108098"/>
                  <a:pt x="47549" y="107945"/>
                </a:cubicBezTo>
                <a:cubicBezTo>
                  <a:pt x="44349" y="107793"/>
                  <a:pt x="41606" y="107412"/>
                  <a:pt x="39320" y="106802"/>
                </a:cubicBezTo>
                <a:close/>
                <a:moveTo>
                  <a:pt x="176937" y="105888"/>
                </a:moveTo>
                <a:cubicBezTo>
                  <a:pt x="167031" y="105888"/>
                  <a:pt x="150800" y="106345"/>
                  <a:pt x="128245" y="107259"/>
                </a:cubicBezTo>
                <a:cubicBezTo>
                  <a:pt x="126569" y="113355"/>
                  <a:pt x="124816" y="119147"/>
                  <a:pt x="122987" y="124633"/>
                </a:cubicBezTo>
                <a:lnTo>
                  <a:pt x="120701" y="131262"/>
                </a:lnTo>
                <a:cubicBezTo>
                  <a:pt x="131826" y="131415"/>
                  <a:pt x="141504" y="131186"/>
                  <a:pt x="149733" y="130577"/>
                </a:cubicBezTo>
                <a:cubicBezTo>
                  <a:pt x="150953" y="130424"/>
                  <a:pt x="153924" y="130119"/>
                  <a:pt x="158649" y="129662"/>
                </a:cubicBezTo>
                <a:cubicBezTo>
                  <a:pt x="162459" y="129205"/>
                  <a:pt x="165583" y="128976"/>
                  <a:pt x="168021" y="128976"/>
                </a:cubicBezTo>
                <a:lnTo>
                  <a:pt x="168707" y="128976"/>
                </a:lnTo>
                <a:cubicBezTo>
                  <a:pt x="172060" y="121052"/>
                  <a:pt x="174879" y="113355"/>
                  <a:pt x="177165" y="105888"/>
                </a:cubicBezTo>
                <a:close/>
                <a:moveTo>
                  <a:pt x="42977" y="94458"/>
                </a:moveTo>
                <a:lnTo>
                  <a:pt x="42520" y="95829"/>
                </a:lnTo>
                <a:lnTo>
                  <a:pt x="42977" y="95601"/>
                </a:lnTo>
                <a:close/>
                <a:moveTo>
                  <a:pt x="82296" y="80970"/>
                </a:moveTo>
                <a:cubicBezTo>
                  <a:pt x="82449" y="84476"/>
                  <a:pt x="81763" y="89505"/>
                  <a:pt x="80239" y="96058"/>
                </a:cubicBezTo>
                <a:cubicBezTo>
                  <a:pt x="79782" y="97887"/>
                  <a:pt x="79248" y="99868"/>
                  <a:pt x="78639" y="102002"/>
                </a:cubicBezTo>
                <a:cubicBezTo>
                  <a:pt x="89459" y="102154"/>
                  <a:pt x="103328" y="101925"/>
                  <a:pt x="120244" y="101316"/>
                </a:cubicBezTo>
                <a:lnTo>
                  <a:pt x="123216" y="101087"/>
                </a:lnTo>
                <a:cubicBezTo>
                  <a:pt x="125197" y="93772"/>
                  <a:pt x="126721" y="87295"/>
                  <a:pt x="127788" y="81656"/>
                </a:cubicBezTo>
                <a:cubicBezTo>
                  <a:pt x="112243" y="81809"/>
                  <a:pt x="97079" y="81580"/>
                  <a:pt x="82296" y="80970"/>
                </a:cubicBezTo>
                <a:close/>
                <a:moveTo>
                  <a:pt x="45720" y="80056"/>
                </a:moveTo>
                <a:lnTo>
                  <a:pt x="45492" y="80742"/>
                </a:lnTo>
                <a:cubicBezTo>
                  <a:pt x="45644" y="80589"/>
                  <a:pt x="45873" y="80437"/>
                  <a:pt x="46178" y="80285"/>
                </a:cubicBezTo>
                <a:close/>
                <a:moveTo>
                  <a:pt x="183338" y="78913"/>
                </a:moveTo>
                <a:cubicBezTo>
                  <a:pt x="182728" y="79523"/>
                  <a:pt x="182042" y="79827"/>
                  <a:pt x="181280" y="79827"/>
                </a:cubicBezTo>
                <a:cubicBezTo>
                  <a:pt x="165278" y="80894"/>
                  <a:pt x="149581" y="81504"/>
                  <a:pt x="134189" y="81656"/>
                </a:cubicBezTo>
                <a:cubicBezTo>
                  <a:pt x="133274" y="87143"/>
                  <a:pt x="131826" y="93543"/>
                  <a:pt x="129845" y="100859"/>
                </a:cubicBezTo>
                <a:cubicBezTo>
                  <a:pt x="151181" y="99944"/>
                  <a:pt x="166878" y="99487"/>
                  <a:pt x="176937" y="99487"/>
                </a:cubicBezTo>
                <a:cubicBezTo>
                  <a:pt x="177699" y="99487"/>
                  <a:pt x="178308" y="99716"/>
                  <a:pt x="178766" y="100173"/>
                </a:cubicBezTo>
                <a:cubicBezTo>
                  <a:pt x="180747" y="93010"/>
                  <a:pt x="182271" y="85923"/>
                  <a:pt x="183338" y="78913"/>
                </a:cubicBezTo>
                <a:close/>
                <a:moveTo>
                  <a:pt x="156363" y="46680"/>
                </a:moveTo>
                <a:lnTo>
                  <a:pt x="156363" y="48966"/>
                </a:lnTo>
                <a:cubicBezTo>
                  <a:pt x="156210" y="51100"/>
                  <a:pt x="155982" y="52548"/>
                  <a:pt x="155677" y="53310"/>
                </a:cubicBezTo>
                <a:cubicBezTo>
                  <a:pt x="154458" y="55596"/>
                  <a:pt x="152324" y="57196"/>
                  <a:pt x="149276" y="58110"/>
                </a:cubicBezTo>
                <a:cubicBezTo>
                  <a:pt x="147905" y="58568"/>
                  <a:pt x="145923" y="58872"/>
                  <a:pt x="143333" y="59025"/>
                </a:cubicBezTo>
                <a:cubicBezTo>
                  <a:pt x="139370" y="59330"/>
                  <a:pt x="136246" y="58339"/>
                  <a:pt x="133960" y="56053"/>
                </a:cubicBezTo>
                <a:cubicBezTo>
                  <a:pt x="132436" y="54377"/>
                  <a:pt x="131369" y="52167"/>
                  <a:pt x="130760" y="49424"/>
                </a:cubicBezTo>
                <a:cubicBezTo>
                  <a:pt x="128321" y="53234"/>
                  <a:pt x="127635" y="56129"/>
                  <a:pt x="128702" y="58110"/>
                </a:cubicBezTo>
                <a:cubicBezTo>
                  <a:pt x="130074" y="61006"/>
                  <a:pt x="133731" y="62454"/>
                  <a:pt x="139675" y="62454"/>
                </a:cubicBezTo>
                <a:cubicBezTo>
                  <a:pt x="146076" y="62454"/>
                  <a:pt x="151181" y="60930"/>
                  <a:pt x="154991" y="57882"/>
                </a:cubicBezTo>
                <a:cubicBezTo>
                  <a:pt x="156668" y="56510"/>
                  <a:pt x="157734" y="54986"/>
                  <a:pt x="158192" y="53310"/>
                </a:cubicBezTo>
                <a:cubicBezTo>
                  <a:pt x="158496" y="51633"/>
                  <a:pt x="158039" y="49652"/>
                  <a:pt x="156820" y="47366"/>
                </a:cubicBezTo>
                <a:cubicBezTo>
                  <a:pt x="156668" y="47061"/>
                  <a:pt x="156515" y="46833"/>
                  <a:pt x="156363" y="46680"/>
                </a:cubicBezTo>
                <a:close/>
                <a:moveTo>
                  <a:pt x="92812" y="45537"/>
                </a:moveTo>
                <a:lnTo>
                  <a:pt x="92355" y="47366"/>
                </a:lnTo>
                <a:cubicBezTo>
                  <a:pt x="91898" y="49805"/>
                  <a:pt x="91212" y="51633"/>
                  <a:pt x="90297" y="52853"/>
                </a:cubicBezTo>
                <a:cubicBezTo>
                  <a:pt x="88773" y="54681"/>
                  <a:pt x="86564" y="55824"/>
                  <a:pt x="83668" y="56282"/>
                </a:cubicBezTo>
                <a:cubicBezTo>
                  <a:pt x="82144" y="56434"/>
                  <a:pt x="80163" y="56510"/>
                  <a:pt x="77724" y="56510"/>
                </a:cubicBezTo>
                <a:cubicBezTo>
                  <a:pt x="73000" y="56358"/>
                  <a:pt x="69876" y="53615"/>
                  <a:pt x="68352" y="48281"/>
                </a:cubicBezTo>
                <a:lnTo>
                  <a:pt x="67895" y="50109"/>
                </a:lnTo>
                <a:cubicBezTo>
                  <a:pt x="67437" y="52091"/>
                  <a:pt x="67895" y="53691"/>
                  <a:pt x="69266" y="54910"/>
                </a:cubicBezTo>
                <a:cubicBezTo>
                  <a:pt x="72314" y="57806"/>
                  <a:pt x="75705" y="59634"/>
                  <a:pt x="79439" y="60396"/>
                </a:cubicBezTo>
                <a:cubicBezTo>
                  <a:pt x="83173" y="61158"/>
                  <a:pt x="86526" y="61044"/>
                  <a:pt x="89497" y="60054"/>
                </a:cubicBezTo>
                <a:cubicBezTo>
                  <a:pt x="92469" y="59063"/>
                  <a:pt x="95022" y="57577"/>
                  <a:pt x="97155" y="55596"/>
                </a:cubicBezTo>
                <a:cubicBezTo>
                  <a:pt x="100051" y="52853"/>
                  <a:pt x="101194" y="50567"/>
                  <a:pt x="100584" y="48738"/>
                </a:cubicBezTo>
                <a:cubicBezTo>
                  <a:pt x="99975" y="46909"/>
                  <a:pt x="97384" y="45842"/>
                  <a:pt x="92812" y="45537"/>
                </a:cubicBezTo>
                <a:close/>
                <a:moveTo>
                  <a:pt x="206312" y="36851"/>
                </a:moveTo>
                <a:cubicBezTo>
                  <a:pt x="207150" y="36698"/>
                  <a:pt x="207912" y="36927"/>
                  <a:pt x="208598" y="37536"/>
                </a:cubicBezTo>
                <a:cubicBezTo>
                  <a:pt x="209284" y="38146"/>
                  <a:pt x="209703" y="38908"/>
                  <a:pt x="209855" y="39822"/>
                </a:cubicBezTo>
                <a:cubicBezTo>
                  <a:pt x="210160" y="43328"/>
                  <a:pt x="210312" y="47061"/>
                  <a:pt x="210312" y="51024"/>
                </a:cubicBezTo>
                <a:cubicBezTo>
                  <a:pt x="210312" y="54986"/>
                  <a:pt x="210236" y="59368"/>
                  <a:pt x="210084" y="64168"/>
                </a:cubicBezTo>
                <a:cubicBezTo>
                  <a:pt x="209931" y="68969"/>
                  <a:pt x="209855" y="72588"/>
                  <a:pt x="209855" y="75027"/>
                </a:cubicBezTo>
                <a:cubicBezTo>
                  <a:pt x="209855" y="105659"/>
                  <a:pt x="209017" y="133625"/>
                  <a:pt x="207341" y="158923"/>
                </a:cubicBezTo>
                <a:cubicBezTo>
                  <a:pt x="207188" y="161819"/>
                  <a:pt x="207188" y="167457"/>
                  <a:pt x="207341" y="175839"/>
                </a:cubicBezTo>
                <a:cubicBezTo>
                  <a:pt x="207493" y="182393"/>
                  <a:pt x="207341" y="187346"/>
                  <a:pt x="206883" y="190698"/>
                </a:cubicBezTo>
                <a:cubicBezTo>
                  <a:pt x="208103" y="191308"/>
                  <a:pt x="208712" y="192299"/>
                  <a:pt x="208712" y="193670"/>
                </a:cubicBezTo>
                <a:lnTo>
                  <a:pt x="208712" y="203957"/>
                </a:lnTo>
                <a:cubicBezTo>
                  <a:pt x="208712" y="204872"/>
                  <a:pt x="208407" y="205634"/>
                  <a:pt x="207798" y="206243"/>
                </a:cubicBezTo>
                <a:cubicBezTo>
                  <a:pt x="207188" y="206853"/>
                  <a:pt x="206502" y="207158"/>
                  <a:pt x="205740" y="207158"/>
                </a:cubicBezTo>
                <a:cubicBezTo>
                  <a:pt x="205131" y="208224"/>
                  <a:pt x="204293" y="208834"/>
                  <a:pt x="203226" y="208986"/>
                </a:cubicBezTo>
                <a:cubicBezTo>
                  <a:pt x="184633" y="211577"/>
                  <a:pt x="160325" y="213025"/>
                  <a:pt x="130302" y="213330"/>
                </a:cubicBezTo>
                <a:cubicBezTo>
                  <a:pt x="90374" y="213787"/>
                  <a:pt x="66142" y="214244"/>
                  <a:pt x="57608" y="214701"/>
                </a:cubicBezTo>
                <a:cubicBezTo>
                  <a:pt x="56693" y="214701"/>
                  <a:pt x="55893" y="214435"/>
                  <a:pt x="55207" y="213901"/>
                </a:cubicBezTo>
                <a:cubicBezTo>
                  <a:pt x="54522" y="213368"/>
                  <a:pt x="54179" y="212644"/>
                  <a:pt x="54179" y="211730"/>
                </a:cubicBezTo>
                <a:cubicBezTo>
                  <a:pt x="54179" y="210815"/>
                  <a:pt x="54445" y="210015"/>
                  <a:pt x="54979" y="209329"/>
                </a:cubicBezTo>
                <a:cubicBezTo>
                  <a:pt x="55512" y="208644"/>
                  <a:pt x="56236" y="208301"/>
                  <a:pt x="57150" y="208301"/>
                </a:cubicBezTo>
                <a:cubicBezTo>
                  <a:pt x="65532" y="207843"/>
                  <a:pt x="89840" y="207386"/>
                  <a:pt x="130074" y="206929"/>
                </a:cubicBezTo>
                <a:cubicBezTo>
                  <a:pt x="159030" y="206624"/>
                  <a:pt x="182423" y="205253"/>
                  <a:pt x="200254" y="202814"/>
                </a:cubicBezTo>
                <a:cubicBezTo>
                  <a:pt x="200102" y="202357"/>
                  <a:pt x="200025" y="201824"/>
                  <a:pt x="200025" y="201214"/>
                </a:cubicBezTo>
                <a:lnTo>
                  <a:pt x="200483" y="198699"/>
                </a:lnTo>
                <a:cubicBezTo>
                  <a:pt x="200635" y="198395"/>
                  <a:pt x="200711" y="198166"/>
                  <a:pt x="200711" y="198014"/>
                </a:cubicBezTo>
                <a:lnTo>
                  <a:pt x="200711" y="197556"/>
                </a:lnTo>
                <a:lnTo>
                  <a:pt x="200711" y="196871"/>
                </a:lnTo>
                <a:lnTo>
                  <a:pt x="200711" y="194813"/>
                </a:lnTo>
                <a:lnTo>
                  <a:pt x="200711" y="194585"/>
                </a:lnTo>
                <a:cubicBezTo>
                  <a:pt x="200254" y="193975"/>
                  <a:pt x="200102" y="193289"/>
                  <a:pt x="200254" y="192527"/>
                </a:cubicBezTo>
                <a:cubicBezTo>
                  <a:pt x="200864" y="188717"/>
                  <a:pt x="201092" y="183155"/>
                  <a:pt x="200940" y="175839"/>
                </a:cubicBezTo>
                <a:cubicBezTo>
                  <a:pt x="200787" y="167305"/>
                  <a:pt x="200787" y="161514"/>
                  <a:pt x="200940" y="158466"/>
                </a:cubicBezTo>
                <a:cubicBezTo>
                  <a:pt x="202616" y="133472"/>
                  <a:pt x="203454" y="105659"/>
                  <a:pt x="203454" y="75027"/>
                </a:cubicBezTo>
                <a:cubicBezTo>
                  <a:pt x="203454" y="72284"/>
                  <a:pt x="203531" y="68359"/>
                  <a:pt x="203683" y="63254"/>
                </a:cubicBezTo>
                <a:cubicBezTo>
                  <a:pt x="203835" y="58149"/>
                  <a:pt x="203912" y="54339"/>
                  <a:pt x="203912" y="51824"/>
                </a:cubicBezTo>
                <a:cubicBezTo>
                  <a:pt x="203912" y="49309"/>
                  <a:pt x="203759" y="45461"/>
                  <a:pt x="203454" y="40280"/>
                </a:cubicBezTo>
                <a:cubicBezTo>
                  <a:pt x="203302" y="39518"/>
                  <a:pt x="203531" y="38794"/>
                  <a:pt x="204140" y="38108"/>
                </a:cubicBezTo>
                <a:cubicBezTo>
                  <a:pt x="204750" y="37422"/>
                  <a:pt x="205474" y="37003"/>
                  <a:pt x="206312" y="36851"/>
                </a:cubicBezTo>
                <a:close/>
                <a:moveTo>
                  <a:pt x="192482" y="32507"/>
                </a:moveTo>
                <a:lnTo>
                  <a:pt x="192024" y="48281"/>
                </a:lnTo>
                <a:cubicBezTo>
                  <a:pt x="191720" y="58796"/>
                  <a:pt x="191262" y="66721"/>
                  <a:pt x="190653" y="72055"/>
                </a:cubicBezTo>
                <a:cubicBezTo>
                  <a:pt x="188976" y="88209"/>
                  <a:pt x="185243" y="103945"/>
                  <a:pt x="179451" y="119261"/>
                </a:cubicBezTo>
                <a:cubicBezTo>
                  <a:pt x="173660" y="134577"/>
                  <a:pt x="166040" y="150770"/>
                  <a:pt x="156591" y="167838"/>
                </a:cubicBezTo>
                <a:cubicBezTo>
                  <a:pt x="155982" y="168905"/>
                  <a:pt x="155067" y="169439"/>
                  <a:pt x="153848" y="169439"/>
                </a:cubicBezTo>
                <a:cubicBezTo>
                  <a:pt x="153086" y="170048"/>
                  <a:pt x="152172" y="170277"/>
                  <a:pt x="151105" y="170124"/>
                </a:cubicBezTo>
                <a:lnTo>
                  <a:pt x="147676" y="169439"/>
                </a:lnTo>
                <a:lnTo>
                  <a:pt x="146762" y="168981"/>
                </a:lnTo>
                <a:cubicBezTo>
                  <a:pt x="146304" y="169439"/>
                  <a:pt x="145695" y="169667"/>
                  <a:pt x="144933" y="169667"/>
                </a:cubicBezTo>
                <a:cubicBezTo>
                  <a:pt x="138684" y="169667"/>
                  <a:pt x="132169" y="169515"/>
                  <a:pt x="125388" y="169210"/>
                </a:cubicBezTo>
                <a:cubicBezTo>
                  <a:pt x="118606" y="168905"/>
                  <a:pt x="110833" y="168486"/>
                  <a:pt x="102070" y="167953"/>
                </a:cubicBezTo>
                <a:cubicBezTo>
                  <a:pt x="93307" y="167419"/>
                  <a:pt x="86792" y="167076"/>
                  <a:pt x="82525" y="166924"/>
                </a:cubicBezTo>
                <a:cubicBezTo>
                  <a:pt x="80544" y="166619"/>
                  <a:pt x="73686" y="166543"/>
                  <a:pt x="61951" y="166695"/>
                </a:cubicBezTo>
                <a:cubicBezTo>
                  <a:pt x="50216" y="166848"/>
                  <a:pt x="43053" y="166924"/>
                  <a:pt x="40463" y="166924"/>
                </a:cubicBezTo>
                <a:cubicBezTo>
                  <a:pt x="40463" y="167686"/>
                  <a:pt x="40539" y="168677"/>
                  <a:pt x="40691" y="169896"/>
                </a:cubicBezTo>
                <a:cubicBezTo>
                  <a:pt x="40691" y="170353"/>
                  <a:pt x="40844" y="173172"/>
                  <a:pt x="41148" y="178354"/>
                </a:cubicBezTo>
                <a:cubicBezTo>
                  <a:pt x="41301" y="181859"/>
                  <a:pt x="41453" y="184450"/>
                  <a:pt x="41606" y="186126"/>
                </a:cubicBezTo>
                <a:cubicBezTo>
                  <a:pt x="41606" y="186736"/>
                  <a:pt x="41682" y="187269"/>
                  <a:pt x="41834" y="187727"/>
                </a:cubicBezTo>
                <a:cubicBezTo>
                  <a:pt x="42596" y="187879"/>
                  <a:pt x="43511" y="187955"/>
                  <a:pt x="44577" y="187955"/>
                </a:cubicBezTo>
                <a:cubicBezTo>
                  <a:pt x="47168" y="188108"/>
                  <a:pt x="50673" y="188108"/>
                  <a:pt x="55093" y="187955"/>
                </a:cubicBezTo>
                <a:lnTo>
                  <a:pt x="66523" y="187269"/>
                </a:lnTo>
                <a:cubicBezTo>
                  <a:pt x="70943" y="187117"/>
                  <a:pt x="73381" y="187041"/>
                  <a:pt x="73838" y="187041"/>
                </a:cubicBezTo>
                <a:cubicBezTo>
                  <a:pt x="77648" y="186888"/>
                  <a:pt x="83516" y="186774"/>
                  <a:pt x="91440" y="186698"/>
                </a:cubicBezTo>
                <a:cubicBezTo>
                  <a:pt x="99365" y="186622"/>
                  <a:pt x="106414" y="186469"/>
                  <a:pt x="112586" y="186241"/>
                </a:cubicBezTo>
                <a:cubicBezTo>
                  <a:pt x="118758" y="186012"/>
                  <a:pt x="124664" y="185745"/>
                  <a:pt x="130302" y="185441"/>
                </a:cubicBezTo>
                <a:cubicBezTo>
                  <a:pt x="135027" y="185136"/>
                  <a:pt x="143637" y="185136"/>
                  <a:pt x="156134" y="185441"/>
                </a:cubicBezTo>
                <a:cubicBezTo>
                  <a:pt x="167107" y="185745"/>
                  <a:pt x="175489" y="185517"/>
                  <a:pt x="181280" y="184755"/>
                </a:cubicBezTo>
                <a:lnTo>
                  <a:pt x="182423" y="184755"/>
                </a:lnTo>
                <a:cubicBezTo>
                  <a:pt x="183185" y="183688"/>
                  <a:pt x="184176" y="183231"/>
                  <a:pt x="185395" y="183383"/>
                </a:cubicBezTo>
                <a:cubicBezTo>
                  <a:pt x="187071" y="183536"/>
                  <a:pt x="188900" y="183612"/>
                  <a:pt x="190881" y="183612"/>
                </a:cubicBezTo>
                <a:cubicBezTo>
                  <a:pt x="190881" y="152827"/>
                  <a:pt x="191186" y="118308"/>
                  <a:pt x="191796" y="80056"/>
                </a:cubicBezTo>
                <a:cubicBezTo>
                  <a:pt x="191796" y="77008"/>
                  <a:pt x="192024" y="72207"/>
                  <a:pt x="192482" y="65654"/>
                </a:cubicBezTo>
                <a:cubicBezTo>
                  <a:pt x="192939" y="59101"/>
                  <a:pt x="193244" y="54377"/>
                  <a:pt x="193396" y="51481"/>
                </a:cubicBezTo>
                <a:cubicBezTo>
                  <a:pt x="193548" y="43861"/>
                  <a:pt x="193244" y="37536"/>
                  <a:pt x="192482" y="32507"/>
                </a:cubicBezTo>
                <a:close/>
                <a:moveTo>
                  <a:pt x="78867" y="11476"/>
                </a:moveTo>
                <a:cubicBezTo>
                  <a:pt x="77648" y="11628"/>
                  <a:pt x="76200" y="12390"/>
                  <a:pt x="74524" y="13762"/>
                </a:cubicBezTo>
                <a:cubicBezTo>
                  <a:pt x="74372" y="14067"/>
                  <a:pt x="74143" y="14295"/>
                  <a:pt x="73838" y="14448"/>
                </a:cubicBezTo>
                <a:lnTo>
                  <a:pt x="73838" y="32507"/>
                </a:lnTo>
                <a:cubicBezTo>
                  <a:pt x="73838" y="39213"/>
                  <a:pt x="73991" y="43328"/>
                  <a:pt x="74295" y="44852"/>
                </a:cubicBezTo>
                <a:cubicBezTo>
                  <a:pt x="74905" y="48357"/>
                  <a:pt x="76048" y="50109"/>
                  <a:pt x="77724" y="50109"/>
                </a:cubicBezTo>
                <a:cubicBezTo>
                  <a:pt x="79858" y="50109"/>
                  <a:pt x="81458" y="50033"/>
                  <a:pt x="82525" y="49881"/>
                </a:cubicBezTo>
                <a:cubicBezTo>
                  <a:pt x="83897" y="49728"/>
                  <a:pt x="84811" y="49347"/>
                  <a:pt x="85268" y="48738"/>
                </a:cubicBezTo>
                <a:cubicBezTo>
                  <a:pt x="85573" y="48433"/>
                  <a:pt x="85878" y="47519"/>
                  <a:pt x="86183" y="45995"/>
                </a:cubicBezTo>
                <a:cubicBezTo>
                  <a:pt x="86487" y="44318"/>
                  <a:pt x="86716" y="42185"/>
                  <a:pt x="86868" y="39594"/>
                </a:cubicBezTo>
                <a:cubicBezTo>
                  <a:pt x="87021" y="33955"/>
                  <a:pt x="86640" y="28545"/>
                  <a:pt x="85725" y="23363"/>
                </a:cubicBezTo>
                <a:cubicBezTo>
                  <a:pt x="84506" y="17724"/>
                  <a:pt x="82982" y="13991"/>
                  <a:pt x="81153" y="12162"/>
                </a:cubicBezTo>
                <a:cubicBezTo>
                  <a:pt x="80391" y="11552"/>
                  <a:pt x="79629" y="11324"/>
                  <a:pt x="78867" y="11476"/>
                </a:cubicBezTo>
                <a:close/>
                <a:moveTo>
                  <a:pt x="142875" y="6447"/>
                </a:moveTo>
                <a:cubicBezTo>
                  <a:pt x="140285" y="6752"/>
                  <a:pt x="138913" y="6904"/>
                  <a:pt x="138761" y="6904"/>
                </a:cubicBezTo>
                <a:lnTo>
                  <a:pt x="138303" y="6904"/>
                </a:lnTo>
                <a:cubicBezTo>
                  <a:pt x="138456" y="7361"/>
                  <a:pt x="138532" y="7818"/>
                  <a:pt x="138532" y="8276"/>
                </a:cubicBezTo>
                <a:cubicBezTo>
                  <a:pt x="138532" y="11476"/>
                  <a:pt x="138342" y="16162"/>
                  <a:pt x="137961" y="22335"/>
                </a:cubicBezTo>
                <a:cubicBezTo>
                  <a:pt x="137580" y="28507"/>
                  <a:pt x="137389" y="31974"/>
                  <a:pt x="137389" y="32736"/>
                </a:cubicBezTo>
                <a:lnTo>
                  <a:pt x="137389" y="33422"/>
                </a:lnTo>
                <a:cubicBezTo>
                  <a:pt x="137237" y="34336"/>
                  <a:pt x="137122" y="35555"/>
                  <a:pt x="137046" y="37079"/>
                </a:cubicBezTo>
                <a:cubicBezTo>
                  <a:pt x="136970" y="38603"/>
                  <a:pt x="136932" y="39518"/>
                  <a:pt x="136932" y="39822"/>
                </a:cubicBezTo>
                <a:cubicBezTo>
                  <a:pt x="137084" y="40432"/>
                  <a:pt x="137008" y="41042"/>
                  <a:pt x="136703" y="41651"/>
                </a:cubicBezTo>
                <a:cubicBezTo>
                  <a:pt x="136551" y="43937"/>
                  <a:pt x="136627" y="45842"/>
                  <a:pt x="136932" y="47366"/>
                </a:cubicBezTo>
                <a:cubicBezTo>
                  <a:pt x="137237" y="49347"/>
                  <a:pt x="137770" y="50719"/>
                  <a:pt x="138532" y="51481"/>
                </a:cubicBezTo>
                <a:cubicBezTo>
                  <a:pt x="139446" y="52395"/>
                  <a:pt x="140894" y="52776"/>
                  <a:pt x="142875" y="52624"/>
                </a:cubicBezTo>
                <a:cubicBezTo>
                  <a:pt x="145009" y="52472"/>
                  <a:pt x="146533" y="52243"/>
                  <a:pt x="147447" y="51938"/>
                </a:cubicBezTo>
                <a:cubicBezTo>
                  <a:pt x="148667" y="51633"/>
                  <a:pt x="149429" y="51176"/>
                  <a:pt x="149733" y="50567"/>
                </a:cubicBezTo>
                <a:lnTo>
                  <a:pt x="149962" y="48738"/>
                </a:lnTo>
                <a:lnTo>
                  <a:pt x="149962" y="43709"/>
                </a:lnTo>
                <a:lnTo>
                  <a:pt x="149733" y="43709"/>
                </a:lnTo>
                <a:cubicBezTo>
                  <a:pt x="148819" y="43556"/>
                  <a:pt x="148095" y="43099"/>
                  <a:pt x="147562" y="42337"/>
                </a:cubicBezTo>
                <a:cubicBezTo>
                  <a:pt x="147028" y="41575"/>
                  <a:pt x="146838" y="40813"/>
                  <a:pt x="146990" y="40051"/>
                </a:cubicBezTo>
                <a:cubicBezTo>
                  <a:pt x="147295" y="38527"/>
                  <a:pt x="148133" y="37613"/>
                  <a:pt x="149505" y="37308"/>
                </a:cubicBezTo>
                <a:cubicBezTo>
                  <a:pt x="149352" y="34260"/>
                  <a:pt x="149048" y="31059"/>
                  <a:pt x="148590" y="27707"/>
                </a:cubicBezTo>
                <a:cubicBezTo>
                  <a:pt x="147828" y="21611"/>
                  <a:pt x="147066" y="16505"/>
                  <a:pt x="146304" y="12390"/>
                </a:cubicBezTo>
                <a:cubicBezTo>
                  <a:pt x="145695" y="10257"/>
                  <a:pt x="145161" y="8580"/>
                  <a:pt x="144704" y="7361"/>
                </a:cubicBezTo>
                <a:lnTo>
                  <a:pt x="144247" y="6447"/>
                </a:lnTo>
                <a:close/>
                <a:moveTo>
                  <a:pt x="142190" y="46"/>
                </a:moveTo>
                <a:cubicBezTo>
                  <a:pt x="144323" y="-106"/>
                  <a:pt x="146076" y="122"/>
                  <a:pt x="147447" y="732"/>
                </a:cubicBezTo>
                <a:cubicBezTo>
                  <a:pt x="148819" y="1494"/>
                  <a:pt x="149886" y="2942"/>
                  <a:pt x="150648" y="5075"/>
                </a:cubicBezTo>
                <a:cubicBezTo>
                  <a:pt x="151257" y="6599"/>
                  <a:pt x="151867" y="8580"/>
                  <a:pt x="152477" y="11019"/>
                </a:cubicBezTo>
                <a:cubicBezTo>
                  <a:pt x="153391" y="15286"/>
                  <a:pt x="154229" y="20620"/>
                  <a:pt x="154991" y="27021"/>
                </a:cubicBezTo>
                <a:lnTo>
                  <a:pt x="155220" y="27021"/>
                </a:lnTo>
                <a:cubicBezTo>
                  <a:pt x="156439" y="27021"/>
                  <a:pt x="158687" y="27097"/>
                  <a:pt x="161964" y="27249"/>
                </a:cubicBezTo>
                <a:cubicBezTo>
                  <a:pt x="165240" y="27402"/>
                  <a:pt x="167831" y="27402"/>
                  <a:pt x="169736" y="27249"/>
                </a:cubicBezTo>
                <a:cubicBezTo>
                  <a:pt x="171641" y="27097"/>
                  <a:pt x="173508" y="26792"/>
                  <a:pt x="175337" y="26335"/>
                </a:cubicBezTo>
                <a:cubicBezTo>
                  <a:pt x="175641" y="26183"/>
                  <a:pt x="175870" y="26106"/>
                  <a:pt x="176022" y="26106"/>
                </a:cubicBezTo>
                <a:cubicBezTo>
                  <a:pt x="176784" y="25497"/>
                  <a:pt x="177623" y="25268"/>
                  <a:pt x="178537" y="25421"/>
                </a:cubicBezTo>
                <a:cubicBezTo>
                  <a:pt x="180823" y="25725"/>
                  <a:pt x="183566" y="25649"/>
                  <a:pt x="186767" y="25192"/>
                </a:cubicBezTo>
                <a:lnTo>
                  <a:pt x="186767" y="24278"/>
                </a:lnTo>
                <a:cubicBezTo>
                  <a:pt x="186919" y="23363"/>
                  <a:pt x="187338" y="22601"/>
                  <a:pt x="188024" y="21992"/>
                </a:cubicBezTo>
                <a:cubicBezTo>
                  <a:pt x="188710" y="21382"/>
                  <a:pt x="189434" y="21153"/>
                  <a:pt x="190196" y="21306"/>
                </a:cubicBezTo>
                <a:cubicBezTo>
                  <a:pt x="190653" y="21306"/>
                  <a:pt x="191034" y="21382"/>
                  <a:pt x="191339" y="21534"/>
                </a:cubicBezTo>
                <a:cubicBezTo>
                  <a:pt x="191796" y="21077"/>
                  <a:pt x="192329" y="20772"/>
                  <a:pt x="192939" y="20620"/>
                </a:cubicBezTo>
                <a:cubicBezTo>
                  <a:pt x="194920" y="19858"/>
                  <a:pt x="196215" y="20544"/>
                  <a:pt x="196825" y="22677"/>
                </a:cubicBezTo>
                <a:cubicBezTo>
                  <a:pt x="199111" y="29840"/>
                  <a:pt x="200102" y="39518"/>
                  <a:pt x="199797" y="51710"/>
                </a:cubicBezTo>
                <a:cubicBezTo>
                  <a:pt x="199644" y="54605"/>
                  <a:pt x="199340" y="59292"/>
                  <a:pt x="198882" y="65769"/>
                </a:cubicBezTo>
                <a:cubicBezTo>
                  <a:pt x="198425" y="72246"/>
                  <a:pt x="198197" y="77008"/>
                  <a:pt x="198197" y="80056"/>
                </a:cubicBezTo>
                <a:cubicBezTo>
                  <a:pt x="197587" y="118461"/>
                  <a:pt x="197282" y="153132"/>
                  <a:pt x="197282" y="184069"/>
                </a:cubicBezTo>
                <a:cubicBezTo>
                  <a:pt x="198349" y="184679"/>
                  <a:pt x="198882" y="185593"/>
                  <a:pt x="198882" y="186812"/>
                </a:cubicBezTo>
                <a:cubicBezTo>
                  <a:pt x="198882" y="188031"/>
                  <a:pt x="198349" y="188946"/>
                  <a:pt x="197282" y="189555"/>
                </a:cubicBezTo>
                <a:lnTo>
                  <a:pt x="197282" y="191841"/>
                </a:lnTo>
                <a:cubicBezTo>
                  <a:pt x="197282" y="193975"/>
                  <a:pt x="196215" y="195042"/>
                  <a:pt x="194082" y="195042"/>
                </a:cubicBezTo>
                <a:cubicBezTo>
                  <a:pt x="191948" y="195042"/>
                  <a:pt x="190881" y="193975"/>
                  <a:pt x="190881" y="191841"/>
                </a:cubicBezTo>
                <a:lnTo>
                  <a:pt x="190881" y="190013"/>
                </a:lnTo>
                <a:cubicBezTo>
                  <a:pt x="188595" y="190013"/>
                  <a:pt x="186614" y="189936"/>
                  <a:pt x="184938" y="189784"/>
                </a:cubicBezTo>
                <a:lnTo>
                  <a:pt x="184481" y="189784"/>
                </a:lnTo>
                <a:cubicBezTo>
                  <a:pt x="183871" y="190546"/>
                  <a:pt x="183109" y="191003"/>
                  <a:pt x="182195" y="191156"/>
                </a:cubicBezTo>
                <a:cubicBezTo>
                  <a:pt x="176099" y="191918"/>
                  <a:pt x="167412" y="192146"/>
                  <a:pt x="156134" y="191841"/>
                </a:cubicBezTo>
                <a:cubicBezTo>
                  <a:pt x="143790" y="191537"/>
                  <a:pt x="135332" y="191537"/>
                  <a:pt x="130760" y="191841"/>
                </a:cubicBezTo>
                <a:cubicBezTo>
                  <a:pt x="125121" y="192146"/>
                  <a:pt x="119177" y="192413"/>
                  <a:pt x="112929" y="192642"/>
                </a:cubicBezTo>
                <a:cubicBezTo>
                  <a:pt x="106680" y="192870"/>
                  <a:pt x="99594" y="193023"/>
                  <a:pt x="91669" y="193099"/>
                </a:cubicBezTo>
                <a:cubicBezTo>
                  <a:pt x="83744" y="193175"/>
                  <a:pt x="77801" y="193289"/>
                  <a:pt x="73838" y="193442"/>
                </a:cubicBezTo>
                <a:cubicBezTo>
                  <a:pt x="73381" y="193442"/>
                  <a:pt x="70943" y="193518"/>
                  <a:pt x="66523" y="193670"/>
                </a:cubicBezTo>
                <a:lnTo>
                  <a:pt x="55322" y="194356"/>
                </a:lnTo>
                <a:cubicBezTo>
                  <a:pt x="50750" y="194508"/>
                  <a:pt x="47092" y="194508"/>
                  <a:pt x="44349" y="194356"/>
                </a:cubicBezTo>
                <a:cubicBezTo>
                  <a:pt x="42672" y="194356"/>
                  <a:pt x="41301" y="194204"/>
                  <a:pt x="40234" y="193899"/>
                </a:cubicBezTo>
                <a:cubicBezTo>
                  <a:pt x="39624" y="193899"/>
                  <a:pt x="39091" y="193823"/>
                  <a:pt x="38634" y="193670"/>
                </a:cubicBezTo>
                <a:cubicBezTo>
                  <a:pt x="37719" y="193365"/>
                  <a:pt x="37034" y="192984"/>
                  <a:pt x="36576" y="192527"/>
                </a:cubicBezTo>
                <a:lnTo>
                  <a:pt x="35662" y="190927"/>
                </a:lnTo>
                <a:lnTo>
                  <a:pt x="35662" y="190470"/>
                </a:lnTo>
                <a:cubicBezTo>
                  <a:pt x="35662" y="190165"/>
                  <a:pt x="35586" y="189860"/>
                  <a:pt x="35433" y="189555"/>
                </a:cubicBezTo>
                <a:cubicBezTo>
                  <a:pt x="35433" y="188793"/>
                  <a:pt x="35357" y="187879"/>
                  <a:pt x="35205" y="186812"/>
                </a:cubicBezTo>
                <a:cubicBezTo>
                  <a:pt x="35052" y="184983"/>
                  <a:pt x="34900" y="182240"/>
                  <a:pt x="34748" y="178583"/>
                </a:cubicBezTo>
                <a:cubicBezTo>
                  <a:pt x="34443" y="173553"/>
                  <a:pt x="34290" y="170734"/>
                  <a:pt x="34290" y="170124"/>
                </a:cubicBezTo>
                <a:cubicBezTo>
                  <a:pt x="34138" y="168600"/>
                  <a:pt x="34062" y="167457"/>
                  <a:pt x="34062" y="166695"/>
                </a:cubicBezTo>
                <a:cubicBezTo>
                  <a:pt x="21717" y="166391"/>
                  <a:pt x="11202" y="165248"/>
                  <a:pt x="2515" y="163266"/>
                </a:cubicBezTo>
                <a:cubicBezTo>
                  <a:pt x="1601" y="162962"/>
                  <a:pt x="915" y="162428"/>
                  <a:pt x="458" y="161666"/>
                </a:cubicBezTo>
                <a:cubicBezTo>
                  <a:pt x="0" y="160904"/>
                  <a:pt x="-114" y="160104"/>
                  <a:pt x="115" y="159266"/>
                </a:cubicBezTo>
                <a:cubicBezTo>
                  <a:pt x="343" y="158428"/>
                  <a:pt x="839" y="157780"/>
                  <a:pt x="1601" y="157323"/>
                </a:cubicBezTo>
                <a:cubicBezTo>
                  <a:pt x="2363" y="156866"/>
                  <a:pt x="3125" y="156713"/>
                  <a:pt x="3887" y="156866"/>
                </a:cubicBezTo>
                <a:cubicBezTo>
                  <a:pt x="5411" y="157323"/>
                  <a:pt x="6858" y="157628"/>
                  <a:pt x="8230" y="157780"/>
                </a:cubicBezTo>
                <a:cubicBezTo>
                  <a:pt x="8078" y="157018"/>
                  <a:pt x="8230" y="156332"/>
                  <a:pt x="8687" y="155723"/>
                </a:cubicBezTo>
                <a:cubicBezTo>
                  <a:pt x="18593" y="139416"/>
                  <a:pt x="26289" y="124023"/>
                  <a:pt x="31776" y="109545"/>
                </a:cubicBezTo>
                <a:cubicBezTo>
                  <a:pt x="37110" y="95372"/>
                  <a:pt x="40082" y="80285"/>
                  <a:pt x="40691" y="64283"/>
                </a:cubicBezTo>
                <a:cubicBezTo>
                  <a:pt x="40844" y="61235"/>
                  <a:pt x="40691" y="56510"/>
                  <a:pt x="40234" y="50109"/>
                </a:cubicBezTo>
                <a:cubicBezTo>
                  <a:pt x="39777" y="43251"/>
                  <a:pt x="39548" y="38375"/>
                  <a:pt x="39548" y="35479"/>
                </a:cubicBezTo>
                <a:cubicBezTo>
                  <a:pt x="39548" y="33345"/>
                  <a:pt x="40615" y="32279"/>
                  <a:pt x="42749" y="32279"/>
                </a:cubicBezTo>
                <a:cubicBezTo>
                  <a:pt x="43358" y="32279"/>
                  <a:pt x="43892" y="32431"/>
                  <a:pt x="44349" y="32736"/>
                </a:cubicBezTo>
                <a:cubicBezTo>
                  <a:pt x="44958" y="32126"/>
                  <a:pt x="45720" y="31821"/>
                  <a:pt x="46635" y="31821"/>
                </a:cubicBezTo>
                <a:cubicBezTo>
                  <a:pt x="52883" y="31821"/>
                  <a:pt x="58293" y="31593"/>
                  <a:pt x="62865" y="31136"/>
                </a:cubicBezTo>
                <a:cubicBezTo>
                  <a:pt x="63627" y="30983"/>
                  <a:pt x="64351" y="31212"/>
                  <a:pt x="65037" y="31821"/>
                </a:cubicBezTo>
                <a:cubicBezTo>
                  <a:pt x="65723" y="32431"/>
                  <a:pt x="66142" y="33155"/>
                  <a:pt x="66294" y="33993"/>
                </a:cubicBezTo>
                <a:cubicBezTo>
                  <a:pt x="66447" y="34831"/>
                  <a:pt x="66218" y="35593"/>
                  <a:pt x="65609" y="36279"/>
                </a:cubicBezTo>
                <a:cubicBezTo>
                  <a:pt x="64999" y="36965"/>
                  <a:pt x="64237" y="37384"/>
                  <a:pt x="63323" y="37536"/>
                </a:cubicBezTo>
                <a:cubicBezTo>
                  <a:pt x="58751" y="37994"/>
                  <a:pt x="53188" y="38222"/>
                  <a:pt x="46635" y="38222"/>
                </a:cubicBezTo>
                <a:lnTo>
                  <a:pt x="45949" y="38222"/>
                </a:lnTo>
                <a:cubicBezTo>
                  <a:pt x="46101" y="40203"/>
                  <a:pt x="46330" y="44013"/>
                  <a:pt x="46635" y="49652"/>
                </a:cubicBezTo>
                <a:cubicBezTo>
                  <a:pt x="47092" y="55901"/>
                  <a:pt x="47244" y="60930"/>
                  <a:pt x="47092" y="64740"/>
                </a:cubicBezTo>
                <a:cubicBezTo>
                  <a:pt x="46940" y="67635"/>
                  <a:pt x="46711" y="70607"/>
                  <a:pt x="46406" y="73655"/>
                </a:cubicBezTo>
                <a:cubicBezTo>
                  <a:pt x="49607" y="74722"/>
                  <a:pt x="54179" y="75179"/>
                  <a:pt x="60122" y="75027"/>
                </a:cubicBezTo>
                <a:cubicBezTo>
                  <a:pt x="61037" y="75027"/>
                  <a:pt x="61951" y="74989"/>
                  <a:pt x="62865" y="74913"/>
                </a:cubicBezTo>
                <a:cubicBezTo>
                  <a:pt x="63780" y="74836"/>
                  <a:pt x="64809" y="74760"/>
                  <a:pt x="65952" y="74684"/>
                </a:cubicBezTo>
                <a:cubicBezTo>
                  <a:pt x="67095" y="74608"/>
                  <a:pt x="68047" y="74570"/>
                  <a:pt x="68809" y="74570"/>
                </a:cubicBezTo>
                <a:cubicBezTo>
                  <a:pt x="72314" y="74265"/>
                  <a:pt x="75134" y="74189"/>
                  <a:pt x="77267" y="74341"/>
                </a:cubicBezTo>
                <a:cubicBezTo>
                  <a:pt x="109881" y="76017"/>
                  <a:pt x="144399" y="75713"/>
                  <a:pt x="180823" y="73427"/>
                </a:cubicBezTo>
                <a:cubicBezTo>
                  <a:pt x="182195" y="73274"/>
                  <a:pt x="183185" y="73808"/>
                  <a:pt x="183795" y="75027"/>
                </a:cubicBezTo>
                <a:cubicBezTo>
                  <a:pt x="183947" y="73808"/>
                  <a:pt x="184100" y="72665"/>
                  <a:pt x="184252" y="71598"/>
                </a:cubicBezTo>
                <a:cubicBezTo>
                  <a:pt x="184862" y="66264"/>
                  <a:pt x="185319" y="58415"/>
                  <a:pt x="185624" y="48052"/>
                </a:cubicBezTo>
                <a:cubicBezTo>
                  <a:pt x="185776" y="40889"/>
                  <a:pt x="185928" y="35479"/>
                  <a:pt x="186081" y="31821"/>
                </a:cubicBezTo>
                <a:cubicBezTo>
                  <a:pt x="183338" y="32126"/>
                  <a:pt x="180671" y="32126"/>
                  <a:pt x="178080" y="31821"/>
                </a:cubicBezTo>
                <a:cubicBezTo>
                  <a:pt x="177775" y="32126"/>
                  <a:pt x="177470" y="32279"/>
                  <a:pt x="177165" y="32279"/>
                </a:cubicBezTo>
                <a:cubicBezTo>
                  <a:pt x="175489" y="32888"/>
                  <a:pt x="173622" y="33269"/>
                  <a:pt x="171565" y="33422"/>
                </a:cubicBezTo>
                <a:cubicBezTo>
                  <a:pt x="169507" y="33574"/>
                  <a:pt x="167717" y="33650"/>
                  <a:pt x="166193" y="33650"/>
                </a:cubicBezTo>
                <a:cubicBezTo>
                  <a:pt x="164669" y="33650"/>
                  <a:pt x="162764" y="33612"/>
                  <a:pt x="160478" y="33536"/>
                </a:cubicBezTo>
                <a:cubicBezTo>
                  <a:pt x="158192" y="33460"/>
                  <a:pt x="156591" y="33422"/>
                  <a:pt x="155677" y="33422"/>
                </a:cubicBezTo>
                <a:lnTo>
                  <a:pt x="156134" y="38679"/>
                </a:lnTo>
                <a:cubicBezTo>
                  <a:pt x="158877" y="39899"/>
                  <a:pt x="160935" y="41727"/>
                  <a:pt x="162306" y="44166"/>
                </a:cubicBezTo>
                <a:cubicBezTo>
                  <a:pt x="164440" y="47823"/>
                  <a:pt x="165126" y="51405"/>
                  <a:pt x="164364" y="54910"/>
                </a:cubicBezTo>
                <a:cubicBezTo>
                  <a:pt x="163754" y="57958"/>
                  <a:pt x="161925" y="60625"/>
                  <a:pt x="158877" y="62911"/>
                </a:cubicBezTo>
                <a:cubicBezTo>
                  <a:pt x="153848" y="66873"/>
                  <a:pt x="147447" y="68855"/>
                  <a:pt x="139675" y="68855"/>
                </a:cubicBezTo>
                <a:cubicBezTo>
                  <a:pt x="130988" y="68855"/>
                  <a:pt x="125426" y="66264"/>
                  <a:pt x="122987" y="61082"/>
                </a:cubicBezTo>
                <a:cubicBezTo>
                  <a:pt x="120092" y="55291"/>
                  <a:pt x="122606" y="48052"/>
                  <a:pt x="130531" y="39365"/>
                </a:cubicBezTo>
                <a:cubicBezTo>
                  <a:pt x="130531" y="38603"/>
                  <a:pt x="130607" y="37765"/>
                  <a:pt x="130760" y="36851"/>
                </a:cubicBezTo>
                <a:cubicBezTo>
                  <a:pt x="127864" y="37308"/>
                  <a:pt x="124626" y="37651"/>
                  <a:pt x="121044" y="37879"/>
                </a:cubicBezTo>
                <a:cubicBezTo>
                  <a:pt x="117463" y="38108"/>
                  <a:pt x="114681" y="38222"/>
                  <a:pt x="112700" y="38222"/>
                </a:cubicBezTo>
                <a:lnTo>
                  <a:pt x="102642" y="38222"/>
                </a:lnTo>
                <a:lnTo>
                  <a:pt x="94184" y="38222"/>
                </a:lnTo>
                <a:cubicBezTo>
                  <a:pt x="93879" y="38222"/>
                  <a:pt x="93574" y="38146"/>
                  <a:pt x="93269" y="37994"/>
                </a:cubicBezTo>
                <a:lnTo>
                  <a:pt x="93269" y="39137"/>
                </a:lnTo>
                <a:cubicBezTo>
                  <a:pt x="100584" y="39746"/>
                  <a:pt x="105004" y="42261"/>
                  <a:pt x="106528" y="46680"/>
                </a:cubicBezTo>
                <a:cubicBezTo>
                  <a:pt x="108204" y="51252"/>
                  <a:pt x="106528" y="55824"/>
                  <a:pt x="101499" y="60396"/>
                </a:cubicBezTo>
                <a:cubicBezTo>
                  <a:pt x="98603" y="62987"/>
                  <a:pt x="95212" y="64930"/>
                  <a:pt x="91326" y="66226"/>
                </a:cubicBezTo>
                <a:cubicBezTo>
                  <a:pt x="87440" y="67521"/>
                  <a:pt x="83058" y="67674"/>
                  <a:pt x="78182" y="66683"/>
                </a:cubicBezTo>
                <a:cubicBezTo>
                  <a:pt x="73305" y="65692"/>
                  <a:pt x="68809" y="63292"/>
                  <a:pt x="64694" y="59482"/>
                </a:cubicBezTo>
                <a:cubicBezTo>
                  <a:pt x="61799" y="56739"/>
                  <a:pt x="60732" y="53234"/>
                  <a:pt x="61494" y="48966"/>
                </a:cubicBezTo>
                <a:cubicBezTo>
                  <a:pt x="62103" y="45918"/>
                  <a:pt x="63551" y="42947"/>
                  <a:pt x="65837" y="40051"/>
                </a:cubicBezTo>
                <a:cubicBezTo>
                  <a:pt x="66142" y="39441"/>
                  <a:pt x="66675" y="39060"/>
                  <a:pt x="67437" y="38908"/>
                </a:cubicBezTo>
                <a:lnTo>
                  <a:pt x="67437" y="35022"/>
                </a:lnTo>
                <a:lnTo>
                  <a:pt x="67437" y="32507"/>
                </a:lnTo>
                <a:lnTo>
                  <a:pt x="67437" y="10104"/>
                </a:lnTo>
                <a:cubicBezTo>
                  <a:pt x="67437" y="7971"/>
                  <a:pt x="68504" y="6904"/>
                  <a:pt x="70638" y="6904"/>
                </a:cubicBezTo>
                <a:cubicBezTo>
                  <a:pt x="71247" y="6904"/>
                  <a:pt x="71857" y="7056"/>
                  <a:pt x="72467" y="7361"/>
                </a:cubicBezTo>
                <a:cubicBezTo>
                  <a:pt x="74448" y="5990"/>
                  <a:pt x="76353" y="5228"/>
                  <a:pt x="78182" y="5075"/>
                </a:cubicBezTo>
                <a:cubicBezTo>
                  <a:pt x="80925" y="4770"/>
                  <a:pt x="83287" y="5609"/>
                  <a:pt x="85268" y="7590"/>
                </a:cubicBezTo>
                <a:cubicBezTo>
                  <a:pt x="88316" y="10333"/>
                  <a:pt x="90526" y="15134"/>
                  <a:pt x="91898" y="21992"/>
                </a:cubicBezTo>
                <a:cubicBezTo>
                  <a:pt x="92507" y="25192"/>
                  <a:pt x="92888" y="28545"/>
                  <a:pt x="93041" y="32050"/>
                </a:cubicBezTo>
                <a:cubicBezTo>
                  <a:pt x="93498" y="31898"/>
                  <a:pt x="93879" y="31821"/>
                  <a:pt x="94184" y="31821"/>
                </a:cubicBezTo>
                <a:lnTo>
                  <a:pt x="103099" y="31821"/>
                </a:lnTo>
                <a:lnTo>
                  <a:pt x="113615" y="31821"/>
                </a:lnTo>
                <a:cubicBezTo>
                  <a:pt x="115443" y="31821"/>
                  <a:pt x="118110" y="31707"/>
                  <a:pt x="121616" y="31479"/>
                </a:cubicBezTo>
                <a:cubicBezTo>
                  <a:pt x="125121" y="31250"/>
                  <a:pt x="128245" y="30831"/>
                  <a:pt x="130988" y="30221"/>
                </a:cubicBezTo>
                <a:cubicBezTo>
                  <a:pt x="131750" y="17115"/>
                  <a:pt x="132131" y="9800"/>
                  <a:pt x="132131" y="8276"/>
                </a:cubicBezTo>
                <a:cubicBezTo>
                  <a:pt x="132131" y="6142"/>
                  <a:pt x="133198" y="5075"/>
                  <a:pt x="135332" y="5075"/>
                </a:cubicBezTo>
                <a:lnTo>
                  <a:pt x="135789" y="5075"/>
                </a:lnTo>
                <a:cubicBezTo>
                  <a:pt x="135636" y="4618"/>
                  <a:pt x="135560" y="4161"/>
                  <a:pt x="135560" y="3704"/>
                </a:cubicBezTo>
                <a:cubicBezTo>
                  <a:pt x="135560" y="1570"/>
                  <a:pt x="136627" y="503"/>
                  <a:pt x="138761" y="503"/>
                </a:cubicBezTo>
                <a:lnTo>
                  <a:pt x="139675" y="503"/>
                </a:lnTo>
                <a:cubicBezTo>
                  <a:pt x="139980" y="503"/>
                  <a:pt x="140361" y="465"/>
                  <a:pt x="140818" y="389"/>
                </a:cubicBezTo>
                <a:cubicBezTo>
                  <a:pt x="141275" y="313"/>
                  <a:pt x="141732" y="198"/>
                  <a:pt x="142190" y="46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32" name="TextBox 5"/>
          <p:cNvSpPr txBox="1"/>
          <p:nvPr/>
        </p:nvSpPr>
        <p:spPr>
          <a:xfrm>
            <a:off x="7079164" y="1369769"/>
            <a:ext cx="3176724" cy="3385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 defTabSz="1828165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测试方法</a:t>
            </a:r>
          </a:p>
        </p:txBody>
      </p:sp>
      <p:sp>
        <p:nvSpPr>
          <p:cNvPr id="33" name="TextBox 103"/>
          <p:cNvSpPr txBox="1"/>
          <p:nvPr/>
        </p:nvSpPr>
        <p:spPr>
          <a:xfrm>
            <a:off x="7079164" y="1737559"/>
            <a:ext cx="395078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8165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几乎70％的测试方法声称适用于安全性，性能，可重用性以及Web服务测试的60％以上的互操作性，可维护性，可靠性和可重用性效率。对于Web服务而言，对于Web服务的适当功能及其测试而言，以有序的方式工作非常重要，因为它具有有效合并的能力和性能，操作性，可维护性，可重用性和可靠性的过程。</a:t>
            </a:r>
          </a:p>
          <a:p>
            <a:pPr defTabSz="1828165"/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1828165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这些参数显示了有效的价值，某些技术为效率提供了解决方案。大多数研究并未讨论使用不同测试技术的实验效率，如图所示。超过55％的测试方法着重于确保Web服务中测试的效率。这项研究提出了测试方法以及代码的可维护性，安全性，效率，可重用性，可靠性，操作性，性能，这些对于确保SOAP和RESTful的Web服务测试的质量非常重要。提出的技术考虑了操作性，这对于Web服务测试至关重要。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46" name="文本框 45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研究过程及方法</a:t>
              </a:r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-21474826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67" y="1708323"/>
            <a:ext cx="5087604" cy="31907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43"/>
          <p:cNvSpPr/>
          <p:nvPr/>
        </p:nvSpPr>
        <p:spPr>
          <a:xfrm rot="20280238">
            <a:off x="6456257" y="1307930"/>
            <a:ext cx="380054" cy="387986"/>
          </a:xfrm>
          <a:custGeom>
            <a:avLst/>
            <a:gdLst/>
            <a:ahLst/>
            <a:cxnLst/>
            <a:rect l="l" t="t" r="r" b="b"/>
            <a:pathLst>
              <a:path w="210312" h="214701">
                <a:moveTo>
                  <a:pt x="189053" y="194356"/>
                </a:moveTo>
                <a:cubicBezTo>
                  <a:pt x="189967" y="194204"/>
                  <a:pt x="190767" y="194394"/>
                  <a:pt x="191453" y="194928"/>
                </a:cubicBezTo>
                <a:cubicBezTo>
                  <a:pt x="192139" y="195461"/>
                  <a:pt x="192558" y="196185"/>
                  <a:pt x="192710" y="197099"/>
                </a:cubicBezTo>
                <a:cubicBezTo>
                  <a:pt x="192863" y="198014"/>
                  <a:pt x="192672" y="198814"/>
                  <a:pt x="192139" y="199500"/>
                </a:cubicBezTo>
                <a:cubicBezTo>
                  <a:pt x="191605" y="200185"/>
                  <a:pt x="190881" y="200604"/>
                  <a:pt x="189967" y="200757"/>
                </a:cubicBezTo>
                <a:cubicBezTo>
                  <a:pt x="179147" y="202281"/>
                  <a:pt x="167107" y="203386"/>
                  <a:pt x="153848" y="204072"/>
                </a:cubicBezTo>
                <a:cubicBezTo>
                  <a:pt x="140589" y="204757"/>
                  <a:pt x="129274" y="205100"/>
                  <a:pt x="119901" y="205100"/>
                </a:cubicBezTo>
                <a:cubicBezTo>
                  <a:pt x="110529" y="205100"/>
                  <a:pt x="97956" y="204986"/>
                  <a:pt x="82182" y="204757"/>
                </a:cubicBezTo>
                <a:cubicBezTo>
                  <a:pt x="66409" y="204529"/>
                  <a:pt x="55017" y="204414"/>
                  <a:pt x="48006" y="204414"/>
                </a:cubicBezTo>
                <a:cubicBezTo>
                  <a:pt x="45873" y="204414"/>
                  <a:pt x="44806" y="203348"/>
                  <a:pt x="44806" y="201214"/>
                </a:cubicBezTo>
                <a:cubicBezTo>
                  <a:pt x="44806" y="199080"/>
                  <a:pt x="45873" y="198014"/>
                  <a:pt x="48006" y="198014"/>
                </a:cubicBezTo>
                <a:cubicBezTo>
                  <a:pt x="55169" y="198014"/>
                  <a:pt x="66599" y="198128"/>
                  <a:pt x="82296" y="198357"/>
                </a:cubicBezTo>
                <a:cubicBezTo>
                  <a:pt x="97994" y="198585"/>
                  <a:pt x="110490" y="198699"/>
                  <a:pt x="119787" y="198699"/>
                </a:cubicBezTo>
                <a:cubicBezTo>
                  <a:pt x="129083" y="198699"/>
                  <a:pt x="140285" y="198357"/>
                  <a:pt x="153391" y="197671"/>
                </a:cubicBezTo>
                <a:cubicBezTo>
                  <a:pt x="166497" y="196985"/>
                  <a:pt x="178385" y="195880"/>
                  <a:pt x="189053" y="194356"/>
                </a:cubicBezTo>
                <a:close/>
                <a:moveTo>
                  <a:pt x="114072" y="161895"/>
                </a:moveTo>
                <a:lnTo>
                  <a:pt x="113386" y="162123"/>
                </a:lnTo>
                <a:lnTo>
                  <a:pt x="114529" y="162352"/>
                </a:lnTo>
                <a:close/>
                <a:moveTo>
                  <a:pt x="141047" y="141092"/>
                </a:moveTo>
                <a:lnTo>
                  <a:pt x="141047" y="141321"/>
                </a:lnTo>
                <a:lnTo>
                  <a:pt x="141047" y="141549"/>
                </a:lnTo>
                <a:lnTo>
                  <a:pt x="141961" y="141092"/>
                </a:lnTo>
                <a:close/>
                <a:moveTo>
                  <a:pt x="66980" y="136520"/>
                </a:moveTo>
                <a:cubicBezTo>
                  <a:pt x="66066" y="139111"/>
                  <a:pt x="65075" y="141473"/>
                  <a:pt x="64008" y="143607"/>
                </a:cubicBezTo>
                <a:cubicBezTo>
                  <a:pt x="60656" y="151074"/>
                  <a:pt x="57684" y="156180"/>
                  <a:pt x="55093" y="158923"/>
                </a:cubicBezTo>
                <a:cubicBezTo>
                  <a:pt x="55245" y="159380"/>
                  <a:pt x="55322" y="159837"/>
                  <a:pt x="55322" y="160295"/>
                </a:cubicBezTo>
                <a:cubicBezTo>
                  <a:pt x="67666" y="160142"/>
                  <a:pt x="76886" y="160218"/>
                  <a:pt x="82982" y="160523"/>
                </a:cubicBezTo>
                <a:cubicBezTo>
                  <a:pt x="87097" y="160676"/>
                  <a:pt x="92583" y="160980"/>
                  <a:pt x="99441" y="161438"/>
                </a:cubicBezTo>
                <a:lnTo>
                  <a:pt x="99441" y="161209"/>
                </a:lnTo>
                <a:cubicBezTo>
                  <a:pt x="103251" y="156637"/>
                  <a:pt x="107366" y="148712"/>
                  <a:pt x="111786" y="137435"/>
                </a:cubicBezTo>
                <a:lnTo>
                  <a:pt x="111100" y="137435"/>
                </a:lnTo>
                <a:cubicBezTo>
                  <a:pt x="88240" y="136825"/>
                  <a:pt x="75362" y="136520"/>
                  <a:pt x="72467" y="136520"/>
                </a:cubicBezTo>
                <a:close/>
                <a:moveTo>
                  <a:pt x="28118" y="133777"/>
                </a:moveTo>
                <a:cubicBezTo>
                  <a:pt x="24308" y="141397"/>
                  <a:pt x="19660" y="149779"/>
                  <a:pt x="14174" y="158923"/>
                </a:cubicBezTo>
                <a:cubicBezTo>
                  <a:pt x="22556" y="160142"/>
                  <a:pt x="33528" y="160676"/>
                  <a:pt x="47092" y="160523"/>
                </a:cubicBezTo>
                <a:lnTo>
                  <a:pt x="47321" y="160523"/>
                </a:lnTo>
                <a:lnTo>
                  <a:pt x="49835" y="157780"/>
                </a:lnTo>
                <a:cubicBezTo>
                  <a:pt x="49378" y="156561"/>
                  <a:pt x="49607" y="155570"/>
                  <a:pt x="50521" y="154808"/>
                </a:cubicBezTo>
                <a:cubicBezTo>
                  <a:pt x="52502" y="152522"/>
                  <a:pt x="55093" y="147874"/>
                  <a:pt x="58293" y="140864"/>
                </a:cubicBezTo>
                <a:lnTo>
                  <a:pt x="60122" y="136749"/>
                </a:lnTo>
                <a:cubicBezTo>
                  <a:pt x="55855" y="136901"/>
                  <a:pt x="52350" y="136977"/>
                  <a:pt x="49607" y="136977"/>
                </a:cubicBezTo>
                <a:cubicBezTo>
                  <a:pt x="40615" y="136825"/>
                  <a:pt x="33452" y="135758"/>
                  <a:pt x="28118" y="133777"/>
                </a:cubicBezTo>
                <a:close/>
                <a:moveTo>
                  <a:pt x="69723" y="129662"/>
                </a:moveTo>
                <a:lnTo>
                  <a:pt x="69495" y="130119"/>
                </a:lnTo>
                <a:lnTo>
                  <a:pt x="69952" y="130119"/>
                </a:lnTo>
                <a:cubicBezTo>
                  <a:pt x="69952" y="129967"/>
                  <a:pt x="69876" y="129815"/>
                  <a:pt x="69723" y="129662"/>
                </a:cubicBezTo>
                <a:close/>
                <a:moveTo>
                  <a:pt x="75667" y="112289"/>
                </a:moveTo>
                <a:lnTo>
                  <a:pt x="75438" y="113432"/>
                </a:lnTo>
                <a:lnTo>
                  <a:pt x="76353" y="112746"/>
                </a:lnTo>
                <a:cubicBezTo>
                  <a:pt x="76048" y="112593"/>
                  <a:pt x="75819" y="112441"/>
                  <a:pt x="75667" y="112289"/>
                </a:cubicBezTo>
                <a:close/>
                <a:moveTo>
                  <a:pt x="39320" y="106802"/>
                </a:moveTo>
                <a:cubicBezTo>
                  <a:pt x="37034" y="113660"/>
                  <a:pt x="34214" y="120747"/>
                  <a:pt x="30861" y="128062"/>
                </a:cubicBezTo>
                <a:cubicBezTo>
                  <a:pt x="35433" y="129586"/>
                  <a:pt x="41682" y="130424"/>
                  <a:pt x="49607" y="130577"/>
                </a:cubicBezTo>
                <a:cubicBezTo>
                  <a:pt x="52655" y="130577"/>
                  <a:pt x="56998" y="130500"/>
                  <a:pt x="62637" y="130348"/>
                </a:cubicBezTo>
                <a:lnTo>
                  <a:pt x="64237" y="126005"/>
                </a:lnTo>
                <a:cubicBezTo>
                  <a:pt x="64085" y="125090"/>
                  <a:pt x="64313" y="124252"/>
                  <a:pt x="64923" y="123490"/>
                </a:cubicBezTo>
                <a:lnTo>
                  <a:pt x="65380" y="123033"/>
                </a:lnTo>
                <a:lnTo>
                  <a:pt x="67209" y="118004"/>
                </a:lnTo>
                <a:lnTo>
                  <a:pt x="70409" y="108174"/>
                </a:lnTo>
                <a:cubicBezTo>
                  <a:pt x="68428" y="108174"/>
                  <a:pt x="66142" y="108098"/>
                  <a:pt x="63551" y="107945"/>
                </a:cubicBezTo>
                <a:cubicBezTo>
                  <a:pt x="60960" y="107793"/>
                  <a:pt x="58446" y="107793"/>
                  <a:pt x="56007" y="107945"/>
                </a:cubicBezTo>
                <a:cubicBezTo>
                  <a:pt x="53569" y="108098"/>
                  <a:pt x="50750" y="108098"/>
                  <a:pt x="47549" y="107945"/>
                </a:cubicBezTo>
                <a:cubicBezTo>
                  <a:pt x="44349" y="107793"/>
                  <a:pt x="41606" y="107412"/>
                  <a:pt x="39320" y="106802"/>
                </a:cubicBezTo>
                <a:close/>
                <a:moveTo>
                  <a:pt x="176937" y="105888"/>
                </a:moveTo>
                <a:cubicBezTo>
                  <a:pt x="167031" y="105888"/>
                  <a:pt x="150800" y="106345"/>
                  <a:pt x="128245" y="107259"/>
                </a:cubicBezTo>
                <a:cubicBezTo>
                  <a:pt x="126569" y="113355"/>
                  <a:pt x="124816" y="119147"/>
                  <a:pt x="122987" y="124633"/>
                </a:cubicBezTo>
                <a:lnTo>
                  <a:pt x="120701" y="131262"/>
                </a:lnTo>
                <a:cubicBezTo>
                  <a:pt x="131826" y="131415"/>
                  <a:pt x="141504" y="131186"/>
                  <a:pt x="149733" y="130577"/>
                </a:cubicBezTo>
                <a:cubicBezTo>
                  <a:pt x="150953" y="130424"/>
                  <a:pt x="153924" y="130119"/>
                  <a:pt x="158649" y="129662"/>
                </a:cubicBezTo>
                <a:cubicBezTo>
                  <a:pt x="162459" y="129205"/>
                  <a:pt x="165583" y="128976"/>
                  <a:pt x="168021" y="128976"/>
                </a:cubicBezTo>
                <a:lnTo>
                  <a:pt x="168707" y="128976"/>
                </a:lnTo>
                <a:cubicBezTo>
                  <a:pt x="172060" y="121052"/>
                  <a:pt x="174879" y="113355"/>
                  <a:pt x="177165" y="105888"/>
                </a:cubicBezTo>
                <a:close/>
                <a:moveTo>
                  <a:pt x="42977" y="94458"/>
                </a:moveTo>
                <a:lnTo>
                  <a:pt x="42520" y="95829"/>
                </a:lnTo>
                <a:lnTo>
                  <a:pt x="42977" y="95601"/>
                </a:lnTo>
                <a:close/>
                <a:moveTo>
                  <a:pt x="82296" y="80970"/>
                </a:moveTo>
                <a:cubicBezTo>
                  <a:pt x="82449" y="84476"/>
                  <a:pt x="81763" y="89505"/>
                  <a:pt x="80239" y="96058"/>
                </a:cubicBezTo>
                <a:cubicBezTo>
                  <a:pt x="79782" y="97887"/>
                  <a:pt x="79248" y="99868"/>
                  <a:pt x="78639" y="102002"/>
                </a:cubicBezTo>
                <a:cubicBezTo>
                  <a:pt x="89459" y="102154"/>
                  <a:pt x="103328" y="101925"/>
                  <a:pt x="120244" y="101316"/>
                </a:cubicBezTo>
                <a:lnTo>
                  <a:pt x="123216" y="101087"/>
                </a:lnTo>
                <a:cubicBezTo>
                  <a:pt x="125197" y="93772"/>
                  <a:pt x="126721" y="87295"/>
                  <a:pt x="127788" y="81656"/>
                </a:cubicBezTo>
                <a:cubicBezTo>
                  <a:pt x="112243" y="81809"/>
                  <a:pt x="97079" y="81580"/>
                  <a:pt x="82296" y="80970"/>
                </a:cubicBezTo>
                <a:close/>
                <a:moveTo>
                  <a:pt x="45720" y="80056"/>
                </a:moveTo>
                <a:lnTo>
                  <a:pt x="45492" y="80742"/>
                </a:lnTo>
                <a:cubicBezTo>
                  <a:pt x="45644" y="80589"/>
                  <a:pt x="45873" y="80437"/>
                  <a:pt x="46178" y="80285"/>
                </a:cubicBezTo>
                <a:close/>
                <a:moveTo>
                  <a:pt x="183338" y="78913"/>
                </a:moveTo>
                <a:cubicBezTo>
                  <a:pt x="182728" y="79523"/>
                  <a:pt x="182042" y="79827"/>
                  <a:pt x="181280" y="79827"/>
                </a:cubicBezTo>
                <a:cubicBezTo>
                  <a:pt x="165278" y="80894"/>
                  <a:pt x="149581" y="81504"/>
                  <a:pt x="134189" y="81656"/>
                </a:cubicBezTo>
                <a:cubicBezTo>
                  <a:pt x="133274" y="87143"/>
                  <a:pt x="131826" y="93543"/>
                  <a:pt x="129845" y="100859"/>
                </a:cubicBezTo>
                <a:cubicBezTo>
                  <a:pt x="151181" y="99944"/>
                  <a:pt x="166878" y="99487"/>
                  <a:pt x="176937" y="99487"/>
                </a:cubicBezTo>
                <a:cubicBezTo>
                  <a:pt x="177699" y="99487"/>
                  <a:pt x="178308" y="99716"/>
                  <a:pt x="178766" y="100173"/>
                </a:cubicBezTo>
                <a:cubicBezTo>
                  <a:pt x="180747" y="93010"/>
                  <a:pt x="182271" y="85923"/>
                  <a:pt x="183338" y="78913"/>
                </a:cubicBezTo>
                <a:close/>
                <a:moveTo>
                  <a:pt x="156363" y="46680"/>
                </a:moveTo>
                <a:lnTo>
                  <a:pt x="156363" y="48966"/>
                </a:lnTo>
                <a:cubicBezTo>
                  <a:pt x="156210" y="51100"/>
                  <a:pt x="155982" y="52548"/>
                  <a:pt x="155677" y="53310"/>
                </a:cubicBezTo>
                <a:cubicBezTo>
                  <a:pt x="154458" y="55596"/>
                  <a:pt x="152324" y="57196"/>
                  <a:pt x="149276" y="58110"/>
                </a:cubicBezTo>
                <a:cubicBezTo>
                  <a:pt x="147905" y="58568"/>
                  <a:pt x="145923" y="58872"/>
                  <a:pt x="143333" y="59025"/>
                </a:cubicBezTo>
                <a:cubicBezTo>
                  <a:pt x="139370" y="59330"/>
                  <a:pt x="136246" y="58339"/>
                  <a:pt x="133960" y="56053"/>
                </a:cubicBezTo>
                <a:cubicBezTo>
                  <a:pt x="132436" y="54377"/>
                  <a:pt x="131369" y="52167"/>
                  <a:pt x="130760" y="49424"/>
                </a:cubicBezTo>
                <a:cubicBezTo>
                  <a:pt x="128321" y="53234"/>
                  <a:pt x="127635" y="56129"/>
                  <a:pt x="128702" y="58110"/>
                </a:cubicBezTo>
                <a:cubicBezTo>
                  <a:pt x="130074" y="61006"/>
                  <a:pt x="133731" y="62454"/>
                  <a:pt x="139675" y="62454"/>
                </a:cubicBezTo>
                <a:cubicBezTo>
                  <a:pt x="146076" y="62454"/>
                  <a:pt x="151181" y="60930"/>
                  <a:pt x="154991" y="57882"/>
                </a:cubicBezTo>
                <a:cubicBezTo>
                  <a:pt x="156668" y="56510"/>
                  <a:pt x="157734" y="54986"/>
                  <a:pt x="158192" y="53310"/>
                </a:cubicBezTo>
                <a:cubicBezTo>
                  <a:pt x="158496" y="51633"/>
                  <a:pt x="158039" y="49652"/>
                  <a:pt x="156820" y="47366"/>
                </a:cubicBezTo>
                <a:cubicBezTo>
                  <a:pt x="156668" y="47061"/>
                  <a:pt x="156515" y="46833"/>
                  <a:pt x="156363" y="46680"/>
                </a:cubicBezTo>
                <a:close/>
                <a:moveTo>
                  <a:pt x="92812" y="45537"/>
                </a:moveTo>
                <a:lnTo>
                  <a:pt x="92355" y="47366"/>
                </a:lnTo>
                <a:cubicBezTo>
                  <a:pt x="91898" y="49805"/>
                  <a:pt x="91212" y="51633"/>
                  <a:pt x="90297" y="52853"/>
                </a:cubicBezTo>
                <a:cubicBezTo>
                  <a:pt x="88773" y="54681"/>
                  <a:pt x="86564" y="55824"/>
                  <a:pt x="83668" y="56282"/>
                </a:cubicBezTo>
                <a:cubicBezTo>
                  <a:pt x="82144" y="56434"/>
                  <a:pt x="80163" y="56510"/>
                  <a:pt x="77724" y="56510"/>
                </a:cubicBezTo>
                <a:cubicBezTo>
                  <a:pt x="73000" y="56358"/>
                  <a:pt x="69876" y="53615"/>
                  <a:pt x="68352" y="48281"/>
                </a:cubicBezTo>
                <a:lnTo>
                  <a:pt x="67895" y="50109"/>
                </a:lnTo>
                <a:cubicBezTo>
                  <a:pt x="67437" y="52091"/>
                  <a:pt x="67895" y="53691"/>
                  <a:pt x="69266" y="54910"/>
                </a:cubicBezTo>
                <a:cubicBezTo>
                  <a:pt x="72314" y="57806"/>
                  <a:pt x="75705" y="59634"/>
                  <a:pt x="79439" y="60396"/>
                </a:cubicBezTo>
                <a:cubicBezTo>
                  <a:pt x="83173" y="61158"/>
                  <a:pt x="86526" y="61044"/>
                  <a:pt x="89497" y="60054"/>
                </a:cubicBezTo>
                <a:cubicBezTo>
                  <a:pt x="92469" y="59063"/>
                  <a:pt x="95022" y="57577"/>
                  <a:pt x="97155" y="55596"/>
                </a:cubicBezTo>
                <a:cubicBezTo>
                  <a:pt x="100051" y="52853"/>
                  <a:pt x="101194" y="50567"/>
                  <a:pt x="100584" y="48738"/>
                </a:cubicBezTo>
                <a:cubicBezTo>
                  <a:pt x="99975" y="46909"/>
                  <a:pt x="97384" y="45842"/>
                  <a:pt x="92812" y="45537"/>
                </a:cubicBezTo>
                <a:close/>
                <a:moveTo>
                  <a:pt x="206312" y="36851"/>
                </a:moveTo>
                <a:cubicBezTo>
                  <a:pt x="207150" y="36698"/>
                  <a:pt x="207912" y="36927"/>
                  <a:pt x="208598" y="37536"/>
                </a:cubicBezTo>
                <a:cubicBezTo>
                  <a:pt x="209284" y="38146"/>
                  <a:pt x="209703" y="38908"/>
                  <a:pt x="209855" y="39822"/>
                </a:cubicBezTo>
                <a:cubicBezTo>
                  <a:pt x="210160" y="43328"/>
                  <a:pt x="210312" y="47061"/>
                  <a:pt x="210312" y="51024"/>
                </a:cubicBezTo>
                <a:cubicBezTo>
                  <a:pt x="210312" y="54986"/>
                  <a:pt x="210236" y="59368"/>
                  <a:pt x="210084" y="64168"/>
                </a:cubicBezTo>
                <a:cubicBezTo>
                  <a:pt x="209931" y="68969"/>
                  <a:pt x="209855" y="72588"/>
                  <a:pt x="209855" y="75027"/>
                </a:cubicBezTo>
                <a:cubicBezTo>
                  <a:pt x="209855" y="105659"/>
                  <a:pt x="209017" y="133625"/>
                  <a:pt x="207341" y="158923"/>
                </a:cubicBezTo>
                <a:cubicBezTo>
                  <a:pt x="207188" y="161819"/>
                  <a:pt x="207188" y="167457"/>
                  <a:pt x="207341" y="175839"/>
                </a:cubicBezTo>
                <a:cubicBezTo>
                  <a:pt x="207493" y="182393"/>
                  <a:pt x="207341" y="187346"/>
                  <a:pt x="206883" y="190698"/>
                </a:cubicBezTo>
                <a:cubicBezTo>
                  <a:pt x="208103" y="191308"/>
                  <a:pt x="208712" y="192299"/>
                  <a:pt x="208712" y="193670"/>
                </a:cubicBezTo>
                <a:lnTo>
                  <a:pt x="208712" y="203957"/>
                </a:lnTo>
                <a:cubicBezTo>
                  <a:pt x="208712" y="204872"/>
                  <a:pt x="208407" y="205634"/>
                  <a:pt x="207798" y="206243"/>
                </a:cubicBezTo>
                <a:cubicBezTo>
                  <a:pt x="207188" y="206853"/>
                  <a:pt x="206502" y="207158"/>
                  <a:pt x="205740" y="207158"/>
                </a:cubicBezTo>
                <a:cubicBezTo>
                  <a:pt x="205131" y="208224"/>
                  <a:pt x="204293" y="208834"/>
                  <a:pt x="203226" y="208986"/>
                </a:cubicBezTo>
                <a:cubicBezTo>
                  <a:pt x="184633" y="211577"/>
                  <a:pt x="160325" y="213025"/>
                  <a:pt x="130302" y="213330"/>
                </a:cubicBezTo>
                <a:cubicBezTo>
                  <a:pt x="90374" y="213787"/>
                  <a:pt x="66142" y="214244"/>
                  <a:pt x="57608" y="214701"/>
                </a:cubicBezTo>
                <a:cubicBezTo>
                  <a:pt x="56693" y="214701"/>
                  <a:pt x="55893" y="214435"/>
                  <a:pt x="55207" y="213901"/>
                </a:cubicBezTo>
                <a:cubicBezTo>
                  <a:pt x="54522" y="213368"/>
                  <a:pt x="54179" y="212644"/>
                  <a:pt x="54179" y="211730"/>
                </a:cubicBezTo>
                <a:cubicBezTo>
                  <a:pt x="54179" y="210815"/>
                  <a:pt x="54445" y="210015"/>
                  <a:pt x="54979" y="209329"/>
                </a:cubicBezTo>
                <a:cubicBezTo>
                  <a:pt x="55512" y="208644"/>
                  <a:pt x="56236" y="208301"/>
                  <a:pt x="57150" y="208301"/>
                </a:cubicBezTo>
                <a:cubicBezTo>
                  <a:pt x="65532" y="207843"/>
                  <a:pt x="89840" y="207386"/>
                  <a:pt x="130074" y="206929"/>
                </a:cubicBezTo>
                <a:cubicBezTo>
                  <a:pt x="159030" y="206624"/>
                  <a:pt x="182423" y="205253"/>
                  <a:pt x="200254" y="202814"/>
                </a:cubicBezTo>
                <a:cubicBezTo>
                  <a:pt x="200102" y="202357"/>
                  <a:pt x="200025" y="201824"/>
                  <a:pt x="200025" y="201214"/>
                </a:cubicBezTo>
                <a:lnTo>
                  <a:pt x="200483" y="198699"/>
                </a:lnTo>
                <a:cubicBezTo>
                  <a:pt x="200635" y="198395"/>
                  <a:pt x="200711" y="198166"/>
                  <a:pt x="200711" y="198014"/>
                </a:cubicBezTo>
                <a:lnTo>
                  <a:pt x="200711" y="197556"/>
                </a:lnTo>
                <a:lnTo>
                  <a:pt x="200711" y="196871"/>
                </a:lnTo>
                <a:lnTo>
                  <a:pt x="200711" y="194813"/>
                </a:lnTo>
                <a:lnTo>
                  <a:pt x="200711" y="194585"/>
                </a:lnTo>
                <a:cubicBezTo>
                  <a:pt x="200254" y="193975"/>
                  <a:pt x="200102" y="193289"/>
                  <a:pt x="200254" y="192527"/>
                </a:cubicBezTo>
                <a:cubicBezTo>
                  <a:pt x="200864" y="188717"/>
                  <a:pt x="201092" y="183155"/>
                  <a:pt x="200940" y="175839"/>
                </a:cubicBezTo>
                <a:cubicBezTo>
                  <a:pt x="200787" y="167305"/>
                  <a:pt x="200787" y="161514"/>
                  <a:pt x="200940" y="158466"/>
                </a:cubicBezTo>
                <a:cubicBezTo>
                  <a:pt x="202616" y="133472"/>
                  <a:pt x="203454" y="105659"/>
                  <a:pt x="203454" y="75027"/>
                </a:cubicBezTo>
                <a:cubicBezTo>
                  <a:pt x="203454" y="72284"/>
                  <a:pt x="203531" y="68359"/>
                  <a:pt x="203683" y="63254"/>
                </a:cubicBezTo>
                <a:cubicBezTo>
                  <a:pt x="203835" y="58149"/>
                  <a:pt x="203912" y="54339"/>
                  <a:pt x="203912" y="51824"/>
                </a:cubicBezTo>
                <a:cubicBezTo>
                  <a:pt x="203912" y="49309"/>
                  <a:pt x="203759" y="45461"/>
                  <a:pt x="203454" y="40280"/>
                </a:cubicBezTo>
                <a:cubicBezTo>
                  <a:pt x="203302" y="39518"/>
                  <a:pt x="203531" y="38794"/>
                  <a:pt x="204140" y="38108"/>
                </a:cubicBezTo>
                <a:cubicBezTo>
                  <a:pt x="204750" y="37422"/>
                  <a:pt x="205474" y="37003"/>
                  <a:pt x="206312" y="36851"/>
                </a:cubicBezTo>
                <a:close/>
                <a:moveTo>
                  <a:pt x="192482" y="32507"/>
                </a:moveTo>
                <a:lnTo>
                  <a:pt x="192024" y="48281"/>
                </a:lnTo>
                <a:cubicBezTo>
                  <a:pt x="191720" y="58796"/>
                  <a:pt x="191262" y="66721"/>
                  <a:pt x="190653" y="72055"/>
                </a:cubicBezTo>
                <a:cubicBezTo>
                  <a:pt x="188976" y="88209"/>
                  <a:pt x="185243" y="103945"/>
                  <a:pt x="179451" y="119261"/>
                </a:cubicBezTo>
                <a:cubicBezTo>
                  <a:pt x="173660" y="134577"/>
                  <a:pt x="166040" y="150770"/>
                  <a:pt x="156591" y="167838"/>
                </a:cubicBezTo>
                <a:cubicBezTo>
                  <a:pt x="155982" y="168905"/>
                  <a:pt x="155067" y="169439"/>
                  <a:pt x="153848" y="169439"/>
                </a:cubicBezTo>
                <a:cubicBezTo>
                  <a:pt x="153086" y="170048"/>
                  <a:pt x="152172" y="170277"/>
                  <a:pt x="151105" y="170124"/>
                </a:cubicBezTo>
                <a:lnTo>
                  <a:pt x="147676" y="169439"/>
                </a:lnTo>
                <a:lnTo>
                  <a:pt x="146762" y="168981"/>
                </a:lnTo>
                <a:cubicBezTo>
                  <a:pt x="146304" y="169439"/>
                  <a:pt x="145695" y="169667"/>
                  <a:pt x="144933" y="169667"/>
                </a:cubicBezTo>
                <a:cubicBezTo>
                  <a:pt x="138684" y="169667"/>
                  <a:pt x="132169" y="169515"/>
                  <a:pt x="125388" y="169210"/>
                </a:cubicBezTo>
                <a:cubicBezTo>
                  <a:pt x="118606" y="168905"/>
                  <a:pt x="110833" y="168486"/>
                  <a:pt x="102070" y="167953"/>
                </a:cubicBezTo>
                <a:cubicBezTo>
                  <a:pt x="93307" y="167419"/>
                  <a:pt x="86792" y="167076"/>
                  <a:pt x="82525" y="166924"/>
                </a:cubicBezTo>
                <a:cubicBezTo>
                  <a:pt x="80544" y="166619"/>
                  <a:pt x="73686" y="166543"/>
                  <a:pt x="61951" y="166695"/>
                </a:cubicBezTo>
                <a:cubicBezTo>
                  <a:pt x="50216" y="166848"/>
                  <a:pt x="43053" y="166924"/>
                  <a:pt x="40463" y="166924"/>
                </a:cubicBezTo>
                <a:cubicBezTo>
                  <a:pt x="40463" y="167686"/>
                  <a:pt x="40539" y="168677"/>
                  <a:pt x="40691" y="169896"/>
                </a:cubicBezTo>
                <a:cubicBezTo>
                  <a:pt x="40691" y="170353"/>
                  <a:pt x="40844" y="173172"/>
                  <a:pt x="41148" y="178354"/>
                </a:cubicBezTo>
                <a:cubicBezTo>
                  <a:pt x="41301" y="181859"/>
                  <a:pt x="41453" y="184450"/>
                  <a:pt x="41606" y="186126"/>
                </a:cubicBezTo>
                <a:cubicBezTo>
                  <a:pt x="41606" y="186736"/>
                  <a:pt x="41682" y="187269"/>
                  <a:pt x="41834" y="187727"/>
                </a:cubicBezTo>
                <a:cubicBezTo>
                  <a:pt x="42596" y="187879"/>
                  <a:pt x="43511" y="187955"/>
                  <a:pt x="44577" y="187955"/>
                </a:cubicBezTo>
                <a:cubicBezTo>
                  <a:pt x="47168" y="188108"/>
                  <a:pt x="50673" y="188108"/>
                  <a:pt x="55093" y="187955"/>
                </a:cubicBezTo>
                <a:lnTo>
                  <a:pt x="66523" y="187269"/>
                </a:lnTo>
                <a:cubicBezTo>
                  <a:pt x="70943" y="187117"/>
                  <a:pt x="73381" y="187041"/>
                  <a:pt x="73838" y="187041"/>
                </a:cubicBezTo>
                <a:cubicBezTo>
                  <a:pt x="77648" y="186888"/>
                  <a:pt x="83516" y="186774"/>
                  <a:pt x="91440" y="186698"/>
                </a:cubicBezTo>
                <a:cubicBezTo>
                  <a:pt x="99365" y="186622"/>
                  <a:pt x="106414" y="186469"/>
                  <a:pt x="112586" y="186241"/>
                </a:cubicBezTo>
                <a:cubicBezTo>
                  <a:pt x="118758" y="186012"/>
                  <a:pt x="124664" y="185745"/>
                  <a:pt x="130302" y="185441"/>
                </a:cubicBezTo>
                <a:cubicBezTo>
                  <a:pt x="135027" y="185136"/>
                  <a:pt x="143637" y="185136"/>
                  <a:pt x="156134" y="185441"/>
                </a:cubicBezTo>
                <a:cubicBezTo>
                  <a:pt x="167107" y="185745"/>
                  <a:pt x="175489" y="185517"/>
                  <a:pt x="181280" y="184755"/>
                </a:cubicBezTo>
                <a:lnTo>
                  <a:pt x="182423" y="184755"/>
                </a:lnTo>
                <a:cubicBezTo>
                  <a:pt x="183185" y="183688"/>
                  <a:pt x="184176" y="183231"/>
                  <a:pt x="185395" y="183383"/>
                </a:cubicBezTo>
                <a:cubicBezTo>
                  <a:pt x="187071" y="183536"/>
                  <a:pt x="188900" y="183612"/>
                  <a:pt x="190881" y="183612"/>
                </a:cubicBezTo>
                <a:cubicBezTo>
                  <a:pt x="190881" y="152827"/>
                  <a:pt x="191186" y="118308"/>
                  <a:pt x="191796" y="80056"/>
                </a:cubicBezTo>
                <a:cubicBezTo>
                  <a:pt x="191796" y="77008"/>
                  <a:pt x="192024" y="72207"/>
                  <a:pt x="192482" y="65654"/>
                </a:cubicBezTo>
                <a:cubicBezTo>
                  <a:pt x="192939" y="59101"/>
                  <a:pt x="193244" y="54377"/>
                  <a:pt x="193396" y="51481"/>
                </a:cubicBezTo>
                <a:cubicBezTo>
                  <a:pt x="193548" y="43861"/>
                  <a:pt x="193244" y="37536"/>
                  <a:pt x="192482" y="32507"/>
                </a:cubicBezTo>
                <a:close/>
                <a:moveTo>
                  <a:pt x="78867" y="11476"/>
                </a:moveTo>
                <a:cubicBezTo>
                  <a:pt x="77648" y="11628"/>
                  <a:pt x="76200" y="12390"/>
                  <a:pt x="74524" y="13762"/>
                </a:cubicBezTo>
                <a:cubicBezTo>
                  <a:pt x="74372" y="14067"/>
                  <a:pt x="74143" y="14295"/>
                  <a:pt x="73838" y="14448"/>
                </a:cubicBezTo>
                <a:lnTo>
                  <a:pt x="73838" y="32507"/>
                </a:lnTo>
                <a:cubicBezTo>
                  <a:pt x="73838" y="39213"/>
                  <a:pt x="73991" y="43328"/>
                  <a:pt x="74295" y="44852"/>
                </a:cubicBezTo>
                <a:cubicBezTo>
                  <a:pt x="74905" y="48357"/>
                  <a:pt x="76048" y="50109"/>
                  <a:pt x="77724" y="50109"/>
                </a:cubicBezTo>
                <a:cubicBezTo>
                  <a:pt x="79858" y="50109"/>
                  <a:pt x="81458" y="50033"/>
                  <a:pt x="82525" y="49881"/>
                </a:cubicBezTo>
                <a:cubicBezTo>
                  <a:pt x="83897" y="49728"/>
                  <a:pt x="84811" y="49347"/>
                  <a:pt x="85268" y="48738"/>
                </a:cubicBezTo>
                <a:cubicBezTo>
                  <a:pt x="85573" y="48433"/>
                  <a:pt x="85878" y="47519"/>
                  <a:pt x="86183" y="45995"/>
                </a:cubicBezTo>
                <a:cubicBezTo>
                  <a:pt x="86487" y="44318"/>
                  <a:pt x="86716" y="42185"/>
                  <a:pt x="86868" y="39594"/>
                </a:cubicBezTo>
                <a:cubicBezTo>
                  <a:pt x="87021" y="33955"/>
                  <a:pt x="86640" y="28545"/>
                  <a:pt x="85725" y="23363"/>
                </a:cubicBezTo>
                <a:cubicBezTo>
                  <a:pt x="84506" y="17724"/>
                  <a:pt x="82982" y="13991"/>
                  <a:pt x="81153" y="12162"/>
                </a:cubicBezTo>
                <a:cubicBezTo>
                  <a:pt x="80391" y="11552"/>
                  <a:pt x="79629" y="11324"/>
                  <a:pt x="78867" y="11476"/>
                </a:cubicBezTo>
                <a:close/>
                <a:moveTo>
                  <a:pt x="142875" y="6447"/>
                </a:moveTo>
                <a:cubicBezTo>
                  <a:pt x="140285" y="6752"/>
                  <a:pt x="138913" y="6904"/>
                  <a:pt x="138761" y="6904"/>
                </a:cubicBezTo>
                <a:lnTo>
                  <a:pt x="138303" y="6904"/>
                </a:lnTo>
                <a:cubicBezTo>
                  <a:pt x="138456" y="7361"/>
                  <a:pt x="138532" y="7818"/>
                  <a:pt x="138532" y="8276"/>
                </a:cubicBezTo>
                <a:cubicBezTo>
                  <a:pt x="138532" y="11476"/>
                  <a:pt x="138342" y="16162"/>
                  <a:pt x="137961" y="22335"/>
                </a:cubicBezTo>
                <a:cubicBezTo>
                  <a:pt x="137580" y="28507"/>
                  <a:pt x="137389" y="31974"/>
                  <a:pt x="137389" y="32736"/>
                </a:cubicBezTo>
                <a:lnTo>
                  <a:pt x="137389" y="33422"/>
                </a:lnTo>
                <a:cubicBezTo>
                  <a:pt x="137237" y="34336"/>
                  <a:pt x="137122" y="35555"/>
                  <a:pt x="137046" y="37079"/>
                </a:cubicBezTo>
                <a:cubicBezTo>
                  <a:pt x="136970" y="38603"/>
                  <a:pt x="136932" y="39518"/>
                  <a:pt x="136932" y="39822"/>
                </a:cubicBezTo>
                <a:cubicBezTo>
                  <a:pt x="137084" y="40432"/>
                  <a:pt x="137008" y="41042"/>
                  <a:pt x="136703" y="41651"/>
                </a:cubicBezTo>
                <a:cubicBezTo>
                  <a:pt x="136551" y="43937"/>
                  <a:pt x="136627" y="45842"/>
                  <a:pt x="136932" y="47366"/>
                </a:cubicBezTo>
                <a:cubicBezTo>
                  <a:pt x="137237" y="49347"/>
                  <a:pt x="137770" y="50719"/>
                  <a:pt x="138532" y="51481"/>
                </a:cubicBezTo>
                <a:cubicBezTo>
                  <a:pt x="139446" y="52395"/>
                  <a:pt x="140894" y="52776"/>
                  <a:pt x="142875" y="52624"/>
                </a:cubicBezTo>
                <a:cubicBezTo>
                  <a:pt x="145009" y="52472"/>
                  <a:pt x="146533" y="52243"/>
                  <a:pt x="147447" y="51938"/>
                </a:cubicBezTo>
                <a:cubicBezTo>
                  <a:pt x="148667" y="51633"/>
                  <a:pt x="149429" y="51176"/>
                  <a:pt x="149733" y="50567"/>
                </a:cubicBezTo>
                <a:lnTo>
                  <a:pt x="149962" y="48738"/>
                </a:lnTo>
                <a:lnTo>
                  <a:pt x="149962" y="43709"/>
                </a:lnTo>
                <a:lnTo>
                  <a:pt x="149733" y="43709"/>
                </a:lnTo>
                <a:cubicBezTo>
                  <a:pt x="148819" y="43556"/>
                  <a:pt x="148095" y="43099"/>
                  <a:pt x="147562" y="42337"/>
                </a:cubicBezTo>
                <a:cubicBezTo>
                  <a:pt x="147028" y="41575"/>
                  <a:pt x="146838" y="40813"/>
                  <a:pt x="146990" y="40051"/>
                </a:cubicBezTo>
                <a:cubicBezTo>
                  <a:pt x="147295" y="38527"/>
                  <a:pt x="148133" y="37613"/>
                  <a:pt x="149505" y="37308"/>
                </a:cubicBezTo>
                <a:cubicBezTo>
                  <a:pt x="149352" y="34260"/>
                  <a:pt x="149048" y="31059"/>
                  <a:pt x="148590" y="27707"/>
                </a:cubicBezTo>
                <a:cubicBezTo>
                  <a:pt x="147828" y="21611"/>
                  <a:pt x="147066" y="16505"/>
                  <a:pt x="146304" y="12390"/>
                </a:cubicBezTo>
                <a:cubicBezTo>
                  <a:pt x="145695" y="10257"/>
                  <a:pt x="145161" y="8580"/>
                  <a:pt x="144704" y="7361"/>
                </a:cubicBezTo>
                <a:lnTo>
                  <a:pt x="144247" y="6447"/>
                </a:lnTo>
                <a:close/>
                <a:moveTo>
                  <a:pt x="142190" y="46"/>
                </a:moveTo>
                <a:cubicBezTo>
                  <a:pt x="144323" y="-106"/>
                  <a:pt x="146076" y="122"/>
                  <a:pt x="147447" y="732"/>
                </a:cubicBezTo>
                <a:cubicBezTo>
                  <a:pt x="148819" y="1494"/>
                  <a:pt x="149886" y="2942"/>
                  <a:pt x="150648" y="5075"/>
                </a:cubicBezTo>
                <a:cubicBezTo>
                  <a:pt x="151257" y="6599"/>
                  <a:pt x="151867" y="8580"/>
                  <a:pt x="152477" y="11019"/>
                </a:cubicBezTo>
                <a:cubicBezTo>
                  <a:pt x="153391" y="15286"/>
                  <a:pt x="154229" y="20620"/>
                  <a:pt x="154991" y="27021"/>
                </a:cubicBezTo>
                <a:lnTo>
                  <a:pt x="155220" y="27021"/>
                </a:lnTo>
                <a:cubicBezTo>
                  <a:pt x="156439" y="27021"/>
                  <a:pt x="158687" y="27097"/>
                  <a:pt x="161964" y="27249"/>
                </a:cubicBezTo>
                <a:cubicBezTo>
                  <a:pt x="165240" y="27402"/>
                  <a:pt x="167831" y="27402"/>
                  <a:pt x="169736" y="27249"/>
                </a:cubicBezTo>
                <a:cubicBezTo>
                  <a:pt x="171641" y="27097"/>
                  <a:pt x="173508" y="26792"/>
                  <a:pt x="175337" y="26335"/>
                </a:cubicBezTo>
                <a:cubicBezTo>
                  <a:pt x="175641" y="26183"/>
                  <a:pt x="175870" y="26106"/>
                  <a:pt x="176022" y="26106"/>
                </a:cubicBezTo>
                <a:cubicBezTo>
                  <a:pt x="176784" y="25497"/>
                  <a:pt x="177623" y="25268"/>
                  <a:pt x="178537" y="25421"/>
                </a:cubicBezTo>
                <a:cubicBezTo>
                  <a:pt x="180823" y="25725"/>
                  <a:pt x="183566" y="25649"/>
                  <a:pt x="186767" y="25192"/>
                </a:cubicBezTo>
                <a:lnTo>
                  <a:pt x="186767" y="24278"/>
                </a:lnTo>
                <a:cubicBezTo>
                  <a:pt x="186919" y="23363"/>
                  <a:pt x="187338" y="22601"/>
                  <a:pt x="188024" y="21992"/>
                </a:cubicBezTo>
                <a:cubicBezTo>
                  <a:pt x="188710" y="21382"/>
                  <a:pt x="189434" y="21153"/>
                  <a:pt x="190196" y="21306"/>
                </a:cubicBezTo>
                <a:cubicBezTo>
                  <a:pt x="190653" y="21306"/>
                  <a:pt x="191034" y="21382"/>
                  <a:pt x="191339" y="21534"/>
                </a:cubicBezTo>
                <a:cubicBezTo>
                  <a:pt x="191796" y="21077"/>
                  <a:pt x="192329" y="20772"/>
                  <a:pt x="192939" y="20620"/>
                </a:cubicBezTo>
                <a:cubicBezTo>
                  <a:pt x="194920" y="19858"/>
                  <a:pt x="196215" y="20544"/>
                  <a:pt x="196825" y="22677"/>
                </a:cubicBezTo>
                <a:cubicBezTo>
                  <a:pt x="199111" y="29840"/>
                  <a:pt x="200102" y="39518"/>
                  <a:pt x="199797" y="51710"/>
                </a:cubicBezTo>
                <a:cubicBezTo>
                  <a:pt x="199644" y="54605"/>
                  <a:pt x="199340" y="59292"/>
                  <a:pt x="198882" y="65769"/>
                </a:cubicBezTo>
                <a:cubicBezTo>
                  <a:pt x="198425" y="72246"/>
                  <a:pt x="198197" y="77008"/>
                  <a:pt x="198197" y="80056"/>
                </a:cubicBezTo>
                <a:cubicBezTo>
                  <a:pt x="197587" y="118461"/>
                  <a:pt x="197282" y="153132"/>
                  <a:pt x="197282" y="184069"/>
                </a:cubicBezTo>
                <a:cubicBezTo>
                  <a:pt x="198349" y="184679"/>
                  <a:pt x="198882" y="185593"/>
                  <a:pt x="198882" y="186812"/>
                </a:cubicBezTo>
                <a:cubicBezTo>
                  <a:pt x="198882" y="188031"/>
                  <a:pt x="198349" y="188946"/>
                  <a:pt x="197282" y="189555"/>
                </a:cubicBezTo>
                <a:lnTo>
                  <a:pt x="197282" y="191841"/>
                </a:lnTo>
                <a:cubicBezTo>
                  <a:pt x="197282" y="193975"/>
                  <a:pt x="196215" y="195042"/>
                  <a:pt x="194082" y="195042"/>
                </a:cubicBezTo>
                <a:cubicBezTo>
                  <a:pt x="191948" y="195042"/>
                  <a:pt x="190881" y="193975"/>
                  <a:pt x="190881" y="191841"/>
                </a:cubicBezTo>
                <a:lnTo>
                  <a:pt x="190881" y="190013"/>
                </a:lnTo>
                <a:cubicBezTo>
                  <a:pt x="188595" y="190013"/>
                  <a:pt x="186614" y="189936"/>
                  <a:pt x="184938" y="189784"/>
                </a:cubicBezTo>
                <a:lnTo>
                  <a:pt x="184481" y="189784"/>
                </a:lnTo>
                <a:cubicBezTo>
                  <a:pt x="183871" y="190546"/>
                  <a:pt x="183109" y="191003"/>
                  <a:pt x="182195" y="191156"/>
                </a:cubicBezTo>
                <a:cubicBezTo>
                  <a:pt x="176099" y="191918"/>
                  <a:pt x="167412" y="192146"/>
                  <a:pt x="156134" y="191841"/>
                </a:cubicBezTo>
                <a:cubicBezTo>
                  <a:pt x="143790" y="191537"/>
                  <a:pt x="135332" y="191537"/>
                  <a:pt x="130760" y="191841"/>
                </a:cubicBezTo>
                <a:cubicBezTo>
                  <a:pt x="125121" y="192146"/>
                  <a:pt x="119177" y="192413"/>
                  <a:pt x="112929" y="192642"/>
                </a:cubicBezTo>
                <a:cubicBezTo>
                  <a:pt x="106680" y="192870"/>
                  <a:pt x="99594" y="193023"/>
                  <a:pt x="91669" y="193099"/>
                </a:cubicBezTo>
                <a:cubicBezTo>
                  <a:pt x="83744" y="193175"/>
                  <a:pt x="77801" y="193289"/>
                  <a:pt x="73838" y="193442"/>
                </a:cubicBezTo>
                <a:cubicBezTo>
                  <a:pt x="73381" y="193442"/>
                  <a:pt x="70943" y="193518"/>
                  <a:pt x="66523" y="193670"/>
                </a:cubicBezTo>
                <a:lnTo>
                  <a:pt x="55322" y="194356"/>
                </a:lnTo>
                <a:cubicBezTo>
                  <a:pt x="50750" y="194508"/>
                  <a:pt x="47092" y="194508"/>
                  <a:pt x="44349" y="194356"/>
                </a:cubicBezTo>
                <a:cubicBezTo>
                  <a:pt x="42672" y="194356"/>
                  <a:pt x="41301" y="194204"/>
                  <a:pt x="40234" y="193899"/>
                </a:cubicBezTo>
                <a:cubicBezTo>
                  <a:pt x="39624" y="193899"/>
                  <a:pt x="39091" y="193823"/>
                  <a:pt x="38634" y="193670"/>
                </a:cubicBezTo>
                <a:cubicBezTo>
                  <a:pt x="37719" y="193365"/>
                  <a:pt x="37034" y="192984"/>
                  <a:pt x="36576" y="192527"/>
                </a:cubicBezTo>
                <a:lnTo>
                  <a:pt x="35662" y="190927"/>
                </a:lnTo>
                <a:lnTo>
                  <a:pt x="35662" y="190470"/>
                </a:lnTo>
                <a:cubicBezTo>
                  <a:pt x="35662" y="190165"/>
                  <a:pt x="35586" y="189860"/>
                  <a:pt x="35433" y="189555"/>
                </a:cubicBezTo>
                <a:cubicBezTo>
                  <a:pt x="35433" y="188793"/>
                  <a:pt x="35357" y="187879"/>
                  <a:pt x="35205" y="186812"/>
                </a:cubicBezTo>
                <a:cubicBezTo>
                  <a:pt x="35052" y="184983"/>
                  <a:pt x="34900" y="182240"/>
                  <a:pt x="34748" y="178583"/>
                </a:cubicBezTo>
                <a:cubicBezTo>
                  <a:pt x="34443" y="173553"/>
                  <a:pt x="34290" y="170734"/>
                  <a:pt x="34290" y="170124"/>
                </a:cubicBezTo>
                <a:cubicBezTo>
                  <a:pt x="34138" y="168600"/>
                  <a:pt x="34062" y="167457"/>
                  <a:pt x="34062" y="166695"/>
                </a:cubicBezTo>
                <a:cubicBezTo>
                  <a:pt x="21717" y="166391"/>
                  <a:pt x="11202" y="165248"/>
                  <a:pt x="2515" y="163266"/>
                </a:cubicBezTo>
                <a:cubicBezTo>
                  <a:pt x="1601" y="162962"/>
                  <a:pt x="915" y="162428"/>
                  <a:pt x="458" y="161666"/>
                </a:cubicBezTo>
                <a:cubicBezTo>
                  <a:pt x="0" y="160904"/>
                  <a:pt x="-114" y="160104"/>
                  <a:pt x="115" y="159266"/>
                </a:cubicBezTo>
                <a:cubicBezTo>
                  <a:pt x="343" y="158428"/>
                  <a:pt x="839" y="157780"/>
                  <a:pt x="1601" y="157323"/>
                </a:cubicBezTo>
                <a:cubicBezTo>
                  <a:pt x="2363" y="156866"/>
                  <a:pt x="3125" y="156713"/>
                  <a:pt x="3887" y="156866"/>
                </a:cubicBezTo>
                <a:cubicBezTo>
                  <a:pt x="5411" y="157323"/>
                  <a:pt x="6858" y="157628"/>
                  <a:pt x="8230" y="157780"/>
                </a:cubicBezTo>
                <a:cubicBezTo>
                  <a:pt x="8078" y="157018"/>
                  <a:pt x="8230" y="156332"/>
                  <a:pt x="8687" y="155723"/>
                </a:cubicBezTo>
                <a:cubicBezTo>
                  <a:pt x="18593" y="139416"/>
                  <a:pt x="26289" y="124023"/>
                  <a:pt x="31776" y="109545"/>
                </a:cubicBezTo>
                <a:cubicBezTo>
                  <a:pt x="37110" y="95372"/>
                  <a:pt x="40082" y="80285"/>
                  <a:pt x="40691" y="64283"/>
                </a:cubicBezTo>
                <a:cubicBezTo>
                  <a:pt x="40844" y="61235"/>
                  <a:pt x="40691" y="56510"/>
                  <a:pt x="40234" y="50109"/>
                </a:cubicBezTo>
                <a:cubicBezTo>
                  <a:pt x="39777" y="43251"/>
                  <a:pt x="39548" y="38375"/>
                  <a:pt x="39548" y="35479"/>
                </a:cubicBezTo>
                <a:cubicBezTo>
                  <a:pt x="39548" y="33345"/>
                  <a:pt x="40615" y="32279"/>
                  <a:pt x="42749" y="32279"/>
                </a:cubicBezTo>
                <a:cubicBezTo>
                  <a:pt x="43358" y="32279"/>
                  <a:pt x="43892" y="32431"/>
                  <a:pt x="44349" y="32736"/>
                </a:cubicBezTo>
                <a:cubicBezTo>
                  <a:pt x="44958" y="32126"/>
                  <a:pt x="45720" y="31821"/>
                  <a:pt x="46635" y="31821"/>
                </a:cubicBezTo>
                <a:cubicBezTo>
                  <a:pt x="52883" y="31821"/>
                  <a:pt x="58293" y="31593"/>
                  <a:pt x="62865" y="31136"/>
                </a:cubicBezTo>
                <a:cubicBezTo>
                  <a:pt x="63627" y="30983"/>
                  <a:pt x="64351" y="31212"/>
                  <a:pt x="65037" y="31821"/>
                </a:cubicBezTo>
                <a:cubicBezTo>
                  <a:pt x="65723" y="32431"/>
                  <a:pt x="66142" y="33155"/>
                  <a:pt x="66294" y="33993"/>
                </a:cubicBezTo>
                <a:cubicBezTo>
                  <a:pt x="66447" y="34831"/>
                  <a:pt x="66218" y="35593"/>
                  <a:pt x="65609" y="36279"/>
                </a:cubicBezTo>
                <a:cubicBezTo>
                  <a:pt x="64999" y="36965"/>
                  <a:pt x="64237" y="37384"/>
                  <a:pt x="63323" y="37536"/>
                </a:cubicBezTo>
                <a:cubicBezTo>
                  <a:pt x="58751" y="37994"/>
                  <a:pt x="53188" y="38222"/>
                  <a:pt x="46635" y="38222"/>
                </a:cubicBezTo>
                <a:lnTo>
                  <a:pt x="45949" y="38222"/>
                </a:lnTo>
                <a:cubicBezTo>
                  <a:pt x="46101" y="40203"/>
                  <a:pt x="46330" y="44013"/>
                  <a:pt x="46635" y="49652"/>
                </a:cubicBezTo>
                <a:cubicBezTo>
                  <a:pt x="47092" y="55901"/>
                  <a:pt x="47244" y="60930"/>
                  <a:pt x="47092" y="64740"/>
                </a:cubicBezTo>
                <a:cubicBezTo>
                  <a:pt x="46940" y="67635"/>
                  <a:pt x="46711" y="70607"/>
                  <a:pt x="46406" y="73655"/>
                </a:cubicBezTo>
                <a:cubicBezTo>
                  <a:pt x="49607" y="74722"/>
                  <a:pt x="54179" y="75179"/>
                  <a:pt x="60122" y="75027"/>
                </a:cubicBezTo>
                <a:cubicBezTo>
                  <a:pt x="61037" y="75027"/>
                  <a:pt x="61951" y="74989"/>
                  <a:pt x="62865" y="74913"/>
                </a:cubicBezTo>
                <a:cubicBezTo>
                  <a:pt x="63780" y="74836"/>
                  <a:pt x="64809" y="74760"/>
                  <a:pt x="65952" y="74684"/>
                </a:cubicBezTo>
                <a:cubicBezTo>
                  <a:pt x="67095" y="74608"/>
                  <a:pt x="68047" y="74570"/>
                  <a:pt x="68809" y="74570"/>
                </a:cubicBezTo>
                <a:cubicBezTo>
                  <a:pt x="72314" y="74265"/>
                  <a:pt x="75134" y="74189"/>
                  <a:pt x="77267" y="74341"/>
                </a:cubicBezTo>
                <a:cubicBezTo>
                  <a:pt x="109881" y="76017"/>
                  <a:pt x="144399" y="75713"/>
                  <a:pt x="180823" y="73427"/>
                </a:cubicBezTo>
                <a:cubicBezTo>
                  <a:pt x="182195" y="73274"/>
                  <a:pt x="183185" y="73808"/>
                  <a:pt x="183795" y="75027"/>
                </a:cubicBezTo>
                <a:cubicBezTo>
                  <a:pt x="183947" y="73808"/>
                  <a:pt x="184100" y="72665"/>
                  <a:pt x="184252" y="71598"/>
                </a:cubicBezTo>
                <a:cubicBezTo>
                  <a:pt x="184862" y="66264"/>
                  <a:pt x="185319" y="58415"/>
                  <a:pt x="185624" y="48052"/>
                </a:cubicBezTo>
                <a:cubicBezTo>
                  <a:pt x="185776" y="40889"/>
                  <a:pt x="185928" y="35479"/>
                  <a:pt x="186081" y="31821"/>
                </a:cubicBezTo>
                <a:cubicBezTo>
                  <a:pt x="183338" y="32126"/>
                  <a:pt x="180671" y="32126"/>
                  <a:pt x="178080" y="31821"/>
                </a:cubicBezTo>
                <a:cubicBezTo>
                  <a:pt x="177775" y="32126"/>
                  <a:pt x="177470" y="32279"/>
                  <a:pt x="177165" y="32279"/>
                </a:cubicBezTo>
                <a:cubicBezTo>
                  <a:pt x="175489" y="32888"/>
                  <a:pt x="173622" y="33269"/>
                  <a:pt x="171565" y="33422"/>
                </a:cubicBezTo>
                <a:cubicBezTo>
                  <a:pt x="169507" y="33574"/>
                  <a:pt x="167717" y="33650"/>
                  <a:pt x="166193" y="33650"/>
                </a:cubicBezTo>
                <a:cubicBezTo>
                  <a:pt x="164669" y="33650"/>
                  <a:pt x="162764" y="33612"/>
                  <a:pt x="160478" y="33536"/>
                </a:cubicBezTo>
                <a:cubicBezTo>
                  <a:pt x="158192" y="33460"/>
                  <a:pt x="156591" y="33422"/>
                  <a:pt x="155677" y="33422"/>
                </a:cubicBezTo>
                <a:lnTo>
                  <a:pt x="156134" y="38679"/>
                </a:lnTo>
                <a:cubicBezTo>
                  <a:pt x="158877" y="39899"/>
                  <a:pt x="160935" y="41727"/>
                  <a:pt x="162306" y="44166"/>
                </a:cubicBezTo>
                <a:cubicBezTo>
                  <a:pt x="164440" y="47823"/>
                  <a:pt x="165126" y="51405"/>
                  <a:pt x="164364" y="54910"/>
                </a:cubicBezTo>
                <a:cubicBezTo>
                  <a:pt x="163754" y="57958"/>
                  <a:pt x="161925" y="60625"/>
                  <a:pt x="158877" y="62911"/>
                </a:cubicBezTo>
                <a:cubicBezTo>
                  <a:pt x="153848" y="66873"/>
                  <a:pt x="147447" y="68855"/>
                  <a:pt x="139675" y="68855"/>
                </a:cubicBezTo>
                <a:cubicBezTo>
                  <a:pt x="130988" y="68855"/>
                  <a:pt x="125426" y="66264"/>
                  <a:pt x="122987" y="61082"/>
                </a:cubicBezTo>
                <a:cubicBezTo>
                  <a:pt x="120092" y="55291"/>
                  <a:pt x="122606" y="48052"/>
                  <a:pt x="130531" y="39365"/>
                </a:cubicBezTo>
                <a:cubicBezTo>
                  <a:pt x="130531" y="38603"/>
                  <a:pt x="130607" y="37765"/>
                  <a:pt x="130760" y="36851"/>
                </a:cubicBezTo>
                <a:cubicBezTo>
                  <a:pt x="127864" y="37308"/>
                  <a:pt x="124626" y="37651"/>
                  <a:pt x="121044" y="37879"/>
                </a:cubicBezTo>
                <a:cubicBezTo>
                  <a:pt x="117463" y="38108"/>
                  <a:pt x="114681" y="38222"/>
                  <a:pt x="112700" y="38222"/>
                </a:cubicBezTo>
                <a:lnTo>
                  <a:pt x="102642" y="38222"/>
                </a:lnTo>
                <a:lnTo>
                  <a:pt x="94184" y="38222"/>
                </a:lnTo>
                <a:cubicBezTo>
                  <a:pt x="93879" y="38222"/>
                  <a:pt x="93574" y="38146"/>
                  <a:pt x="93269" y="37994"/>
                </a:cubicBezTo>
                <a:lnTo>
                  <a:pt x="93269" y="39137"/>
                </a:lnTo>
                <a:cubicBezTo>
                  <a:pt x="100584" y="39746"/>
                  <a:pt x="105004" y="42261"/>
                  <a:pt x="106528" y="46680"/>
                </a:cubicBezTo>
                <a:cubicBezTo>
                  <a:pt x="108204" y="51252"/>
                  <a:pt x="106528" y="55824"/>
                  <a:pt x="101499" y="60396"/>
                </a:cubicBezTo>
                <a:cubicBezTo>
                  <a:pt x="98603" y="62987"/>
                  <a:pt x="95212" y="64930"/>
                  <a:pt x="91326" y="66226"/>
                </a:cubicBezTo>
                <a:cubicBezTo>
                  <a:pt x="87440" y="67521"/>
                  <a:pt x="83058" y="67674"/>
                  <a:pt x="78182" y="66683"/>
                </a:cubicBezTo>
                <a:cubicBezTo>
                  <a:pt x="73305" y="65692"/>
                  <a:pt x="68809" y="63292"/>
                  <a:pt x="64694" y="59482"/>
                </a:cubicBezTo>
                <a:cubicBezTo>
                  <a:pt x="61799" y="56739"/>
                  <a:pt x="60732" y="53234"/>
                  <a:pt x="61494" y="48966"/>
                </a:cubicBezTo>
                <a:cubicBezTo>
                  <a:pt x="62103" y="45918"/>
                  <a:pt x="63551" y="42947"/>
                  <a:pt x="65837" y="40051"/>
                </a:cubicBezTo>
                <a:cubicBezTo>
                  <a:pt x="66142" y="39441"/>
                  <a:pt x="66675" y="39060"/>
                  <a:pt x="67437" y="38908"/>
                </a:cubicBezTo>
                <a:lnTo>
                  <a:pt x="67437" y="35022"/>
                </a:lnTo>
                <a:lnTo>
                  <a:pt x="67437" y="32507"/>
                </a:lnTo>
                <a:lnTo>
                  <a:pt x="67437" y="10104"/>
                </a:lnTo>
                <a:cubicBezTo>
                  <a:pt x="67437" y="7971"/>
                  <a:pt x="68504" y="6904"/>
                  <a:pt x="70638" y="6904"/>
                </a:cubicBezTo>
                <a:cubicBezTo>
                  <a:pt x="71247" y="6904"/>
                  <a:pt x="71857" y="7056"/>
                  <a:pt x="72467" y="7361"/>
                </a:cubicBezTo>
                <a:cubicBezTo>
                  <a:pt x="74448" y="5990"/>
                  <a:pt x="76353" y="5228"/>
                  <a:pt x="78182" y="5075"/>
                </a:cubicBezTo>
                <a:cubicBezTo>
                  <a:pt x="80925" y="4770"/>
                  <a:pt x="83287" y="5609"/>
                  <a:pt x="85268" y="7590"/>
                </a:cubicBezTo>
                <a:cubicBezTo>
                  <a:pt x="88316" y="10333"/>
                  <a:pt x="90526" y="15134"/>
                  <a:pt x="91898" y="21992"/>
                </a:cubicBezTo>
                <a:cubicBezTo>
                  <a:pt x="92507" y="25192"/>
                  <a:pt x="92888" y="28545"/>
                  <a:pt x="93041" y="32050"/>
                </a:cubicBezTo>
                <a:cubicBezTo>
                  <a:pt x="93498" y="31898"/>
                  <a:pt x="93879" y="31821"/>
                  <a:pt x="94184" y="31821"/>
                </a:cubicBezTo>
                <a:lnTo>
                  <a:pt x="103099" y="31821"/>
                </a:lnTo>
                <a:lnTo>
                  <a:pt x="113615" y="31821"/>
                </a:lnTo>
                <a:cubicBezTo>
                  <a:pt x="115443" y="31821"/>
                  <a:pt x="118110" y="31707"/>
                  <a:pt x="121616" y="31479"/>
                </a:cubicBezTo>
                <a:cubicBezTo>
                  <a:pt x="125121" y="31250"/>
                  <a:pt x="128245" y="30831"/>
                  <a:pt x="130988" y="30221"/>
                </a:cubicBezTo>
                <a:cubicBezTo>
                  <a:pt x="131750" y="17115"/>
                  <a:pt x="132131" y="9800"/>
                  <a:pt x="132131" y="8276"/>
                </a:cubicBezTo>
                <a:cubicBezTo>
                  <a:pt x="132131" y="6142"/>
                  <a:pt x="133198" y="5075"/>
                  <a:pt x="135332" y="5075"/>
                </a:cubicBezTo>
                <a:lnTo>
                  <a:pt x="135789" y="5075"/>
                </a:lnTo>
                <a:cubicBezTo>
                  <a:pt x="135636" y="4618"/>
                  <a:pt x="135560" y="4161"/>
                  <a:pt x="135560" y="3704"/>
                </a:cubicBezTo>
                <a:cubicBezTo>
                  <a:pt x="135560" y="1570"/>
                  <a:pt x="136627" y="503"/>
                  <a:pt x="138761" y="503"/>
                </a:cubicBezTo>
                <a:lnTo>
                  <a:pt x="139675" y="503"/>
                </a:lnTo>
                <a:cubicBezTo>
                  <a:pt x="139980" y="503"/>
                  <a:pt x="140361" y="465"/>
                  <a:pt x="140818" y="389"/>
                </a:cubicBezTo>
                <a:cubicBezTo>
                  <a:pt x="141275" y="313"/>
                  <a:pt x="141732" y="198"/>
                  <a:pt x="142190" y="46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32" name="TextBox 5"/>
          <p:cNvSpPr txBox="1"/>
          <p:nvPr/>
        </p:nvSpPr>
        <p:spPr>
          <a:xfrm>
            <a:off x="7079164" y="1263237"/>
            <a:ext cx="3176724" cy="3385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 defTabSz="1828165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测试方法</a:t>
            </a:r>
          </a:p>
        </p:txBody>
      </p:sp>
      <p:sp>
        <p:nvSpPr>
          <p:cNvPr id="33" name="TextBox 103"/>
          <p:cNvSpPr txBox="1"/>
          <p:nvPr/>
        </p:nvSpPr>
        <p:spPr>
          <a:xfrm>
            <a:off x="7079164" y="1631027"/>
            <a:ext cx="39507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8165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操作性和安全性是确保测试过程中系统质量的关键要素，但是大多数研究并未按照上诉的图中的分析进行考虑和讨论。对于即使不遵循40％技术的Web服务进行测试的可靠性和可重用性也是如此。以确保更好的质量测试。确保满足所有功能和非功能需求是至关重要的，无论在Web服务测试期间是否预先定义了这些要求。</a:t>
            </a:r>
          </a:p>
          <a:p>
            <a:pPr defTabSz="1828165"/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1828165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通过这些可以看出,有70％的作品受到不同技术或方法的支持，其中20％的作品提出了为Web服务测试目的而开发的工具。40％的研究介绍了作者建议的不同框架模型。</a:t>
            </a:r>
          </a:p>
          <a:p>
            <a:pPr defTabSz="1828165"/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1828165"/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结果表明，几乎70％的研究支持SOAP，而30％的研究则为其提供了解释。作者使用远程过程调用（RPC）样式和Document XML样式，因为Document XML样式在执行测试时更有效，高效和可重用，特别是针对表中所示的操作性，性能，安全性和可维护性，使用不同技术或方法进行测试。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46" name="文本框 45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研究过程及方法</a:t>
              </a:r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-21474826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26" y="1608161"/>
            <a:ext cx="5351670" cy="38822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43"/>
          <p:cNvSpPr/>
          <p:nvPr/>
        </p:nvSpPr>
        <p:spPr>
          <a:xfrm rot="20280238">
            <a:off x="6456257" y="1414462"/>
            <a:ext cx="380054" cy="387986"/>
          </a:xfrm>
          <a:custGeom>
            <a:avLst/>
            <a:gdLst/>
            <a:ahLst/>
            <a:cxnLst/>
            <a:rect l="l" t="t" r="r" b="b"/>
            <a:pathLst>
              <a:path w="210312" h="214701">
                <a:moveTo>
                  <a:pt x="189053" y="194356"/>
                </a:moveTo>
                <a:cubicBezTo>
                  <a:pt x="189967" y="194204"/>
                  <a:pt x="190767" y="194394"/>
                  <a:pt x="191453" y="194928"/>
                </a:cubicBezTo>
                <a:cubicBezTo>
                  <a:pt x="192139" y="195461"/>
                  <a:pt x="192558" y="196185"/>
                  <a:pt x="192710" y="197099"/>
                </a:cubicBezTo>
                <a:cubicBezTo>
                  <a:pt x="192863" y="198014"/>
                  <a:pt x="192672" y="198814"/>
                  <a:pt x="192139" y="199500"/>
                </a:cubicBezTo>
                <a:cubicBezTo>
                  <a:pt x="191605" y="200185"/>
                  <a:pt x="190881" y="200604"/>
                  <a:pt x="189967" y="200757"/>
                </a:cubicBezTo>
                <a:cubicBezTo>
                  <a:pt x="179147" y="202281"/>
                  <a:pt x="167107" y="203386"/>
                  <a:pt x="153848" y="204072"/>
                </a:cubicBezTo>
                <a:cubicBezTo>
                  <a:pt x="140589" y="204757"/>
                  <a:pt x="129274" y="205100"/>
                  <a:pt x="119901" y="205100"/>
                </a:cubicBezTo>
                <a:cubicBezTo>
                  <a:pt x="110529" y="205100"/>
                  <a:pt x="97956" y="204986"/>
                  <a:pt x="82182" y="204757"/>
                </a:cubicBezTo>
                <a:cubicBezTo>
                  <a:pt x="66409" y="204529"/>
                  <a:pt x="55017" y="204414"/>
                  <a:pt x="48006" y="204414"/>
                </a:cubicBezTo>
                <a:cubicBezTo>
                  <a:pt x="45873" y="204414"/>
                  <a:pt x="44806" y="203348"/>
                  <a:pt x="44806" y="201214"/>
                </a:cubicBezTo>
                <a:cubicBezTo>
                  <a:pt x="44806" y="199080"/>
                  <a:pt x="45873" y="198014"/>
                  <a:pt x="48006" y="198014"/>
                </a:cubicBezTo>
                <a:cubicBezTo>
                  <a:pt x="55169" y="198014"/>
                  <a:pt x="66599" y="198128"/>
                  <a:pt x="82296" y="198357"/>
                </a:cubicBezTo>
                <a:cubicBezTo>
                  <a:pt x="97994" y="198585"/>
                  <a:pt x="110490" y="198699"/>
                  <a:pt x="119787" y="198699"/>
                </a:cubicBezTo>
                <a:cubicBezTo>
                  <a:pt x="129083" y="198699"/>
                  <a:pt x="140285" y="198357"/>
                  <a:pt x="153391" y="197671"/>
                </a:cubicBezTo>
                <a:cubicBezTo>
                  <a:pt x="166497" y="196985"/>
                  <a:pt x="178385" y="195880"/>
                  <a:pt x="189053" y="194356"/>
                </a:cubicBezTo>
                <a:close/>
                <a:moveTo>
                  <a:pt x="114072" y="161895"/>
                </a:moveTo>
                <a:lnTo>
                  <a:pt x="113386" y="162123"/>
                </a:lnTo>
                <a:lnTo>
                  <a:pt x="114529" y="162352"/>
                </a:lnTo>
                <a:close/>
                <a:moveTo>
                  <a:pt x="141047" y="141092"/>
                </a:moveTo>
                <a:lnTo>
                  <a:pt x="141047" y="141321"/>
                </a:lnTo>
                <a:lnTo>
                  <a:pt x="141047" y="141549"/>
                </a:lnTo>
                <a:lnTo>
                  <a:pt x="141961" y="141092"/>
                </a:lnTo>
                <a:close/>
                <a:moveTo>
                  <a:pt x="66980" y="136520"/>
                </a:moveTo>
                <a:cubicBezTo>
                  <a:pt x="66066" y="139111"/>
                  <a:pt x="65075" y="141473"/>
                  <a:pt x="64008" y="143607"/>
                </a:cubicBezTo>
                <a:cubicBezTo>
                  <a:pt x="60656" y="151074"/>
                  <a:pt x="57684" y="156180"/>
                  <a:pt x="55093" y="158923"/>
                </a:cubicBezTo>
                <a:cubicBezTo>
                  <a:pt x="55245" y="159380"/>
                  <a:pt x="55322" y="159837"/>
                  <a:pt x="55322" y="160295"/>
                </a:cubicBezTo>
                <a:cubicBezTo>
                  <a:pt x="67666" y="160142"/>
                  <a:pt x="76886" y="160218"/>
                  <a:pt x="82982" y="160523"/>
                </a:cubicBezTo>
                <a:cubicBezTo>
                  <a:pt x="87097" y="160676"/>
                  <a:pt x="92583" y="160980"/>
                  <a:pt x="99441" y="161438"/>
                </a:cubicBezTo>
                <a:lnTo>
                  <a:pt x="99441" y="161209"/>
                </a:lnTo>
                <a:cubicBezTo>
                  <a:pt x="103251" y="156637"/>
                  <a:pt x="107366" y="148712"/>
                  <a:pt x="111786" y="137435"/>
                </a:cubicBezTo>
                <a:lnTo>
                  <a:pt x="111100" y="137435"/>
                </a:lnTo>
                <a:cubicBezTo>
                  <a:pt x="88240" y="136825"/>
                  <a:pt x="75362" y="136520"/>
                  <a:pt x="72467" y="136520"/>
                </a:cubicBezTo>
                <a:close/>
                <a:moveTo>
                  <a:pt x="28118" y="133777"/>
                </a:moveTo>
                <a:cubicBezTo>
                  <a:pt x="24308" y="141397"/>
                  <a:pt x="19660" y="149779"/>
                  <a:pt x="14174" y="158923"/>
                </a:cubicBezTo>
                <a:cubicBezTo>
                  <a:pt x="22556" y="160142"/>
                  <a:pt x="33528" y="160676"/>
                  <a:pt x="47092" y="160523"/>
                </a:cubicBezTo>
                <a:lnTo>
                  <a:pt x="47321" y="160523"/>
                </a:lnTo>
                <a:lnTo>
                  <a:pt x="49835" y="157780"/>
                </a:lnTo>
                <a:cubicBezTo>
                  <a:pt x="49378" y="156561"/>
                  <a:pt x="49607" y="155570"/>
                  <a:pt x="50521" y="154808"/>
                </a:cubicBezTo>
                <a:cubicBezTo>
                  <a:pt x="52502" y="152522"/>
                  <a:pt x="55093" y="147874"/>
                  <a:pt x="58293" y="140864"/>
                </a:cubicBezTo>
                <a:lnTo>
                  <a:pt x="60122" y="136749"/>
                </a:lnTo>
                <a:cubicBezTo>
                  <a:pt x="55855" y="136901"/>
                  <a:pt x="52350" y="136977"/>
                  <a:pt x="49607" y="136977"/>
                </a:cubicBezTo>
                <a:cubicBezTo>
                  <a:pt x="40615" y="136825"/>
                  <a:pt x="33452" y="135758"/>
                  <a:pt x="28118" y="133777"/>
                </a:cubicBezTo>
                <a:close/>
                <a:moveTo>
                  <a:pt x="69723" y="129662"/>
                </a:moveTo>
                <a:lnTo>
                  <a:pt x="69495" y="130119"/>
                </a:lnTo>
                <a:lnTo>
                  <a:pt x="69952" y="130119"/>
                </a:lnTo>
                <a:cubicBezTo>
                  <a:pt x="69952" y="129967"/>
                  <a:pt x="69876" y="129815"/>
                  <a:pt x="69723" y="129662"/>
                </a:cubicBezTo>
                <a:close/>
                <a:moveTo>
                  <a:pt x="75667" y="112289"/>
                </a:moveTo>
                <a:lnTo>
                  <a:pt x="75438" y="113432"/>
                </a:lnTo>
                <a:lnTo>
                  <a:pt x="76353" y="112746"/>
                </a:lnTo>
                <a:cubicBezTo>
                  <a:pt x="76048" y="112593"/>
                  <a:pt x="75819" y="112441"/>
                  <a:pt x="75667" y="112289"/>
                </a:cubicBezTo>
                <a:close/>
                <a:moveTo>
                  <a:pt x="39320" y="106802"/>
                </a:moveTo>
                <a:cubicBezTo>
                  <a:pt x="37034" y="113660"/>
                  <a:pt x="34214" y="120747"/>
                  <a:pt x="30861" y="128062"/>
                </a:cubicBezTo>
                <a:cubicBezTo>
                  <a:pt x="35433" y="129586"/>
                  <a:pt x="41682" y="130424"/>
                  <a:pt x="49607" y="130577"/>
                </a:cubicBezTo>
                <a:cubicBezTo>
                  <a:pt x="52655" y="130577"/>
                  <a:pt x="56998" y="130500"/>
                  <a:pt x="62637" y="130348"/>
                </a:cubicBezTo>
                <a:lnTo>
                  <a:pt x="64237" y="126005"/>
                </a:lnTo>
                <a:cubicBezTo>
                  <a:pt x="64085" y="125090"/>
                  <a:pt x="64313" y="124252"/>
                  <a:pt x="64923" y="123490"/>
                </a:cubicBezTo>
                <a:lnTo>
                  <a:pt x="65380" y="123033"/>
                </a:lnTo>
                <a:lnTo>
                  <a:pt x="67209" y="118004"/>
                </a:lnTo>
                <a:lnTo>
                  <a:pt x="70409" y="108174"/>
                </a:lnTo>
                <a:cubicBezTo>
                  <a:pt x="68428" y="108174"/>
                  <a:pt x="66142" y="108098"/>
                  <a:pt x="63551" y="107945"/>
                </a:cubicBezTo>
                <a:cubicBezTo>
                  <a:pt x="60960" y="107793"/>
                  <a:pt x="58446" y="107793"/>
                  <a:pt x="56007" y="107945"/>
                </a:cubicBezTo>
                <a:cubicBezTo>
                  <a:pt x="53569" y="108098"/>
                  <a:pt x="50750" y="108098"/>
                  <a:pt x="47549" y="107945"/>
                </a:cubicBezTo>
                <a:cubicBezTo>
                  <a:pt x="44349" y="107793"/>
                  <a:pt x="41606" y="107412"/>
                  <a:pt x="39320" y="106802"/>
                </a:cubicBezTo>
                <a:close/>
                <a:moveTo>
                  <a:pt x="176937" y="105888"/>
                </a:moveTo>
                <a:cubicBezTo>
                  <a:pt x="167031" y="105888"/>
                  <a:pt x="150800" y="106345"/>
                  <a:pt x="128245" y="107259"/>
                </a:cubicBezTo>
                <a:cubicBezTo>
                  <a:pt x="126569" y="113355"/>
                  <a:pt x="124816" y="119147"/>
                  <a:pt x="122987" y="124633"/>
                </a:cubicBezTo>
                <a:lnTo>
                  <a:pt x="120701" y="131262"/>
                </a:lnTo>
                <a:cubicBezTo>
                  <a:pt x="131826" y="131415"/>
                  <a:pt x="141504" y="131186"/>
                  <a:pt x="149733" y="130577"/>
                </a:cubicBezTo>
                <a:cubicBezTo>
                  <a:pt x="150953" y="130424"/>
                  <a:pt x="153924" y="130119"/>
                  <a:pt x="158649" y="129662"/>
                </a:cubicBezTo>
                <a:cubicBezTo>
                  <a:pt x="162459" y="129205"/>
                  <a:pt x="165583" y="128976"/>
                  <a:pt x="168021" y="128976"/>
                </a:cubicBezTo>
                <a:lnTo>
                  <a:pt x="168707" y="128976"/>
                </a:lnTo>
                <a:cubicBezTo>
                  <a:pt x="172060" y="121052"/>
                  <a:pt x="174879" y="113355"/>
                  <a:pt x="177165" y="105888"/>
                </a:cubicBezTo>
                <a:close/>
                <a:moveTo>
                  <a:pt x="42977" y="94458"/>
                </a:moveTo>
                <a:lnTo>
                  <a:pt x="42520" y="95829"/>
                </a:lnTo>
                <a:lnTo>
                  <a:pt x="42977" y="95601"/>
                </a:lnTo>
                <a:close/>
                <a:moveTo>
                  <a:pt x="82296" y="80970"/>
                </a:moveTo>
                <a:cubicBezTo>
                  <a:pt x="82449" y="84476"/>
                  <a:pt x="81763" y="89505"/>
                  <a:pt x="80239" y="96058"/>
                </a:cubicBezTo>
                <a:cubicBezTo>
                  <a:pt x="79782" y="97887"/>
                  <a:pt x="79248" y="99868"/>
                  <a:pt x="78639" y="102002"/>
                </a:cubicBezTo>
                <a:cubicBezTo>
                  <a:pt x="89459" y="102154"/>
                  <a:pt x="103328" y="101925"/>
                  <a:pt x="120244" y="101316"/>
                </a:cubicBezTo>
                <a:lnTo>
                  <a:pt x="123216" y="101087"/>
                </a:lnTo>
                <a:cubicBezTo>
                  <a:pt x="125197" y="93772"/>
                  <a:pt x="126721" y="87295"/>
                  <a:pt x="127788" y="81656"/>
                </a:cubicBezTo>
                <a:cubicBezTo>
                  <a:pt x="112243" y="81809"/>
                  <a:pt x="97079" y="81580"/>
                  <a:pt x="82296" y="80970"/>
                </a:cubicBezTo>
                <a:close/>
                <a:moveTo>
                  <a:pt x="45720" y="80056"/>
                </a:moveTo>
                <a:lnTo>
                  <a:pt x="45492" y="80742"/>
                </a:lnTo>
                <a:cubicBezTo>
                  <a:pt x="45644" y="80589"/>
                  <a:pt x="45873" y="80437"/>
                  <a:pt x="46178" y="80285"/>
                </a:cubicBezTo>
                <a:close/>
                <a:moveTo>
                  <a:pt x="183338" y="78913"/>
                </a:moveTo>
                <a:cubicBezTo>
                  <a:pt x="182728" y="79523"/>
                  <a:pt x="182042" y="79827"/>
                  <a:pt x="181280" y="79827"/>
                </a:cubicBezTo>
                <a:cubicBezTo>
                  <a:pt x="165278" y="80894"/>
                  <a:pt x="149581" y="81504"/>
                  <a:pt x="134189" y="81656"/>
                </a:cubicBezTo>
                <a:cubicBezTo>
                  <a:pt x="133274" y="87143"/>
                  <a:pt x="131826" y="93543"/>
                  <a:pt x="129845" y="100859"/>
                </a:cubicBezTo>
                <a:cubicBezTo>
                  <a:pt x="151181" y="99944"/>
                  <a:pt x="166878" y="99487"/>
                  <a:pt x="176937" y="99487"/>
                </a:cubicBezTo>
                <a:cubicBezTo>
                  <a:pt x="177699" y="99487"/>
                  <a:pt x="178308" y="99716"/>
                  <a:pt x="178766" y="100173"/>
                </a:cubicBezTo>
                <a:cubicBezTo>
                  <a:pt x="180747" y="93010"/>
                  <a:pt x="182271" y="85923"/>
                  <a:pt x="183338" y="78913"/>
                </a:cubicBezTo>
                <a:close/>
                <a:moveTo>
                  <a:pt x="156363" y="46680"/>
                </a:moveTo>
                <a:lnTo>
                  <a:pt x="156363" y="48966"/>
                </a:lnTo>
                <a:cubicBezTo>
                  <a:pt x="156210" y="51100"/>
                  <a:pt x="155982" y="52548"/>
                  <a:pt x="155677" y="53310"/>
                </a:cubicBezTo>
                <a:cubicBezTo>
                  <a:pt x="154458" y="55596"/>
                  <a:pt x="152324" y="57196"/>
                  <a:pt x="149276" y="58110"/>
                </a:cubicBezTo>
                <a:cubicBezTo>
                  <a:pt x="147905" y="58568"/>
                  <a:pt x="145923" y="58872"/>
                  <a:pt x="143333" y="59025"/>
                </a:cubicBezTo>
                <a:cubicBezTo>
                  <a:pt x="139370" y="59330"/>
                  <a:pt x="136246" y="58339"/>
                  <a:pt x="133960" y="56053"/>
                </a:cubicBezTo>
                <a:cubicBezTo>
                  <a:pt x="132436" y="54377"/>
                  <a:pt x="131369" y="52167"/>
                  <a:pt x="130760" y="49424"/>
                </a:cubicBezTo>
                <a:cubicBezTo>
                  <a:pt x="128321" y="53234"/>
                  <a:pt x="127635" y="56129"/>
                  <a:pt x="128702" y="58110"/>
                </a:cubicBezTo>
                <a:cubicBezTo>
                  <a:pt x="130074" y="61006"/>
                  <a:pt x="133731" y="62454"/>
                  <a:pt x="139675" y="62454"/>
                </a:cubicBezTo>
                <a:cubicBezTo>
                  <a:pt x="146076" y="62454"/>
                  <a:pt x="151181" y="60930"/>
                  <a:pt x="154991" y="57882"/>
                </a:cubicBezTo>
                <a:cubicBezTo>
                  <a:pt x="156668" y="56510"/>
                  <a:pt x="157734" y="54986"/>
                  <a:pt x="158192" y="53310"/>
                </a:cubicBezTo>
                <a:cubicBezTo>
                  <a:pt x="158496" y="51633"/>
                  <a:pt x="158039" y="49652"/>
                  <a:pt x="156820" y="47366"/>
                </a:cubicBezTo>
                <a:cubicBezTo>
                  <a:pt x="156668" y="47061"/>
                  <a:pt x="156515" y="46833"/>
                  <a:pt x="156363" y="46680"/>
                </a:cubicBezTo>
                <a:close/>
                <a:moveTo>
                  <a:pt x="92812" y="45537"/>
                </a:moveTo>
                <a:lnTo>
                  <a:pt x="92355" y="47366"/>
                </a:lnTo>
                <a:cubicBezTo>
                  <a:pt x="91898" y="49805"/>
                  <a:pt x="91212" y="51633"/>
                  <a:pt x="90297" y="52853"/>
                </a:cubicBezTo>
                <a:cubicBezTo>
                  <a:pt x="88773" y="54681"/>
                  <a:pt x="86564" y="55824"/>
                  <a:pt x="83668" y="56282"/>
                </a:cubicBezTo>
                <a:cubicBezTo>
                  <a:pt x="82144" y="56434"/>
                  <a:pt x="80163" y="56510"/>
                  <a:pt x="77724" y="56510"/>
                </a:cubicBezTo>
                <a:cubicBezTo>
                  <a:pt x="73000" y="56358"/>
                  <a:pt x="69876" y="53615"/>
                  <a:pt x="68352" y="48281"/>
                </a:cubicBezTo>
                <a:lnTo>
                  <a:pt x="67895" y="50109"/>
                </a:lnTo>
                <a:cubicBezTo>
                  <a:pt x="67437" y="52091"/>
                  <a:pt x="67895" y="53691"/>
                  <a:pt x="69266" y="54910"/>
                </a:cubicBezTo>
                <a:cubicBezTo>
                  <a:pt x="72314" y="57806"/>
                  <a:pt x="75705" y="59634"/>
                  <a:pt x="79439" y="60396"/>
                </a:cubicBezTo>
                <a:cubicBezTo>
                  <a:pt x="83173" y="61158"/>
                  <a:pt x="86526" y="61044"/>
                  <a:pt x="89497" y="60054"/>
                </a:cubicBezTo>
                <a:cubicBezTo>
                  <a:pt x="92469" y="59063"/>
                  <a:pt x="95022" y="57577"/>
                  <a:pt x="97155" y="55596"/>
                </a:cubicBezTo>
                <a:cubicBezTo>
                  <a:pt x="100051" y="52853"/>
                  <a:pt x="101194" y="50567"/>
                  <a:pt x="100584" y="48738"/>
                </a:cubicBezTo>
                <a:cubicBezTo>
                  <a:pt x="99975" y="46909"/>
                  <a:pt x="97384" y="45842"/>
                  <a:pt x="92812" y="45537"/>
                </a:cubicBezTo>
                <a:close/>
                <a:moveTo>
                  <a:pt x="206312" y="36851"/>
                </a:moveTo>
                <a:cubicBezTo>
                  <a:pt x="207150" y="36698"/>
                  <a:pt x="207912" y="36927"/>
                  <a:pt x="208598" y="37536"/>
                </a:cubicBezTo>
                <a:cubicBezTo>
                  <a:pt x="209284" y="38146"/>
                  <a:pt x="209703" y="38908"/>
                  <a:pt x="209855" y="39822"/>
                </a:cubicBezTo>
                <a:cubicBezTo>
                  <a:pt x="210160" y="43328"/>
                  <a:pt x="210312" y="47061"/>
                  <a:pt x="210312" y="51024"/>
                </a:cubicBezTo>
                <a:cubicBezTo>
                  <a:pt x="210312" y="54986"/>
                  <a:pt x="210236" y="59368"/>
                  <a:pt x="210084" y="64168"/>
                </a:cubicBezTo>
                <a:cubicBezTo>
                  <a:pt x="209931" y="68969"/>
                  <a:pt x="209855" y="72588"/>
                  <a:pt x="209855" y="75027"/>
                </a:cubicBezTo>
                <a:cubicBezTo>
                  <a:pt x="209855" y="105659"/>
                  <a:pt x="209017" y="133625"/>
                  <a:pt x="207341" y="158923"/>
                </a:cubicBezTo>
                <a:cubicBezTo>
                  <a:pt x="207188" y="161819"/>
                  <a:pt x="207188" y="167457"/>
                  <a:pt x="207341" y="175839"/>
                </a:cubicBezTo>
                <a:cubicBezTo>
                  <a:pt x="207493" y="182393"/>
                  <a:pt x="207341" y="187346"/>
                  <a:pt x="206883" y="190698"/>
                </a:cubicBezTo>
                <a:cubicBezTo>
                  <a:pt x="208103" y="191308"/>
                  <a:pt x="208712" y="192299"/>
                  <a:pt x="208712" y="193670"/>
                </a:cubicBezTo>
                <a:lnTo>
                  <a:pt x="208712" y="203957"/>
                </a:lnTo>
                <a:cubicBezTo>
                  <a:pt x="208712" y="204872"/>
                  <a:pt x="208407" y="205634"/>
                  <a:pt x="207798" y="206243"/>
                </a:cubicBezTo>
                <a:cubicBezTo>
                  <a:pt x="207188" y="206853"/>
                  <a:pt x="206502" y="207158"/>
                  <a:pt x="205740" y="207158"/>
                </a:cubicBezTo>
                <a:cubicBezTo>
                  <a:pt x="205131" y="208224"/>
                  <a:pt x="204293" y="208834"/>
                  <a:pt x="203226" y="208986"/>
                </a:cubicBezTo>
                <a:cubicBezTo>
                  <a:pt x="184633" y="211577"/>
                  <a:pt x="160325" y="213025"/>
                  <a:pt x="130302" y="213330"/>
                </a:cubicBezTo>
                <a:cubicBezTo>
                  <a:pt x="90374" y="213787"/>
                  <a:pt x="66142" y="214244"/>
                  <a:pt x="57608" y="214701"/>
                </a:cubicBezTo>
                <a:cubicBezTo>
                  <a:pt x="56693" y="214701"/>
                  <a:pt x="55893" y="214435"/>
                  <a:pt x="55207" y="213901"/>
                </a:cubicBezTo>
                <a:cubicBezTo>
                  <a:pt x="54522" y="213368"/>
                  <a:pt x="54179" y="212644"/>
                  <a:pt x="54179" y="211730"/>
                </a:cubicBezTo>
                <a:cubicBezTo>
                  <a:pt x="54179" y="210815"/>
                  <a:pt x="54445" y="210015"/>
                  <a:pt x="54979" y="209329"/>
                </a:cubicBezTo>
                <a:cubicBezTo>
                  <a:pt x="55512" y="208644"/>
                  <a:pt x="56236" y="208301"/>
                  <a:pt x="57150" y="208301"/>
                </a:cubicBezTo>
                <a:cubicBezTo>
                  <a:pt x="65532" y="207843"/>
                  <a:pt x="89840" y="207386"/>
                  <a:pt x="130074" y="206929"/>
                </a:cubicBezTo>
                <a:cubicBezTo>
                  <a:pt x="159030" y="206624"/>
                  <a:pt x="182423" y="205253"/>
                  <a:pt x="200254" y="202814"/>
                </a:cubicBezTo>
                <a:cubicBezTo>
                  <a:pt x="200102" y="202357"/>
                  <a:pt x="200025" y="201824"/>
                  <a:pt x="200025" y="201214"/>
                </a:cubicBezTo>
                <a:lnTo>
                  <a:pt x="200483" y="198699"/>
                </a:lnTo>
                <a:cubicBezTo>
                  <a:pt x="200635" y="198395"/>
                  <a:pt x="200711" y="198166"/>
                  <a:pt x="200711" y="198014"/>
                </a:cubicBezTo>
                <a:lnTo>
                  <a:pt x="200711" y="197556"/>
                </a:lnTo>
                <a:lnTo>
                  <a:pt x="200711" y="196871"/>
                </a:lnTo>
                <a:lnTo>
                  <a:pt x="200711" y="194813"/>
                </a:lnTo>
                <a:lnTo>
                  <a:pt x="200711" y="194585"/>
                </a:lnTo>
                <a:cubicBezTo>
                  <a:pt x="200254" y="193975"/>
                  <a:pt x="200102" y="193289"/>
                  <a:pt x="200254" y="192527"/>
                </a:cubicBezTo>
                <a:cubicBezTo>
                  <a:pt x="200864" y="188717"/>
                  <a:pt x="201092" y="183155"/>
                  <a:pt x="200940" y="175839"/>
                </a:cubicBezTo>
                <a:cubicBezTo>
                  <a:pt x="200787" y="167305"/>
                  <a:pt x="200787" y="161514"/>
                  <a:pt x="200940" y="158466"/>
                </a:cubicBezTo>
                <a:cubicBezTo>
                  <a:pt x="202616" y="133472"/>
                  <a:pt x="203454" y="105659"/>
                  <a:pt x="203454" y="75027"/>
                </a:cubicBezTo>
                <a:cubicBezTo>
                  <a:pt x="203454" y="72284"/>
                  <a:pt x="203531" y="68359"/>
                  <a:pt x="203683" y="63254"/>
                </a:cubicBezTo>
                <a:cubicBezTo>
                  <a:pt x="203835" y="58149"/>
                  <a:pt x="203912" y="54339"/>
                  <a:pt x="203912" y="51824"/>
                </a:cubicBezTo>
                <a:cubicBezTo>
                  <a:pt x="203912" y="49309"/>
                  <a:pt x="203759" y="45461"/>
                  <a:pt x="203454" y="40280"/>
                </a:cubicBezTo>
                <a:cubicBezTo>
                  <a:pt x="203302" y="39518"/>
                  <a:pt x="203531" y="38794"/>
                  <a:pt x="204140" y="38108"/>
                </a:cubicBezTo>
                <a:cubicBezTo>
                  <a:pt x="204750" y="37422"/>
                  <a:pt x="205474" y="37003"/>
                  <a:pt x="206312" y="36851"/>
                </a:cubicBezTo>
                <a:close/>
                <a:moveTo>
                  <a:pt x="192482" y="32507"/>
                </a:moveTo>
                <a:lnTo>
                  <a:pt x="192024" y="48281"/>
                </a:lnTo>
                <a:cubicBezTo>
                  <a:pt x="191720" y="58796"/>
                  <a:pt x="191262" y="66721"/>
                  <a:pt x="190653" y="72055"/>
                </a:cubicBezTo>
                <a:cubicBezTo>
                  <a:pt x="188976" y="88209"/>
                  <a:pt x="185243" y="103945"/>
                  <a:pt x="179451" y="119261"/>
                </a:cubicBezTo>
                <a:cubicBezTo>
                  <a:pt x="173660" y="134577"/>
                  <a:pt x="166040" y="150770"/>
                  <a:pt x="156591" y="167838"/>
                </a:cubicBezTo>
                <a:cubicBezTo>
                  <a:pt x="155982" y="168905"/>
                  <a:pt x="155067" y="169439"/>
                  <a:pt x="153848" y="169439"/>
                </a:cubicBezTo>
                <a:cubicBezTo>
                  <a:pt x="153086" y="170048"/>
                  <a:pt x="152172" y="170277"/>
                  <a:pt x="151105" y="170124"/>
                </a:cubicBezTo>
                <a:lnTo>
                  <a:pt x="147676" y="169439"/>
                </a:lnTo>
                <a:lnTo>
                  <a:pt x="146762" y="168981"/>
                </a:lnTo>
                <a:cubicBezTo>
                  <a:pt x="146304" y="169439"/>
                  <a:pt x="145695" y="169667"/>
                  <a:pt x="144933" y="169667"/>
                </a:cubicBezTo>
                <a:cubicBezTo>
                  <a:pt x="138684" y="169667"/>
                  <a:pt x="132169" y="169515"/>
                  <a:pt x="125388" y="169210"/>
                </a:cubicBezTo>
                <a:cubicBezTo>
                  <a:pt x="118606" y="168905"/>
                  <a:pt x="110833" y="168486"/>
                  <a:pt x="102070" y="167953"/>
                </a:cubicBezTo>
                <a:cubicBezTo>
                  <a:pt x="93307" y="167419"/>
                  <a:pt x="86792" y="167076"/>
                  <a:pt x="82525" y="166924"/>
                </a:cubicBezTo>
                <a:cubicBezTo>
                  <a:pt x="80544" y="166619"/>
                  <a:pt x="73686" y="166543"/>
                  <a:pt x="61951" y="166695"/>
                </a:cubicBezTo>
                <a:cubicBezTo>
                  <a:pt x="50216" y="166848"/>
                  <a:pt x="43053" y="166924"/>
                  <a:pt x="40463" y="166924"/>
                </a:cubicBezTo>
                <a:cubicBezTo>
                  <a:pt x="40463" y="167686"/>
                  <a:pt x="40539" y="168677"/>
                  <a:pt x="40691" y="169896"/>
                </a:cubicBezTo>
                <a:cubicBezTo>
                  <a:pt x="40691" y="170353"/>
                  <a:pt x="40844" y="173172"/>
                  <a:pt x="41148" y="178354"/>
                </a:cubicBezTo>
                <a:cubicBezTo>
                  <a:pt x="41301" y="181859"/>
                  <a:pt x="41453" y="184450"/>
                  <a:pt x="41606" y="186126"/>
                </a:cubicBezTo>
                <a:cubicBezTo>
                  <a:pt x="41606" y="186736"/>
                  <a:pt x="41682" y="187269"/>
                  <a:pt x="41834" y="187727"/>
                </a:cubicBezTo>
                <a:cubicBezTo>
                  <a:pt x="42596" y="187879"/>
                  <a:pt x="43511" y="187955"/>
                  <a:pt x="44577" y="187955"/>
                </a:cubicBezTo>
                <a:cubicBezTo>
                  <a:pt x="47168" y="188108"/>
                  <a:pt x="50673" y="188108"/>
                  <a:pt x="55093" y="187955"/>
                </a:cubicBezTo>
                <a:lnTo>
                  <a:pt x="66523" y="187269"/>
                </a:lnTo>
                <a:cubicBezTo>
                  <a:pt x="70943" y="187117"/>
                  <a:pt x="73381" y="187041"/>
                  <a:pt x="73838" y="187041"/>
                </a:cubicBezTo>
                <a:cubicBezTo>
                  <a:pt x="77648" y="186888"/>
                  <a:pt x="83516" y="186774"/>
                  <a:pt x="91440" y="186698"/>
                </a:cubicBezTo>
                <a:cubicBezTo>
                  <a:pt x="99365" y="186622"/>
                  <a:pt x="106414" y="186469"/>
                  <a:pt x="112586" y="186241"/>
                </a:cubicBezTo>
                <a:cubicBezTo>
                  <a:pt x="118758" y="186012"/>
                  <a:pt x="124664" y="185745"/>
                  <a:pt x="130302" y="185441"/>
                </a:cubicBezTo>
                <a:cubicBezTo>
                  <a:pt x="135027" y="185136"/>
                  <a:pt x="143637" y="185136"/>
                  <a:pt x="156134" y="185441"/>
                </a:cubicBezTo>
                <a:cubicBezTo>
                  <a:pt x="167107" y="185745"/>
                  <a:pt x="175489" y="185517"/>
                  <a:pt x="181280" y="184755"/>
                </a:cubicBezTo>
                <a:lnTo>
                  <a:pt x="182423" y="184755"/>
                </a:lnTo>
                <a:cubicBezTo>
                  <a:pt x="183185" y="183688"/>
                  <a:pt x="184176" y="183231"/>
                  <a:pt x="185395" y="183383"/>
                </a:cubicBezTo>
                <a:cubicBezTo>
                  <a:pt x="187071" y="183536"/>
                  <a:pt x="188900" y="183612"/>
                  <a:pt x="190881" y="183612"/>
                </a:cubicBezTo>
                <a:cubicBezTo>
                  <a:pt x="190881" y="152827"/>
                  <a:pt x="191186" y="118308"/>
                  <a:pt x="191796" y="80056"/>
                </a:cubicBezTo>
                <a:cubicBezTo>
                  <a:pt x="191796" y="77008"/>
                  <a:pt x="192024" y="72207"/>
                  <a:pt x="192482" y="65654"/>
                </a:cubicBezTo>
                <a:cubicBezTo>
                  <a:pt x="192939" y="59101"/>
                  <a:pt x="193244" y="54377"/>
                  <a:pt x="193396" y="51481"/>
                </a:cubicBezTo>
                <a:cubicBezTo>
                  <a:pt x="193548" y="43861"/>
                  <a:pt x="193244" y="37536"/>
                  <a:pt x="192482" y="32507"/>
                </a:cubicBezTo>
                <a:close/>
                <a:moveTo>
                  <a:pt x="78867" y="11476"/>
                </a:moveTo>
                <a:cubicBezTo>
                  <a:pt x="77648" y="11628"/>
                  <a:pt x="76200" y="12390"/>
                  <a:pt x="74524" y="13762"/>
                </a:cubicBezTo>
                <a:cubicBezTo>
                  <a:pt x="74372" y="14067"/>
                  <a:pt x="74143" y="14295"/>
                  <a:pt x="73838" y="14448"/>
                </a:cubicBezTo>
                <a:lnTo>
                  <a:pt x="73838" y="32507"/>
                </a:lnTo>
                <a:cubicBezTo>
                  <a:pt x="73838" y="39213"/>
                  <a:pt x="73991" y="43328"/>
                  <a:pt x="74295" y="44852"/>
                </a:cubicBezTo>
                <a:cubicBezTo>
                  <a:pt x="74905" y="48357"/>
                  <a:pt x="76048" y="50109"/>
                  <a:pt x="77724" y="50109"/>
                </a:cubicBezTo>
                <a:cubicBezTo>
                  <a:pt x="79858" y="50109"/>
                  <a:pt x="81458" y="50033"/>
                  <a:pt x="82525" y="49881"/>
                </a:cubicBezTo>
                <a:cubicBezTo>
                  <a:pt x="83897" y="49728"/>
                  <a:pt x="84811" y="49347"/>
                  <a:pt x="85268" y="48738"/>
                </a:cubicBezTo>
                <a:cubicBezTo>
                  <a:pt x="85573" y="48433"/>
                  <a:pt x="85878" y="47519"/>
                  <a:pt x="86183" y="45995"/>
                </a:cubicBezTo>
                <a:cubicBezTo>
                  <a:pt x="86487" y="44318"/>
                  <a:pt x="86716" y="42185"/>
                  <a:pt x="86868" y="39594"/>
                </a:cubicBezTo>
                <a:cubicBezTo>
                  <a:pt x="87021" y="33955"/>
                  <a:pt x="86640" y="28545"/>
                  <a:pt x="85725" y="23363"/>
                </a:cubicBezTo>
                <a:cubicBezTo>
                  <a:pt x="84506" y="17724"/>
                  <a:pt x="82982" y="13991"/>
                  <a:pt x="81153" y="12162"/>
                </a:cubicBezTo>
                <a:cubicBezTo>
                  <a:pt x="80391" y="11552"/>
                  <a:pt x="79629" y="11324"/>
                  <a:pt x="78867" y="11476"/>
                </a:cubicBezTo>
                <a:close/>
                <a:moveTo>
                  <a:pt x="142875" y="6447"/>
                </a:moveTo>
                <a:cubicBezTo>
                  <a:pt x="140285" y="6752"/>
                  <a:pt x="138913" y="6904"/>
                  <a:pt x="138761" y="6904"/>
                </a:cubicBezTo>
                <a:lnTo>
                  <a:pt x="138303" y="6904"/>
                </a:lnTo>
                <a:cubicBezTo>
                  <a:pt x="138456" y="7361"/>
                  <a:pt x="138532" y="7818"/>
                  <a:pt x="138532" y="8276"/>
                </a:cubicBezTo>
                <a:cubicBezTo>
                  <a:pt x="138532" y="11476"/>
                  <a:pt x="138342" y="16162"/>
                  <a:pt x="137961" y="22335"/>
                </a:cubicBezTo>
                <a:cubicBezTo>
                  <a:pt x="137580" y="28507"/>
                  <a:pt x="137389" y="31974"/>
                  <a:pt x="137389" y="32736"/>
                </a:cubicBezTo>
                <a:lnTo>
                  <a:pt x="137389" y="33422"/>
                </a:lnTo>
                <a:cubicBezTo>
                  <a:pt x="137237" y="34336"/>
                  <a:pt x="137122" y="35555"/>
                  <a:pt x="137046" y="37079"/>
                </a:cubicBezTo>
                <a:cubicBezTo>
                  <a:pt x="136970" y="38603"/>
                  <a:pt x="136932" y="39518"/>
                  <a:pt x="136932" y="39822"/>
                </a:cubicBezTo>
                <a:cubicBezTo>
                  <a:pt x="137084" y="40432"/>
                  <a:pt x="137008" y="41042"/>
                  <a:pt x="136703" y="41651"/>
                </a:cubicBezTo>
                <a:cubicBezTo>
                  <a:pt x="136551" y="43937"/>
                  <a:pt x="136627" y="45842"/>
                  <a:pt x="136932" y="47366"/>
                </a:cubicBezTo>
                <a:cubicBezTo>
                  <a:pt x="137237" y="49347"/>
                  <a:pt x="137770" y="50719"/>
                  <a:pt x="138532" y="51481"/>
                </a:cubicBezTo>
                <a:cubicBezTo>
                  <a:pt x="139446" y="52395"/>
                  <a:pt x="140894" y="52776"/>
                  <a:pt x="142875" y="52624"/>
                </a:cubicBezTo>
                <a:cubicBezTo>
                  <a:pt x="145009" y="52472"/>
                  <a:pt x="146533" y="52243"/>
                  <a:pt x="147447" y="51938"/>
                </a:cubicBezTo>
                <a:cubicBezTo>
                  <a:pt x="148667" y="51633"/>
                  <a:pt x="149429" y="51176"/>
                  <a:pt x="149733" y="50567"/>
                </a:cubicBezTo>
                <a:lnTo>
                  <a:pt x="149962" y="48738"/>
                </a:lnTo>
                <a:lnTo>
                  <a:pt x="149962" y="43709"/>
                </a:lnTo>
                <a:lnTo>
                  <a:pt x="149733" y="43709"/>
                </a:lnTo>
                <a:cubicBezTo>
                  <a:pt x="148819" y="43556"/>
                  <a:pt x="148095" y="43099"/>
                  <a:pt x="147562" y="42337"/>
                </a:cubicBezTo>
                <a:cubicBezTo>
                  <a:pt x="147028" y="41575"/>
                  <a:pt x="146838" y="40813"/>
                  <a:pt x="146990" y="40051"/>
                </a:cubicBezTo>
                <a:cubicBezTo>
                  <a:pt x="147295" y="38527"/>
                  <a:pt x="148133" y="37613"/>
                  <a:pt x="149505" y="37308"/>
                </a:cubicBezTo>
                <a:cubicBezTo>
                  <a:pt x="149352" y="34260"/>
                  <a:pt x="149048" y="31059"/>
                  <a:pt x="148590" y="27707"/>
                </a:cubicBezTo>
                <a:cubicBezTo>
                  <a:pt x="147828" y="21611"/>
                  <a:pt x="147066" y="16505"/>
                  <a:pt x="146304" y="12390"/>
                </a:cubicBezTo>
                <a:cubicBezTo>
                  <a:pt x="145695" y="10257"/>
                  <a:pt x="145161" y="8580"/>
                  <a:pt x="144704" y="7361"/>
                </a:cubicBezTo>
                <a:lnTo>
                  <a:pt x="144247" y="6447"/>
                </a:lnTo>
                <a:close/>
                <a:moveTo>
                  <a:pt x="142190" y="46"/>
                </a:moveTo>
                <a:cubicBezTo>
                  <a:pt x="144323" y="-106"/>
                  <a:pt x="146076" y="122"/>
                  <a:pt x="147447" y="732"/>
                </a:cubicBezTo>
                <a:cubicBezTo>
                  <a:pt x="148819" y="1494"/>
                  <a:pt x="149886" y="2942"/>
                  <a:pt x="150648" y="5075"/>
                </a:cubicBezTo>
                <a:cubicBezTo>
                  <a:pt x="151257" y="6599"/>
                  <a:pt x="151867" y="8580"/>
                  <a:pt x="152477" y="11019"/>
                </a:cubicBezTo>
                <a:cubicBezTo>
                  <a:pt x="153391" y="15286"/>
                  <a:pt x="154229" y="20620"/>
                  <a:pt x="154991" y="27021"/>
                </a:cubicBezTo>
                <a:lnTo>
                  <a:pt x="155220" y="27021"/>
                </a:lnTo>
                <a:cubicBezTo>
                  <a:pt x="156439" y="27021"/>
                  <a:pt x="158687" y="27097"/>
                  <a:pt x="161964" y="27249"/>
                </a:cubicBezTo>
                <a:cubicBezTo>
                  <a:pt x="165240" y="27402"/>
                  <a:pt x="167831" y="27402"/>
                  <a:pt x="169736" y="27249"/>
                </a:cubicBezTo>
                <a:cubicBezTo>
                  <a:pt x="171641" y="27097"/>
                  <a:pt x="173508" y="26792"/>
                  <a:pt x="175337" y="26335"/>
                </a:cubicBezTo>
                <a:cubicBezTo>
                  <a:pt x="175641" y="26183"/>
                  <a:pt x="175870" y="26106"/>
                  <a:pt x="176022" y="26106"/>
                </a:cubicBezTo>
                <a:cubicBezTo>
                  <a:pt x="176784" y="25497"/>
                  <a:pt x="177623" y="25268"/>
                  <a:pt x="178537" y="25421"/>
                </a:cubicBezTo>
                <a:cubicBezTo>
                  <a:pt x="180823" y="25725"/>
                  <a:pt x="183566" y="25649"/>
                  <a:pt x="186767" y="25192"/>
                </a:cubicBezTo>
                <a:lnTo>
                  <a:pt x="186767" y="24278"/>
                </a:lnTo>
                <a:cubicBezTo>
                  <a:pt x="186919" y="23363"/>
                  <a:pt x="187338" y="22601"/>
                  <a:pt x="188024" y="21992"/>
                </a:cubicBezTo>
                <a:cubicBezTo>
                  <a:pt x="188710" y="21382"/>
                  <a:pt x="189434" y="21153"/>
                  <a:pt x="190196" y="21306"/>
                </a:cubicBezTo>
                <a:cubicBezTo>
                  <a:pt x="190653" y="21306"/>
                  <a:pt x="191034" y="21382"/>
                  <a:pt x="191339" y="21534"/>
                </a:cubicBezTo>
                <a:cubicBezTo>
                  <a:pt x="191796" y="21077"/>
                  <a:pt x="192329" y="20772"/>
                  <a:pt x="192939" y="20620"/>
                </a:cubicBezTo>
                <a:cubicBezTo>
                  <a:pt x="194920" y="19858"/>
                  <a:pt x="196215" y="20544"/>
                  <a:pt x="196825" y="22677"/>
                </a:cubicBezTo>
                <a:cubicBezTo>
                  <a:pt x="199111" y="29840"/>
                  <a:pt x="200102" y="39518"/>
                  <a:pt x="199797" y="51710"/>
                </a:cubicBezTo>
                <a:cubicBezTo>
                  <a:pt x="199644" y="54605"/>
                  <a:pt x="199340" y="59292"/>
                  <a:pt x="198882" y="65769"/>
                </a:cubicBezTo>
                <a:cubicBezTo>
                  <a:pt x="198425" y="72246"/>
                  <a:pt x="198197" y="77008"/>
                  <a:pt x="198197" y="80056"/>
                </a:cubicBezTo>
                <a:cubicBezTo>
                  <a:pt x="197587" y="118461"/>
                  <a:pt x="197282" y="153132"/>
                  <a:pt x="197282" y="184069"/>
                </a:cubicBezTo>
                <a:cubicBezTo>
                  <a:pt x="198349" y="184679"/>
                  <a:pt x="198882" y="185593"/>
                  <a:pt x="198882" y="186812"/>
                </a:cubicBezTo>
                <a:cubicBezTo>
                  <a:pt x="198882" y="188031"/>
                  <a:pt x="198349" y="188946"/>
                  <a:pt x="197282" y="189555"/>
                </a:cubicBezTo>
                <a:lnTo>
                  <a:pt x="197282" y="191841"/>
                </a:lnTo>
                <a:cubicBezTo>
                  <a:pt x="197282" y="193975"/>
                  <a:pt x="196215" y="195042"/>
                  <a:pt x="194082" y="195042"/>
                </a:cubicBezTo>
                <a:cubicBezTo>
                  <a:pt x="191948" y="195042"/>
                  <a:pt x="190881" y="193975"/>
                  <a:pt x="190881" y="191841"/>
                </a:cubicBezTo>
                <a:lnTo>
                  <a:pt x="190881" y="190013"/>
                </a:lnTo>
                <a:cubicBezTo>
                  <a:pt x="188595" y="190013"/>
                  <a:pt x="186614" y="189936"/>
                  <a:pt x="184938" y="189784"/>
                </a:cubicBezTo>
                <a:lnTo>
                  <a:pt x="184481" y="189784"/>
                </a:lnTo>
                <a:cubicBezTo>
                  <a:pt x="183871" y="190546"/>
                  <a:pt x="183109" y="191003"/>
                  <a:pt x="182195" y="191156"/>
                </a:cubicBezTo>
                <a:cubicBezTo>
                  <a:pt x="176099" y="191918"/>
                  <a:pt x="167412" y="192146"/>
                  <a:pt x="156134" y="191841"/>
                </a:cubicBezTo>
                <a:cubicBezTo>
                  <a:pt x="143790" y="191537"/>
                  <a:pt x="135332" y="191537"/>
                  <a:pt x="130760" y="191841"/>
                </a:cubicBezTo>
                <a:cubicBezTo>
                  <a:pt x="125121" y="192146"/>
                  <a:pt x="119177" y="192413"/>
                  <a:pt x="112929" y="192642"/>
                </a:cubicBezTo>
                <a:cubicBezTo>
                  <a:pt x="106680" y="192870"/>
                  <a:pt x="99594" y="193023"/>
                  <a:pt x="91669" y="193099"/>
                </a:cubicBezTo>
                <a:cubicBezTo>
                  <a:pt x="83744" y="193175"/>
                  <a:pt x="77801" y="193289"/>
                  <a:pt x="73838" y="193442"/>
                </a:cubicBezTo>
                <a:cubicBezTo>
                  <a:pt x="73381" y="193442"/>
                  <a:pt x="70943" y="193518"/>
                  <a:pt x="66523" y="193670"/>
                </a:cubicBezTo>
                <a:lnTo>
                  <a:pt x="55322" y="194356"/>
                </a:lnTo>
                <a:cubicBezTo>
                  <a:pt x="50750" y="194508"/>
                  <a:pt x="47092" y="194508"/>
                  <a:pt x="44349" y="194356"/>
                </a:cubicBezTo>
                <a:cubicBezTo>
                  <a:pt x="42672" y="194356"/>
                  <a:pt x="41301" y="194204"/>
                  <a:pt x="40234" y="193899"/>
                </a:cubicBezTo>
                <a:cubicBezTo>
                  <a:pt x="39624" y="193899"/>
                  <a:pt x="39091" y="193823"/>
                  <a:pt x="38634" y="193670"/>
                </a:cubicBezTo>
                <a:cubicBezTo>
                  <a:pt x="37719" y="193365"/>
                  <a:pt x="37034" y="192984"/>
                  <a:pt x="36576" y="192527"/>
                </a:cubicBezTo>
                <a:lnTo>
                  <a:pt x="35662" y="190927"/>
                </a:lnTo>
                <a:lnTo>
                  <a:pt x="35662" y="190470"/>
                </a:lnTo>
                <a:cubicBezTo>
                  <a:pt x="35662" y="190165"/>
                  <a:pt x="35586" y="189860"/>
                  <a:pt x="35433" y="189555"/>
                </a:cubicBezTo>
                <a:cubicBezTo>
                  <a:pt x="35433" y="188793"/>
                  <a:pt x="35357" y="187879"/>
                  <a:pt x="35205" y="186812"/>
                </a:cubicBezTo>
                <a:cubicBezTo>
                  <a:pt x="35052" y="184983"/>
                  <a:pt x="34900" y="182240"/>
                  <a:pt x="34748" y="178583"/>
                </a:cubicBezTo>
                <a:cubicBezTo>
                  <a:pt x="34443" y="173553"/>
                  <a:pt x="34290" y="170734"/>
                  <a:pt x="34290" y="170124"/>
                </a:cubicBezTo>
                <a:cubicBezTo>
                  <a:pt x="34138" y="168600"/>
                  <a:pt x="34062" y="167457"/>
                  <a:pt x="34062" y="166695"/>
                </a:cubicBezTo>
                <a:cubicBezTo>
                  <a:pt x="21717" y="166391"/>
                  <a:pt x="11202" y="165248"/>
                  <a:pt x="2515" y="163266"/>
                </a:cubicBezTo>
                <a:cubicBezTo>
                  <a:pt x="1601" y="162962"/>
                  <a:pt x="915" y="162428"/>
                  <a:pt x="458" y="161666"/>
                </a:cubicBezTo>
                <a:cubicBezTo>
                  <a:pt x="0" y="160904"/>
                  <a:pt x="-114" y="160104"/>
                  <a:pt x="115" y="159266"/>
                </a:cubicBezTo>
                <a:cubicBezTo>
                  <a:pt x="343" y="158428"/>
                  <a:pt x="839" y="157780"/>
                  <a:pt x="1601" y="157323"/>
                </a:cubicBezTo>
                <a:cubicBezTo>
                  <a:pt x="2363" y="156866"/>
                  <a:pt x="3125" y="156713"/>
                  <a:pt x="3887" y="156866"/>
                </a:cubicBezTo>
                <a:cubicBezTo>
                  <a:pt x="5411" y="157323"/>
                  <a:pt x="6858" y="157628"/>
                  <a:pt x="8230" y="157780"/>
                </a:cubicBezTo>
                <a:cubicBezTo>
                  <a:pt x="8078" y="157018"/>
                  <a:pt x="8230" y="156332"/>
                  <a:pt x="8687" y="155723"/>
                </a:cubicBezTo>
                <a:cubicBezTo>
                  <a:pt x="18593" y="139416"/>
                  <a:pt x="26289" y="124023"/>
                  <a:pt x="31776" y="109545"/>
                </a:cubicBezTo>
                <a:cubicBezTo>
                  <a:pt x="37110" y="95372"/>
                  <a:pt x="40082" y="80285"/>
                  <a:pt x="40691" y="64283"/>
                </a:cubicBezTo>
                <a:cubicBezTo>
                  <a:pt x="40844" y="61235"/>
                  <a:pt x="40691" y="56510"/>
                  <a:pt x="40234" y="50109"/>
                </a:cubicBezTo>
                <a:cubicBezTo>
                  <a:pt x="39777" y="43251"/>
                  <a:pt x="39548" y="38375"/>
                  <a:pt x="39548" y="35479"/>
                </a:cubicBezTo>
                <a:cubicBezTo>
                  <a:pt x="39548" y="33345"/>
                  <a:pt x="40615" y="32279"/>
                  <a:pt x="42749" y="32279"/>
                </a:cubicBezTo>
                <a:cubicBezTo>
                  <a:pt x="43358" y="32279"/>
                  <a:pt x="43892" y="32431"/>
                  <a:pt x="44349" y="32736"/>
                </a:cubicBezTo>
                <a:cubicBezTo>
                  <a:pt x="44958" y="32126"/>
                  <a:pt x="45720" y="31821"/>
                  <a:pt x="46635" y="31821"/>
                </a:cubicBezTo>
                <a:cubicBezTo>
                  <a:pt x="52883" y="31821"/>
                  <a:pt x="58293" y="31593"/>
                  <a:pt x="62865" y="31136"/>
                </a:cubicBezTo>
                <a:cubicBezTo>
                  <a:pt x="63627" y="30983"/>
                  <a:pt x="64351" y="31212"/>
                  <a:pt x="65037" y="31821"/>
                </a:cubicBezTo>
                <a:cubicBezTo>
                  <a:pt x="65723" y="32431"/>
                  <a:pt x="66142" y="33155"/>
                  <a:pt x="66294" y="33993"/>
                </a:cubicBezTo>
                <a:cubicBezTo>
                  <a:pt x="66447" y="34831"/>
                  <a:pt x="66218" y="35593"/>
                  <a:pt x="65609" y="36279"/>
                </a:cubicBezTo>
                <a:cubicBezTo>
                  <a:pt x="64999" y="36965"/>
                  <a:pt x="64237" y="37384"/>
                  <a:pt x="63323" y="37536"/>
                </a:cubicBezTo>
                <a:cubicBezTo>
                  <a:pt x="58751" y="37994"/>
                  <a:pt x="53188" y="38222"/>
                  <a:pt x="46635" y="38222"/>
                </a:cubicBezTo>
                <a:lnTo>
                  <a:pt x="45949" y="38222"/>
                </a:lnTo>
                <a:cubicBezTo>
                  <a:pt x="46101" y="40203"/>
                  <a:pt x="46330" y="44013"/>
                  <a:pt x="46635" y="49652"/>
                </a:cubicBezTo>
                <a:cubicBezTo>
                  <a:pt x="47092" y="55901"/>
                  <a:pt x="47244" y="60930"/>
                  <a:pt x="47092" y="64740"/>
                </a:cubicBezTo>
                <a:cubicBezTo>
                  <a:pt x="46940" y="67635"/>
                  <a:pt x="46711" y="70607"/>
                  <a:pt x="46406" y="73655"/>
                </a:cubicBezTo>
                <a:cubicBezTo>
                  <a:pt x="49607" y="74722"/>
                  <a:pt x="54179" y="75179"/>
                  <a:pt x="60122" y="75027"/>
                </a:cubicBezTo>
                <a:cubicBezTo>
                  <a:pt x="61037" y="75027"/>
                  <a:pt x="61951" y="74989"/>
                  <a:pt x="62865" y="74913"/>
                </a:cubicBezTo>
                <a:cubicBezTo>
                  <a:pt x="63780" y="74836"/>
                  <a:pt x="64809" y="74760"/>
                  <a:pt x="65952" y="74684"/>
                </a:cubicBezTo>
                <a:cubicBezTo>
                  <a:pt x="67095" y="74608"/>
                  <a:pt x="68047" y="74570"/>
                  <a:pt x="68809" y="74570"/>
                </a:cubicBezTo>
                <a:cubicBezTo>
                  <a:pt x="72314" y="74265"/>
                  <a:pt x="75134" y="74189"/>
                  <a:pt x="77267" y="74341"/>
                </a:cubicBezTo>
                <a:cubicBezTo>
                  <a:pt x="109881" y="76017"/>
                  <a:pt x="144399" y="75713"/>
                  <a:pt x="180823" y="73427"/>
                </a:cubicBezTo>
                <a:cubicBezTo>
                  <a:pt x="182195" y="73274"/>
                  <a:pt x="183185" y="73808"/>
                  <a:pt x="183795" y="75027"/>
                </a:cubicBezTo>
                <a:cubicBezTo>
                  <a:pt x="183947" y="73808"/>
                  <a:pt x="184100" y="72665"/>
                  <a:pt x="184252" y="71598"/>
                </a:cubicBezTo>
                <a:cubicBezTo>
                  <a:pt x="184862" y="66264"/>
                  <a:pt x="185319" y="58415"/>
                  <a:pt x="185624" y="48052"/>
                </a:cubicBezTo>
                <a:cubicBezTo>
                  <a:pt x="185776" y="40889"/>
                  <a:pt x="185928" y="35479"/>
                  <a:pt x="186081" y="31821"/>
                </a:cubicBezTo>
                <a:cubicBezTo>
                  <a:pt x="183338" y="32126"/>
                  <a:pt x="180671" y="32126"/>
                  <a:pt x="178080" y="31821"/>
                </a:cubicBezTo>
                <a:cubicBezTo>
                  <a:pt x="177775" y="32126"/>
                  <a:pt x="177470" y="32279"/>
                  <a:pt x="177165" y="32279"/>
                </a:cubicBezTo>
                <a:cubicBezTo>
                  <a:pt x="175489" y="32888"/>
                  <a:pt x="173622" y="33269"/>
                  <a:pt x="171565" y="33422"/>
                </a:cubicBezTo>
                <a:cubicBezTo>
                  <a:pt x="169507" y="33574"/>
                  <a:pt x="167717" y="33650"/>
                  <a:pt x="166193" y="33650"/>
                </a:cubicBezTo>
                <a:cubicBezTo>
                  <a:pt x="164669" y="33650"/>
                  <a:pt x="162764" y="33612"/>
                  <a:pt x="160478" y="33536"/>
                </a:cubicBezTo>
                <a:cubicBezTo>
                  <a:pt x="158192" y="33460"/>
                  <a:pt x="156591" y="33422"/>
                  <a:pt x="155677" y="33422"/>
                </a:cubicBezTo>
                <a:lnTo>
                  <a:pt x="156134" y="38679"/>
                </a:lnTo>
                <a:cubicBezTo>
                  <a:pt x="158877" y="39899"/>
                  <a:pt x="160935" y="41727"/>
                  <a:pt x="162306" y="44166"/>
                </a:cubicBezTo>
                <a:cubicBezTo>
                  <a:pt x="164440" y="47823"/>
                  <a:pt x="165126" y="51405"/>
                  <a:pt x="164364" y="54910"/>
                </a:cubicBezTo>
                <a:cubicBezTo>
                  <a:pt x="163754" y="57958"/>
                  <a:pt x="161925" y="60625"/>
                  <a:pt x="158877" y="62911"/>
                </a:cubicBezTo>
                <a:cubicBezTo>
                  <a:pt x="153848" y="66873"/>
                  <a:pt x="147447" y="68855"/>
                  <a:pt x="139675" y="68855"/>
                </a:cubicBezTo>
                <a:cubicBezTo>
                  <a:pt x="130988" y="68855"/>
                  <a:pt x="125426" y="66264"/>
                  <a:pt x="122987" y="61082"/>
                </a:cubicBezTo>
                <a:cubicBezTo>
                  <a:pt x="120092" y="55291"/>
                  <a:pt x="122606" y="48052"/>
                  <a:pt x="130531" y="39365"/>
                </a:cubicBezTo>
                <a:cubicBezTo>
                  <a:pt x="130531" y="38603"/>
                  <a:pt x="130607" y="37765"/>
                  <a:pt x="130760" y="36851"/>
                </a:cubicBezTo>
                <a:cubicBezTo>
                  <a:pt x="127864" y="37308"/>
                  <a:pt x="124626" y="37651"/>
                  <a:pt x="121044" y="37879"/>
                </a:cubicBezTo>
                <a:cubicBezTo>
                  <a:pt x="117463" y="38108"/>
                  <a:pt x="114681" y="38222"/>
                  <a:pt x="112700" y="38222"/>
                </a:cubicBezTo>
                <a:lnTo>
                  <a:pt x="102642" y="38222"/>
                </a:lnTo>
                <a:lnTo>
                  <a:pt x="94184" y="38222"/>
                </a:lnTo>
                <a:cubicBezTo>
                  <a:pt x="93879" y="38222"/>
                  <a:pt x="93574" y="38146"/>
                  <a:pt x="93269" y="37994"/>
                </a:cubicBezTo>
                <a:lnTo>
                  <a:pt x="93269" y="39137"/>
                </a:lnTo>
                <a:cubicBezTo>
                  <a:pt x="100584" y="39746"/>
                  <a:pt x="105004" y="42261"/>
                  <a:pt x="106528" y="46680"/>
                </a:cubicBezTo>
                <a:cubicBezTo>
                  <a:pt x="108204" y="51252"/>
                  <a:pt x="106528" y="55824"/>
                  <a:pt x="101499" y="60396"/>
                </a:cubicBezTo>
                <a:cubicBezTo>
                  <a:pt x="98603" y="62987"/>
                  <a:pt x="95212" y="64930"/>
                  <a:pt x="91326" y="66226"/>
                </a:cubicBezTo>
                <a:cubicBezTo>
                  <a:pt x="87440" y="67521"/>
                  <a:pt x="83058" y="67674"/>
                  <a:pt x="78182" y="66683"/>
                </a:cubicBezTo>
                <a:cubicBezTo>
                  <a:pt x="73305" y="65692"/>
                  <a:pt x="68809" y="63292"/>
                  <a:pt x="64694" y="59482"/>
                </a:cubicBezTo>
                <a:cubicBezTo>
                  <a:pt x="61799" y="56739"/>
                  <a:pt x="60732" y="53234"/>
                  <a:pt x="61494" y="48966"/>
                </a:cubicBezTo>
                <a:cubicBezTo>
                  <a:pt x="62103" y="45918"/>
                  <a:pt x="63551" y="42947"/>
                  <a:pt x="65837" y="40051"/>
                </a:cubicBezTo>
                <a:cubicBezTo>
                  <a:pt x="66142" y="39441"/>
                  <a:pt x="66675" y="39060"/>
                  <a:pt x="67437" y="38908"/>
                </a:cubicBezTo>
                <a:lnTo>
                  <a:pt x="67437" y="35022"/>
                </a:lnTo>
                <a:lnTo>
                  <a:pt x="67437" y="32507"/>
                </a:lnTo>
                <a:lnTo>
                  <a:pt x="67437" y="10104"/>
                </a:lnTo>
                <a:cubicBezTo>
                  <a:pt x="67437" y="7971"/>
                  <a:pt x="68504" y="6904"/>
                  <a:pt x="70638" y="6904"/>
                </a:cubicBezTo>
                <a:cubicBezTo>
                  <a:pt x="71247" y="6904"/>
                  <a:pt x="71857" y="7056"/>
                  <a:pt x="72467" y="7361"/>
                </a:cubicBezTo>
                <a:cubicBezTo>
                  <a:pt x="74448" y="5990"/>
                  <a:pt x="76353" y="5228"/>
                  <a:pt x="78182" y="5075"/>
                </a:cubicBezTo>
                <a:cubicBezTo>
                  <a:pt x="80925" y="4770"/>
                  <a:pt x="83287" y="5609"/>
                  <a:pt x="85268" y="7590"/>
                </a:cubicBezTo>
                <a:cubicBezTo>
                  <a:pt x="88316" y="10333"/>
                  <a:pt x="90526" y="15134"/>
                  <a:pt x="91898" y="21992"/>
                </a:cubicBezTo>
                <a:cubicBezTo>
                  <a:pt x="92507" y="25192"/>
                  <a:pt x="92888" y="28545"/>
                  <a:pt x="93041" y="32050"/>
                </a:cubicBezTo>
                <a:cubicBezTo>
                  <a:pt x="93498" y="31898"/>
                  <a:pt x="93879" y="31821"/>
                  <a:pt x="94184" y="31821"/>
                </a:cubicBezTo>
                <a:lnTo>
                  <a:pt x="103099" y="31821"/>
                </a:lnTo>
                <a:lnTo>
                  <a:pt x="113615" y="31821"/>
                </a:lnTo>
                <a:cubicBezTo>
                  <a:pt x="115443" y="31821"/>
                  <a:pt x="118110" y="31707"/>
                  <a:pt x="121616" y="31479"/>
                </a:cubicBezTo>
                <a:cubicBezTo>
                  <a:pt x="125121" y="31250"/>
                  <a:pt x="128245" y="30831"/>
                  <a:pt x="130988" y="30221"/>
                </a:cubicBezTo>
                <a:cubicBezTo>
                  <a:pt x="131750" y="17115"/>
                  <a:pt x="132131" y="9800"/>
                  <a:pt x="132131" y="8276"/>
                </a:cubicBezTo>
                <a:cubicBezTo>
                  <a:pt x="132131" y="6142"/>
                  <a:pt x="133198" y="5075"/>
                  <a:pt x="135332" y="5075"/>
                </a:cubicBezTo>
                <a:lnTo>
                  <a:pt x="135789" y="5075"/>
                </a:lnTo>
                <a:cubicBezTo>
                  <a:pt x="135636" y="4618"/>
                  <a:pt x="135560" y="4161"/>
                  <a:pt x="135560" y="3704"/>
                </a:cubicBezTo>
                <a:cubicBezTo>
                  <a:pt x="135560" y="1570"/>
                  <a:pt x="136627" y="503"/>
                  <a:pt x="138761" y="503"/>
                </a:cubicBezTo>
                <a:lnTo>
                  <a:pt x="139675" y="503"/>
                </a:lnTo>
                <a:cubicBezTo>
                  <a:pt x="139980" y="503"/>
                  <a:pt x="140361" y="465"/>
                  <a:pt x="140818" y="389"/>
                </a:cubicBezTo>
                <a:cubicBezTo>
                  <a:pt x="141275" y="313"/>
                  <a:pt x="141732" y="198"/>
                  <a:pt x="142190" y="46"/>
                </a:cubicBezTo>
                <a:close/>
              </a:path>
            </a:pathLst>
          </a:custGeom>
          <a:solidFill>
            <a:srgbClr val="231F20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en-US">
              <a:cs typeface="+mn-ea"/>
              <a:sym typeface="+mn-lt"/>
            </a:endParaRPr>
          </a:p>
        </p:txBody>
      </p:sp>
      <p:sp>
        <p:nvSpPr>
          <p:cNvPr id="32" name="TextBox 5"/>
          <p:cNvSpPr txBox="1"/>
          <p:nvPr/>
        </p:nvSpPr>
        <p:spPr>
          <a:xfrm>
            <a:off x="7079164" y="1369769"/>
            <a:ext cx="3176724" cy="338554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defTabSz="1828165"/>
            <a:r>
              <a: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测试方法的贡献度</a:t>
            </a:r>
          </a:p>
        </p:txBody>
      </p:sp>
      <p:sp>
        <p:nvSpPr>
          <p:cNvPr id="33" name="TextBox 103"/>
          <p:cNvSpPr txBox="1"/>
          <p:nvPr/>
        </p:nvSpPr>
        <p:spPr>
          <a:xfrm>
            <a:off x="7079164" y="1737559"/>
            <a:ext cx="414221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828165"/>
            <a:r>
              <a:rPr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研究总结指出，可以通过使用现有的测试技术，模型，框架和工具，通过支持服务测试人员的能力和理解所需的职责，来进一步改进对Web服务测试的解释。但是，由于大多数建议的方法都处于早期阶段，所以大多数现有的Web服务测试技术，框架，模型和工具仍需要改进。大多数建议的技术仅提供初步结论的结果，这表明需要更加集中精力，并且需要讨论Web服务测试领域的进一步改进，特别是在质量参数(如安全性，性能)。</a:t>
            </a:r>
          </a:p>
          <a:p>
            <a:pPr defTabSz="1828165"/>
            <a:endParaRPr sz="1400" b="1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1828165"/>
            <a:r>
              <a:rPr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这篇文章发现了许多为Web服务完成的已知测试技术，例如回归测试，基于模型的测试，负载测试，基于规则的测试和性能测试。内置操作测试，被动测试，主要研究中引入的不同测试案例方法，工具和模型使Web服务测试更好，并提高了质量。研究引入了结构和操作测试技术，它显然是白盒测试系统，因为它与Web服务编程的结构相关联,所以提出了回归测试技术，以确保最新的程序或代码更改不会影响当前的结构。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46" name="文本框 45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研究过程及方法</a:t>
              </a:r>
            </a:p>
          </p:txBody>
        </p:sp>
        <p:cxnSp>
          <p:nvCxnSpPr>
            <p:cNvPr id="47" name="直接连接符 46"/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图片 -21474826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30" y="1697355"/>
            <a:ext cx="5894070" cy="361759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-2147482615">
            <a:extLst>
              <a:ext uri="{FF2B5EF4-FFF2-40B4-BE49-F238E27FC236}">
                <a16:creationId xmlns:a16="http://schemas.microsoft.com/office/drawing/2014/main" id="{EF91802B-5E2E-4AB0-B202-1788ECB88C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580" y="1230273"/>
            <a:ext cx="8507841" cy="4998976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74" name="组合 73">
            <a:extLst>
              <a:ext uri="{FF2B5EF4-FFF2-40B4-BE49-F238E27FC236}">
                <a16:creationId xmlns:a16="http://schemas.microsoft.com/office/drawing/2014/main" id="{61BBAB9A-9F32-4B01-B3DF-93B679144692}"/>
              </a:ext>
            </a:extLst>
          </p:cNvPr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BD3BEA94-3CFA-4459-9E16-3B73CD0B8222}"/>
                </a:ext>
              </a:extLst>
            </p:cNvPr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研究过程及方法</a:t>
              </a:r>
            </a:p>
          </p:txBody>
        </p: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5D47FD94-B994-422B-AFFC-FA6B656172C8}"/>
                </a:ext>
              </a:extLst>
            </p:cNvPr>
            <p:cNvCxnSpPr/>
            <p:nvPr/>
          </p:nvCxnSpPr>
          <p:spPr>
            <a:xfrm>
              <a:off x="441960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05DFC9BB-404A-4EF4-AF2F-9FFD9C0CFE94}"/>
                </a:ext>
              </a:extLst>
            </p:cNvPr>
            <p:cNvCxnSpPr/>
            <p:nvPr/>
          </p:nvCxnSpPr>
          <p:spPr>
            <a:xfrm>
              <a:off x="7231380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5151120" y="2721079"/>
            <a:ext cx="1162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5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6169352" y="2769955"/>
            <a:ext cx="3325090" cy="825578"/>
            <a:chOff x="6169352" y="2738001"/>
            <a:chExt cx="3325090" cy="825578"/>
          </a:xfrm>
        </p:grpSpPr>
        <p:sp>
          <p:nvSpPr>
            <p:cNvPr id="19" name="文本框 18"/>
            <p:cNvSpPr txBox="1"/>
            <p:nvPr/>
          </p:nvSpPr>
          <p:spPr>
            <a:xfrm>
              <a:off x="6169352" y="2738001"/>
              <a:ext cx="33250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研究结论</a:t>
              </a:r>
              <a:endParaRPr lang="zh-CN" altLang="en-US" sz="3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6213348" y="3255802"/>
              <a:ext cx="31882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RESEARCH CONCLUSION</a:t>
              </a:r>
              <a:endPara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roup 59"/>
          <p:cNvGrpSpPr/>
          <p:nvPr/>
        </p:nvGrpSpPr>
        <p:grpSpPr>
          <a:xfrm>
            <a:off x="1171994" y="1482297"/>
            <a:ext cx="3514028" cy="4820584"/>
            <a:chOff x="1238133" y="1686484"/>
            <a:chExt cx="3514028" cy="4820584"/>
          </a:xfrm>
          <a:solidFill>
            <a:schemeClr val="accent1"/>
          </a:solidFill>
        </p:grpSpPr>
        <p:grpSp>
          <p:nvGrpSpPr>
            <p:cNvPr id="137" name="Group 60"/>
            <p:cNvGrpSpPr/>
            <p:nvPr/>
          </p:nvGrpSpPr>
          <p:grpSpPr>
            <a:xfrm flipH="1">
              <a:off x="1441205" y="1707388"/>
              <a:ext cx="3075317" cy="4799680"/>
              <a:chOff x="-6707188" y="-431800"/>
              <a:chExt cx="5697538" cy="9431338"/>
            </a:xfrm>
            <a:grpFill/>
          </p:grpSpPr>
          <p:sp>
            <p:nvSpPr>
              <p:cNvPr id="360" name="Freeform 5"/>
              <p:cNvSpPr/>
              <p:nvPr/>
            </p:nvSpPr>
            <p:spPr bwMode="auto">
              <a:xfrm>
                <a:off x="-5016500" y="7881938"/>
                <a:ext cx="474663" cy="404813"/>
              </a:xfrm>
              <a:custGeom>
                <a:avLst/>
                <a:gdLst>
                  <a:gd name="T0" fmla="*/ 31 w 299"/>
                  <a:gd name="T1" fmla="*/ 255 h 255"/>
                  <a:gd name="T2" fmla="*/ 83 w 299"/>
                  <a:gd name="T3" fmla="*/ 198 h 255"/>
                  <a:gd name="T4" fmla="*/ 299 w 299"/>
                  <a:gd name="T5" fmla="*/ 198 h 255"/>
                  <a:gd name="T6" fmla="*/ 299 w 299"/>
                  <a:gd name="T7" fmla="*/ 139 h 255"/>
                  <a:gd name="T8" fmla="*/ 105 w 299"/>
                  <a:gd name="T9" fmla="*/ 139 h 255"/>
                  <a:gd name="T10" fmla="*/ 93 w 299"/>
                  <a:gd name="T11" fmla="*/ 139 h 255"/>
                  <a:gd name="T12" fmla="*/ 93 w 299"/>
                  <a:gd name="T13" fmla="*/ 130 h 255"/>
                  <a:gd name="T14" fmla="*/ 93 w 299"/>
                  <a:gd name="T15" fmla="*/ 0 h 255"/>
                  <a:gd name="T16" fmla="*/ 0 w 299"/>
                  <a:gd name="T17" fmla="*/ 0 h 255"/>
                  <a:gd name="T18" fmla="*/ 0 w 299"/>
                  <a:gd name="T19" fmla="*/ 198 h 255"/>
                  <a:gd name="T20" fmla="*/ 31 w 299"/>
                  <a:gd name="T21" fmla="*/ 198 h 255"/>
                  <a:gd name="T22" fmla="*/ 31 w 299"/>
                  <a:gd name="T23" fmla="*/ 255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99" h="255">
                    <a:moveTo>
                      <a:pt x="31" y="255"/>
                    </a:moveTo>
                    <a:lnTo>
                      <a:pt x="83" y="198"/>
                    </a:lnTo>
                    <a:lnTo>
                      <a:pt x="299" y="198"/>
                    </a:lnTo>
                    <a:lnTo>
                      <a:pt x="299" y="139"/>
                    </a:lnTo>
                    <a:lnTo>
                      <a:pt x="105" y="139"/>
                    </a:lnTo>
                    <a:lnTo>
                      <a:pt x="93" y="139"/>
                    </a:lnTo>
                    <a:lnTo>
                      <a:pt x="93" y="130"/>
                    </a:lnTo>
                    <a:lnTo>
                      <a:pt x="93" y="0"/>
                    </a:lnTo>
                    <a:lnTo>
                      <a:pt x="0" y="0"/>
                    </a:lnTo>
                    <a:lnTo>
                      <a:pt x="0" y="198"/>
                    </a:lnTo>
                    <a:lnTo>
                      <a:pt x="31" y="198"/>
                    </a:lnTo>
                    <a:lnTo>
                      <a:pt x="31" y="2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1" name="Freeform 6"/>
              <p:cNvSpPr/>
              <p:nvPr/>
            </p:nvSpPr>
            <p:spPr bwMode="auto">
              <a:xfrm>
                <a:off x="-4849813" y="7756525"/>
                <a:ext cx="492125" cy="425450"/>
              </a:xfrm>
              <a:custGeom>
                <a:avLst/>
                <a:gdLst>
                  <a:gd name="T0" fmla="*/ 310 w 310"/>
                  <a:gd name="T1" fmla="*/ 0 h 268"/>
                  <a:gd name="T2" fmla="*/ 0 w 310"/>
                  <a:gd name="T3" fmla="*/ 0 h 268"/>
                  <a:gd name="T4" fmla="*/ 0 w 310"/>
                  <a:gd name="T5" fmla="*/ 79 h 268"/>
                  <a:gd name="T6" fmla="*/ 0 w 310"/>
                  <a:gd name="T7" fmla="*/ 209 h 268"/>
                  <a:gd name="T8" fmla="*/ 194 w 310"/>
                  <a:gd name="T9" fmla="*/ 209 h 268"/>
                  <a:gd name="T10" fmla="*/ 222 w 310"/>
                  <a:gd name="T11" fmla="*/ 209 h 268"/>
                  <a:gd name="T12" fmla="*/ 277 w 310"/>
                  <a:gd name="T13" fmla="*/ 268 h 268"/>
                  <a:gd name="T14" fmla="*/ 277 w 310"/>
                  <a:gd name="T15" fmla="*/ 209 h 268"/>
                  <a:gd name="T16" fmla="*/ 310 w 310"/>
                  <a:gd name="T17" fmla="*/ 209 h 268"/>
                  <a:gd name="T18" fmla="*/ 310 w 310"/>
                  <a:gd name="T19" fmla="*/ 0 h 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0" h="268">
                    <a:moveTo>
                      <a:pt x="310" y="0"/>
                    </a:moveTo>
                    <a:lnTo>
                      <a:pt x="0" y="0"/>
                    </a:lnTo>
                    <a:lnTo>
                      <a:pt x="0" y="79"/>
                    </a:lnTo>
                    <a:lnTo>
                      <a:pt x="0" y="209"/>
                    </a:lnTo>
                    <a:lnTo>
                      <a:pt x="194" y="209"/>
                    </a:lnTo>
                    <a:lnTo>
                      <a:pt x="222" y="209"/>
                    </a:lnTo>
                    <a:lnTo>
                      <a:pt x="277" y="268"/>
                    </a:lnTo>
                    <a:lnTo>
                      <a:pt x="277" y="209"/>
                    </a:lnTo>
                    <a:lnTo>
                      <a:pt x="310" y="209"/>
                    </a:lnTo>
                    <a:lnTo>
                      <a:pt x="31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2" name="Freeform 7"/>
              <p:cNvSpPr/>
              <p:nvPr/>
            </p:nvSpPr>
            <p:spPr bwMode="auto">
              <a:xfrm>
                <a:off x="-6127750" y="3248025"/>
                <a:ext cx="577850" cy="574675"/>
              </a:xfrm>
              <a:custGeom>
                <a:avLst/>
                <a:gdLst>
                  <a:gd name="T0" fmla="*/ 151 w 154"/>
                  <a:gd name="T1" fmla="*/ 59 h 153"/>
                  <a:gd name="T2" fmla="*/ 120 w 154"/>
                  <a:gd name="T3" fmla="*/ 72 h 153"/>
                  <a:gd name="T4" fmla="*/ 108 w 154"/>
                  <a:gd name="T5" fmla="*/ 72 h 153"/>
                  <a:gd name="T6" fmla="*/ 102 w 154"/>
                  <a:gd name="T7" fmla="*/ 57 h 153"/>
                  <a:gd name="T8" fmla="*/ 111 w 154"/>
                  <a:gd name="T9" fmla="*/ 49 h 153"/>
                  <a:gd name="T10" fmla="*/ 142 w 154"/>
                  <a:gd name="T11" fmla="*/ 36 h 153"/>
                  <a:gd name="T12" fmla="*/ 128 w 154"/>
                  <a:gd name="T13" fmla="*/ 19 h 153"/>
                  <a:gd name="T14" fmla="*/ 108 w 154"/>
                  <a:gd name="T15" fmla="*/ 11 h 153"/>
                  <a:gd name="T16" fmla="*/ 105 w 154"/>
                  <a:gd name="T17" fmla="*/ 35 h 153"/>
                  <a:gd name="T18" fmla="*/ 90 w 154"/>
                  <a:gd name="T19" fmla="*/ 57 h 153"/>
                  <a:gd name="T20" fmla="*/ 92 w 154"/>
                  <a:gd name="T21" fmla="*/ 34 h 153"/>
                  <a:gd name="T22" fmla="*/ 81 w 154"/>
                  <a:gd name="T23" fmla="*/ 27 h 153"/>
                  <a:gd name="T24" fmla="*/ 81 w 154"/>
                  <a:gd name="T25" fmla="*/ 15 h 153"/>
                  <a:gd name="T26" fmla="*/ 73 w 154"/>
                  <a:gd name="T27" fmla="*/ 15 h 153"/>
                  <a:gd name="T28" fmla="*/ 73 w 154"/>
                  <a:gd name="T29" fmla="*/ 27 h 153"/>
                  <a:gd name="T30" fmla="*/ 62 w 154"/>
                  <a:gd name="T31" fmla="*/ 34 h 153"/>
                  <a:gd name="T32" fmla="*/ 63 w 154"/>
                  <a:gd name="T33" fmla="*/ 57 h 153"/>
                  <a:gd name="T34" fmla="*/ 49 w 154"/>
                  <a:gd name="T35" fmla="*/ 35 h 153"/>
                  <a:gd name="T36" fmla="*/ 45 w 154"/>
                  <a:gd name="T37" fmla="*/ 11 h 153"/>
                  <a:gd name="T38" fmla="*/ 25 w 154"/>
                  <a:gd name="T39" fmla="*/ 19 h 153"/>
                  <a:gd name="T40" fmla="*/ 12 w 154"/>
                  <a:gd name="T41" fmla="*/ 36 h 153"/>
                  <a:gd name="T42" fmla="*/ 43 w 154"/>
                  <a:gd name="T43" fmla="*/ 49 h 153"/>
                  <a:gd name="T44" fmla="*/ 51 w 154"/>
                  <a:gd name="T45" fmla="*/ 57 h 153"/>
                  <a:gd name="T46" fmla="*/ 45 w 154"/>
                  <a:gd name="T47" fmla="*/ 72 h 153"/>
                  <a:gd name="T48" fmla="*/ 33 w 154"/>
                  <a:gd name="T49" fmla="*/ 72 h 153"/>
                  <a:gd name="T50" fmla="*/ 2 w 154"/>
                  <a:gd name="T51" fmla="*/ 59 h 153"/>
                  <a:gd name="T52" fmla="*/ 0 w 154"/>
                  <a:gd name="T53" fmla="*/ 81 h 153"/>
                  <a:gd name="T54" fmla="*/ 8 w 154"/>
                  <a:gd name="T55" fmla="*/ 100 h 153"/>
                  <a:gd name="T56" fmla="*/ 28 w 154"/>
                  <a:gd name="T57" fmla="*/ 86 h 153"/>
                  <a:gd name="T58" fmla="*/ 54 w 154"/>
                  <a:gd name="T59" fmla="*/ 81 h 153"/>
                  <a:gd name="T60" fmla="*/ 36 w 154"/>
                  <a:gd name="T61" fmla="*/ 96 h 153"/>
                  <a:gd name="T62" fmla="*/ 39 w 154"/>
                  <a:gd name="T63" fmla="*/ 108 h 153"/>
                  <a:gd name="T64" fmla="*/ 31 w 154"/>
                  <a:gd name="T65" fmla="*/ 116 h 153"/>
                  <a:gd name="T66" fmla="*/ 37 w 154"/>
                  <a:gd name="T67" fmla="*/ 122 h 153"/>
                  <a:gd name="T68" fmla="*/ 45 w 154"/>
                  <a:gd name="T69" fmla="*/ 114 h 153"/>
                  <a:gd name="T70" fmla="*/ 57 w 154"/>
                  <a:gd name="T71" fmla="*/ 117 h 153"/>
                  <a:gd name="T72" fmla="*/ 73 w 154"/>
                  <a:gd name="T73" fmla="*/ 100 h 153"/>
                  <a:gd name="T74" fmla="*/ 68 w 154"/>
                  <a:gd name="T75" fmla="*/ 125 h 153"/>
                  <a:gd name="T76" fmla="*/ 53 w 154"/>
                  <a:gd name="T77" fmla="*/ 145 h 153"/>
                  <a:gd name="T78" fmla="*/ 73 w 154"/>
                  <a:gd name="T79" fmla="*/ 153 h 153"/>
                  <a:gd name="T80" fmla="*/ 94 w 154"/>
                  <a:gd name="T81" fmla="*/ 151 h 153"/>
                  <a:gd name="T82" fmla="*/ 81 w 154"/>
                  <a:gd name="T83" fmla="*/ 120 h 153"/>
                  <a:gd name="T84" fmla="*/ 81 w 154"/>
                  <a:gd name="T85" fmla="*/ 108 h 153"/>
                  <a:gd name="T86" fmla="*/ 96 w 154"/>
                  <a:gd name="T87" fmla="*/ 102 h 153"/>
                  <a:gd name="T88" fmla="*/ 105 w 154"/>
                  <a:gd name="T89" fmla="*/ 110 h 153"/>
                  <a:gd name="T90" fmla="*/ 117 w 154"/>
                  <a:gd name="T91" fmla="*/ 141 h 153"/>
                  <a:gd name="T92" fmla="*/ 134 w 154"/>
                  <a:gd name="T93" fmla="*/ 128 h 153"/>
                  <a:gd name="T94" fmla="*/ 142 w 154"/>
                  <a:gd name="T95" fmla="*/ 108 h 153"/>
                  <a:gd name="T96" fmla="*/ 118 w 154"/>
                  <a:gd name="T97" fmla="*/ 104 h 153"/>
                  <a:gd name="T98" fmla="*/ 96 w 154"/>
                  <a:gd name="T99" fmla="*/ 90 h 153"/>
                  <a:gd name="T100" fmla="*/ 119 w 154"/>
                  <a:gd name="T101" fmla="*/ 92 h 153"/>
                  <a:gd name="T102" fmla="*/ 126 w 154"/>
                  <a:gd name="T103" fmla="*/ 81 h 153"/>
                  <a:gd name="T104" fmla="*/ 138 w 154"/>
                  <a:gd name="T105" fmla="*/ 81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154" h="153">
                    <a:moveTo>
                      <a:pt x="154" y="72"/>
                    </a:moveTo>
                    <a:cubicBezTo>
                      <a:pt x="138" y="72"/>
                      <a:pt x="138" y="72"/>
                      <a:pt x="138" y="72"/>
                    </a:cubicBezTo>
                    <a:cubicBezTo>
                      <a:pt x="151" y="59"/>
                      <a:pt x="151" y="59"/>
                      <a:pt x="151" y="59"/>
                    </a:cubicBezTo>
                    <a:cubicBezTo>
                      <a:pt x="145" y="53"/>
                      <a:pt x="145" y="53"/>
                      <a:pt x="145" y="53"/>
                    </a:cubicBezTo>
                    <a:cubicBezTo>
                      <a:pt x="126" y="72"/>
                      <a:pt x="126" y="72"/>
                      <a:pt x="126" y="72"/>
                    </a:cubicBezTo>
                    <a:cubicBezTo>
                      <a:pt x="120" y="72"/>
                      <a:pt x="120" y="72"/>
                      <a:pt x="120" y="72"/>
                    </a:cubicBezTo>
                    <a:cubicBezTo>
                      <a:pt x="125" y="67"/>
                      <a:pt x="125" y="67"/>
                      <a:pt x="125" y="67"/>
                    </a:cubicBezTo>
                    <a:cubicBezTo>
                      <a:pt x="119" y="61"/>
                      <a:pt x="119" y="61"/>
                      <a:pt x="119" y="61"/>
                    </a:cubicBezTo>
                    <a:cubicBezTo>
                      <a:pt x="108" y="72"/>
                      <a:pt x="108" y="72"/>
                      <a:pt x="108" y="72"/>
                    </a:cubicBezTo>
                    <a:cubicBezTo>
                      <a:pt x="100" y="72"/>
                      <a:pt x="100" y="72"/>
                      <a:pt x="100" y="72"/>
                    </a:cubicBezTo>
                    <a:cubicBezTo>
                      <a:pt x="99" y="69"/>
                      <a:pt x="98" y="66"/>
                      <a:pt x="96" y="63"/>
                    </a:cubicBezTo>
                    <a:cubicBezTo>
                      <a:pt x="102" y="57"/>
                      <a:pt x="102" y="57"/>
                      <a:pt x="102" y="57"/>
                    </a:cubicBezTo>
                    <a:cubicBezTo>
                      <a:pt x="118" y="57"/>
                      <a:pt x="118" y="57"/>
                      <a:pt x="118" y="57"/>
                    </a:cubicBezTo>
                    <a:cubicBezTo>
                      <a:pt x="118" y="49"/>
                      <a:pt x="118" y="49"/>
                      <a:pt x="118" y="49"/>
                    </a:cubicBezTo>
                    <a:cubicBezTo>
                      <a:pt x="111" y="49"/>
                      <a:pt x="111" y="49"/>
                      <a:pt x="111" y="49"/>
                    </a:cubicBezTo>
                    <a:cubicBezTo>
                      <a:pt x="114" y="45"/>
                      <a:pt x="114" y="45"/>
                      <a:pt x="114" y="45"/>
                    </a:cubicBezTo>
                    <a:cubicBezTo>
                      <a:pt x="142" y="45"/>
                      <a:pt x="142" y="45"/>
                      <a:pt x="142" y="45"/>
                    </a:cubicBezTo>
                    <a:cubicBezTo>
                      <a:pt x="142" y="36"/>
                      <a:pt x="142" y="36"/>
                      <a:pt x="142" y="36"/>
                    </a:cubicBezTo>
                    <a:cubicBezTo>
                      <a:pt x="123" y="36"/>
                      <a:pt x="123" y="36"/>
                      <a:pt x="123" y="36"/>
                    </a:cubicBezTo>
                    <a:cubicBezTo>
                      <a:pt x="134" y="25"/>
                      <a:pt x="134" y="25"/>
                      <a:pt x="134" y="25"/>
                    </a:cubicBezTo>
                    <a:cubicBezTo>
                      <a:pt x="128" y="19"/>
                      <a:pt x="128" y="19"/>
                      <a:pt x="128" y="19"/>
                    </a:cubicBezTo>
                    <a:cubicBezTo>
                      <a:pt x="117" y="30"/>
                      <a:pt x="117" y="30"/>
                      <a:pt x="117" y="30"/>
                    </a:cubicBezTo>
                    <a:cubicBezTo>
                      <a:pt x="117" y="11"/>
                      <a:pt x="117" y="11"/>
                      <a:pt x="117" y="11"/>
                    </a:cubicBezTo>
                    <a:cubicBezTo>
                      <a:pt x="108" y="11"/>
                      <a:pt x="108" y="11"/>
                      <a:pt x="108" y="11"/>
                    </a:cubicBezTo>
                    <a:cubicBezTo>
                      <a:pt x="108" y="39"/>
                      <a:pt x="108" y="39"/>
                      <a:pt x="108" y="39"/>
                    </a:cubicBezTo>
                    <a:cubicBezTo>
                      <a:pt x="105" y="43"/>
                      <a:pt x="105" y="43"/>
                      <a:pt x="105" y="43"/>
                    </a:cubicBezTo>
                    <a:cubicBezTo>
                      <a:pt x="105" y="35"/>
                      <a:pt x="105" y="35"/>
                      <a:pt x="105" y="35"/>
                    </a:cubicBezTo>
                    <a:cubicBezTo>
                      <a:pt x="96" y="35"/>
                      <a:pt x="96" y="35"/>
                      <a:pt x="96" y="35"/>
                    </a:cubicBezTo>
                    <a:cubicBezTo>
                      <a:pt x="96" y="51"/>
                      <a:pt x="96" y="51"/>
                      <a:pt x="96" y="51"/>
                    </a:cubicBezTo>
                    <a:cubicBezTo>
                      <a:pt x="90" y="57"/>
                      <a:pt x="90" y="57"/>
                      <a:pt x="90" y="57"/>
                    </a:cubicBezTo>
                    <a:cubicBezTo>
                      <a:pt x="87" y="55"/>
                      <a:pt x="84" y="54"/>
                      <a:pt x="81" y="53"/>
                    </a:cubicBezTo>
                    <a:cubicBezTo>
                      <a:pt x="81" y="45"/>
                      <a:pt x="81" y="45"/>
                      <a:pt x="81" y="45"/>
                    </a:cubicBezTo>
                    <a:cubicBezTo>
                      <a:pt x="92" y="34"/>
                      <a:pt x="92" y="34"/>
                      <a:pt x="92" y="34"/>
                    </a:cubicBezTo>
                    <a:cubicBezTo>
                      <a:pt x="86" y="28"/>
                      <a:pt x="86" y="28"/>
                      <a:pt x="86" y="28"/>
                    </a:cubicBezTo>
                    <a:cubicBezTo>
                      <a:pt x="81" y="33"/>
                      <a:pt x="81" y="33"/>
                      <a:pt x="81" y="33"/>
                    </a:cubicBezTo>
                    <a:cubicBezTo>
                      <a:pt x="81" y="27"/>
                      <a:pt x="81" y="27"/>
                      <a:pt x="81" y="27"/>
                    </a:cubicBezTo>
                    <a:cubicBezTo>
                      <a:pt x="100" y="8"/>
                      <a:pt x="100" y="8"/>
                      <a:pt x="100" y="8"/>
                    </a:cubicBezTo>
                    <a:cubicBezTo>
                      <a:pt x="94" y="2"/>
                      <a:pt x="94" y="2"/>
                      <a:pt x="94" y="2"/>
                    </a:cubicBezTo>
                    <a:cubicBezTo>
                      <a:pt x="81" y="15"/>
                      <a:pt x="81" y="15"/>
                      <a:pt x="81" y="15"/>
                    </a:cubicBezTo>
                    <a:cubicBezTo>
                      <a:pt x="81" y="0"/>
                      <a:pt x="81" y="0"/>
                      <a:pt x="81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3" y="8"/>
                      <a:pt x="53" y="8"/>
                      <a:pt x="53" y="8"/>
                    </a:cubicBezTo>
                    <a:cubicBezTo>
                      <a:pt x="73" y="27"/>
                      <a:pt x="73" y="27"/>
                      <a:pt x="73" y="27"/>
                    </a:cubicBezTo>
                    <a:cubicBezTo>
                      <a:pt x="73" y="33"/>
                      <a:pt x="73" y="33"/>
                      <a:pt x="73" y="33"/>
                    </a:cubicBezTo>
                    <a:cubicBezTo>
                      <a:pt x="68" y="28"/>
                      <a:pt x="68" y="28"/>
                      <a:pt x="68" y="28"/>
                    </a:cubicBezTo>
                    <a:cubicBezTo>
                      <a:pt x="62" y="34"/>
                      <a:pt x="62" y="34"/>
                      <a:pt x="62" y="34"/>
                    </a:cubicBezTo>
                    <a:cubicBezTo>
                      <a:pt x="73" y="45"/>
                      <a:pt x="73" y="45"/>
                      <a:pt x="73" y="45"/>
                    </a:cubicBezTo>
                    <a:cubicBezTo>
                      <a:pt x="73" y="53"/>
                      <a:pt x="73" y="53"/>
                      <a:pt x="73" y="53"/>
                    </a:cubicBezTo>
                    <a:cubicBezTo>
                      <a:pt x="69" y="54"/>
                      <a:pt x="66" y="55"/>
                      <a:pt x="63" y="57"/>
                    </a:cubicBezTo>
                    <a:cubicBezTo>
                      <a:pt x="57" y="51"/>
                      <a:pt x="57" y="51"/>
                      <a:pt x="57" y="51"/>
                    </a:cubicBezTo>
                    <a:cubicBezTo>
                      <a:pt x="57" y="35"/>
                      <a:pt x="57" y="35"/>
                      <a:pt x="57" y="35"/>
                    </a:cubicBezTo>
                    <a:cubicBezTo>
                      <a:pt x="49" y="35"/>
                      <a:pt x="49" y="35"/>
                      <a:pt x="49" y="35"/>
                    </a:cubicBezTo>
                    <a:cubicBezTo>
                      <a:pt x="49" y="43"/>
                      <a:pt x="49" y="43"/>
                      <a:pt x="49" y="43"/>
                    </a:cubicBezTo>
                    <a:cubicBezTo>
                      <a:pt x="45" y="39"/>
                      <a:pt x="45" y="39"/>
                      <a:pt x="45" y="39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37" y="11"/>
                      <a:pt x="37" y="11"/>
                      <a:pt x="37" y="11"/>
                    </a:cubicBezTo>
                    <a:cubicBezTo>
                      <a:pt x="37" y="30"/>
                      <a:pt x="37" y="30"/>
                      <a:pt x="37" y="30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19" y="25"/>
                      <a:pt x="19" y="25"/>
                      <a:pt x="19" y="25"/>
                    </a:cubicBezTo>
                    <a:cubicBezTo>
                      <a:pt x="31" y="36"/>
                      <a:pt x="31" y="36"/>
                      <a:pt x="31" y="36"/>
                    </a:cubicBezTo>
                    <a:cubicBezTo>
                      <a:pt x="12" y="36"/>
                      <a:pt x="12" y="36"/>
                      <a:pt x="12" y="36"/>
                    </a:cubicBezTo>
                    <a:cubicBezTo>
                      <a:pt x="12" y="45"/>
                      <a:pt x="12" y="45"/>
                      <a:pt x="12" y="45"/>
                    </a:cubicBezTo>
                    <a:cubicBezTo>
                      <a:pt x="39" y="45"/>
                      <a:pt x="39" y="45"/>
                      <a:pt x="39" y="45"/>
                    </a:cubicBezTo>
                    <a:cubicBezTo>
                      <a:pt x="43" y="49"/>
                      <a:pt x="43" y="49"/>
                      <a:pt x="43" y="49"/>
                    </a:cubicBezTo>
                    <a:cubicBezTo>
                      <a:pt x="36" y="49"/>
                      <a:pt x="36" y="49"/>
                      <a:pt x="36" y="49"/>
                    </a:cubicBezTo>
                    <a:cubicBezTo>
                      <a:pt x="36" y="57"/>
                      <a:pt x="36" y="57"/>
                      <a:pt x="36" y="57"/>
                    </a:cubicBezTo>
                    <a:cubicBezTo>
                      <a:pt x="51" y="57"/>
                      <a:pt x="51" y="57"/>
                      <a:pt x="51" y="57"/>
                    </a:cubicBezTo>
                    <a:cubicBezTo>
                      <a:pt x="57" y="63"/>
                      <a:pt x="57" y="63"/>
                      <a:pt x="57" y="63"/>
                    </a:cubicBezTo>
                    <a:cubicBezTo>
                      <a:pt x="55" y="66"/>
                      <a:pt x="54" y="69"/>
                      <a:pt x="54" y="72"/>
                    </a:cubicBezTo>
                    <a:cubicBezTo>
                      <a:pt x="45" y="72"/>
                      <a:pt x="45" y="72"/>
                      <a:pt x="45" y="72"/>
                    </a:cubicBezTo>
                    <a:cubicBezTo>
                      <a:pt x="34" y="61"/>
                      <a:pt x="34" y="61"/>
                      <a:pt x="34" y="61"/>
                    </a:cubicBezTo>
                    <a:cubicBezTo>
                      <a:pt x="28" y="67"/>
                      <a:pt x="28" y="67"/>
                      <a:pt x="28" y="67"/>
                    </a:cubicBezTo>
                    <a:cubicBezTo>
                      <a:pt x="33" y="72"/>
                      <a:pt x="33" y="72"/>
                      <a:pt x="33" y="72"/>
                    </a:cubicBezTo>
                    <a:cubicBezTo>
                      <a:pt x="28" y="72"/>
                      <a:pt x="28" y="72"/>
                      <a:pt x="28" y="72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2" y="59"/>
                      <a:pt x="2" y="59"/>
                      <a:pt x="2" y="59"/>
                    </a:cubicBezTo>
                    <a:cubicBezTo>
                      <a:pt x="16" y="72"/>
                      <a:pt x="16" y="72"/>
                      <a:pt x="16" y="72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6" y="81"/>
                      <a:pt x="16" y="81"/>
                      <a:pt x="16" y="81"/>
                    </a:cubicBezTo>
                    <a:cubicBezTo>
                      <a:pt x="2" y="94"/>
                      <a:pt x="2" y="94"/>
                      <a:pt x="2" y="94"/>
                    </a:cubicBezTo>
                    <a:cubicBezTo>
                      <a:pt x="8" y="100"/>
                      <a:pt x="8" y="100"/>
                      <a:pt x="8" y="100"/>
                    </a:cubicBezTo>
                    <a:cubicBezTo>
                      <a:pt x="28" y="81"/>
                      <a:pt x="28" y="81"/>
                      <a:pt x="28" y="81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28" y="86"/>
                      <a:pt x="28" y="86"/>
                      <a:pt x="28" y="86"/>
                    </a:cubicBezTo>
                    <a:cubicBezTo>
                      <a:pt x="34" y="92"/>
                      <a:pt x="34" y="92"/>
                      <a:pt x="34" y="92"/>
                    </a:cubicBezTo>
                    <a:cubicBezTo>
                      <a:pt x="45" y="81"/>
                      <a:pt x="45" y="81"/>
                      <a:pt x="45" y="81"/>
                    </a:cubicBezTo>
                    <a:cubicBezTo>
                      <a:pt x="54" y="81"/>
                      <a:pt x="54" y="81"/>
                      <a:pt x="54" y="81"/>
                    </a:cubicBezTo>
                    <a:cubicBezTo>
                      <a:pt x="54" y="84"/>
                      <a:pt x="55" y="87"/>
                      <a:pt x="57" y="90"/>
                    </a:cubicBezTo>
                    <a:cubicBezTo>
                      <a:pt x="51" y="96"/>
                      <a:pt x="51" y="96"/>
                      <a:pt x="51" y="96"/>
                    </a:cubicBezTo>
                    <a:cubicBezTo>
                      <a:pt x="36" y="96"/>
                      <a:pt x="36" y="96"/>
                      <a:pt x="36" y="96"/>
                    </a:cubicBezTo>
                    <a:cubicBezTo>
                      <a:pt x="36" y="104"/>
                      <a:pt x="36" y="104"/>
                      <a:pt x="36" y="104"/>
                    </a:cubicBezTo>
                    <a:cubicBezTo>
                      <a:pt x="43" y="104"/>
                      <a:pt x="43" y="104"/>
                      <a:pt x="43" y="104"/>
                    </a:cubicBezTo>
                    <a:cubicBezTo>
                      <a:pt x="39" y="108"/>
                      <a:pt x="39" y="108"/>
                      <a:pt x="39" y="108"/>
                    </a:cubicBezTo>
                    <a:cubicBezTo>
                      <a:pt x="12" y="108"/>
                      <a:pt x="12" y="108"/>
                      <a:pt x="12" y="108"/>
                    </a:cubicBezTo>
                    <a:cubicBezTo>
                      <a:pt x="12" y="116"/>
                      <a:pt x="12" y="116"/>
                      <a:pt x="12" y="116"/>
                    </a:cubicBezTo>
                    <a:cubicBezTo>
                      <a:pt x="31" y="116"/>
                      <a:pt x="31" y="116"/>
                      <a:pt x="31" y="116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25" y="134"/>
                      <a:pt x="25" y="134"/>
                      <a:pt x="25" y="134"/>
                    </a:cubicBezTo>
                    <a:cubicBezTo>
                      <a:pt x="37" y="122"/>
                      <a:pt x="37" y="122"/>
                      <a:pt x="37" y="122"/>
                    </a:cubicBezTo>
                    <a:cubicBezTo>
                      <a:pt x="37" y="141"/>
                      <a:pt x="37" y="141"/>
                      <a:pt x="37" y="141"/>
                    </a:cubicBezTo>
                    <a:cubicBezTo>
                      <a:pt x="45" y="141"/>
                      <a:pt x="45" y="141"/>
                      <a:pt x="45" y="141"/>
                    </a:cubicBezTo>
                    <a:cubicBezTo>
                      <a:pt x="45" y="114"/>
                      <a:pt x="45" y="114"/>
                      <a:pt x="45" y="114"/>
                    </a:cubicBezTo>
                    <a:cubicBezTo>
                      <a:pt x="49" y="110"/>
                      <a:pt x="49" y="110"/>
                      <a:pt x="49" y="110"/>
                    </a:cubicBezTo>
                    <a:cubicBezTo>
                      <a:pt x="49" y="117"/>
                      <a:pt x="49" y="117"/>
                      <a:pt x="49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57" y="102"/>
                      <a:pt x="57" y="102"/>
                      <a:pt x="57" y="102"/>
                    </a:cubicBezTo>
                    <a:cubicBezTo>
                      <a:pt x="63" y="96"/>
                      <a:pt x="63" y="96"/>
                      <a:pt x="63" y="96"/>
                    </a:cubicBezTo>
                    <a:cubicBezTo>
                      <a:pt x="66" y="98"/>
                      <a:pt x="69" y="99"/>
                      <a:pt x="73" y="100"/>
                    </a:cubicBezTo>
                    <a:cubicBezTo>
                      <a:pt x="73" y="108"/>
                      <a:pt x="73" y="108"/>
                      <a:pt x="73" y="108"/>
                    </a:cubicBezTo>
                    <a:cubicBezTo>
                      <a:pt x="62" y="119"/>
                      <a:pt x="62" y="119"/>
                      <a:pt x="62" y="119"/>
                    </a:cubicBezTo>
                    <a:cubicBezTo>
                      <a:pt x="68" y="125"/>
                      <a:pt x="68" y="125"/>
                      <a:pt x="68" y="125"/>
                    </a:cubicBezTo>
                    <a:cubicBezTo>
                      <a:pt x="73" y="120"/>
                      <a:pt x="73" y="120"/>
                      <a:pt x="73" y="120"/>
                    </a:cubicBezTo>
                    <a:cubicBezTo>
                      <a:pt x="73" y="125"/>
                      <a:pt x="73" y="125"/>
                      <a:pt x="73" y="125"/>
                    </a:cubicBezTo>
                    <a:cubicBezTo>
                      <a:pt x="53" y="145"/>
                      <a:pt x="53" y="145"/>
                      <a:pt x="53" y="145"/>
                    </a:cubicBezTo>
                    <a:cubicBezTo>
                      <a:pt x="59" y="151"/>
                      <a:pt x="59" y="151"/>
                      <a:pt x="59" y="151"/>
                    </a:cubicBezTo>
                    <a:cubicBezTo>
                      <a:pt x="73" y="137"/>
                      <a:pt x="73" y="137"/>
                      <a:pt x="73" y="137"/>
                    </a:cubicBezTo>
                    <a:cubicBezTo>
                      <a:pt x="73" y="153"/>
                      <a:pt x="73" y="153"/>
                      <a:pt x="73" y="153"/>
                    </a:cubicBezTo>
                    <a:cubicBezTo>
                      <a:pt x="81" y="153"/>
                      <a:pt x="81" y="153"/>
                      <a:pt x="81" y="153"/>
                    </a:cubicBezTo>
                    <a:cubicBezTo>
                      <a:pt x="81" y="137"/>
                      <a:pt x="81" y="137"/>
                      <a:pt x="81" y="137"/>
                    </a:cubicBezTo>
                    <a:cubicBezTo>
                      <a:pt x="94" y="151"/>
                      <a:pt x="94" y="151"/>
                      <a:pt x="94" y="151"/>
                    </a:cubicBezTo>
                    <a:cubicBezTo>
                      <a:pt x="100" y="145"/>
                      <a:pt x="100" y="145"/>
                      <a:pt x="100" y="145"/>
                    </a:cubicBezTo>
                    <a:cubicBezTo>
                      <a:pt x="81" y="125"/>
                      <a:pt x="81" y="125"/>
                      <a:pt x="81" y="125"/>
                    </a:cubicBezTo>
                    <a:cubicBezTo>
                      <a:pt x="81" y="120"/>
                      <a:pt x="81" y="120"/>
                      <a:pt x="81" y="120"/>
                    </a:cubicBezTo>
                    <a:cubicBezTo>
                      <a:pt x="86" y="125"/>
                      <a:pt x="86" y="125"/>
                      <a:pt x="86" y="125"/>
                    </a:cubicBezTo>
                    <a:cubicBezTo>
                      <a:pt x="92" y="119"/>
                      <a:pt x="92" y="119"/>
                      <a:pt x="92" y="119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81" y="100"/>
                      <a:pt x="81" y="100"/>
                      <a:pt x="81" y="100"/>
                    </a:cubicBezTo>
                    <a:cubicBezTo>
                      <a:pt x="84" y="99"/>
                      <a:pt x="87" y="98"/>
                      <a:pt x="90" y="96"/>
                    </a:cubicBezTo>
                    <a:cubicBezTo>
                      <a:pt x="96" y="102"/>
                      <a:pt x="96" y="102"/>
                      <a:pt x="96" y="102"/>
                    </a:cubicBezTo>
                    <a:cubicBezTo>
                      <a:pt x="96" y="117"/>
                      <a:pt x="96" y="117"/>
                      <a:pt x="96" y="117"/>
                    </a:cubicBezTo>
                    <a:cubicBezTo>
                      <a:pt x="105" y="117"/>
                      <a:pt x="105" y="117"/>
                      <a:pt x="105" y="117"/>
                    </a:cubicBezTo>
                    <a:cubicBezTo>
                      <a:pt x="105" y="110"/>
                      <a:pt x="105" y="110"/>
                      <a:pt x="105" y="110"/>
                    </a:cubicBezTo>
                    <a:cubicBezTo>
                      <a:pt x="108" y="114"/>
                      <a:pt x="108" y="114"/>
                      <a:pt x="108" y="114"/>
                    </a:cubicBezTo>
                    <a:cubicBezTo>
                      <a:pt x="108" y="141"/>
                      <a:pt x="108" y="141"/>
                      <a:pt x="108" y="141"/>
                    </a:cubicBezTo>
                    <a:cubicBezTo>
                      <a:pt x="117" y="141"/>
                      <a:pt x="117" y="141"/>
                      <a:pt x="117" y="141"/>
                    </a:cubicBezTo>
                    <a:cubicBezTo>
                      <a:pt x="117" y="122"/>
                      <a:pt x="117" y="122"/>
                      <a:pt x="117" y="122"/>
                    </a:cubicBezTo>
                    <a:cubicBezTo>
                      <a:pt x="128" y="134"/>
                      <a:pt x="128" y="134"/>
                      <a:pt x="128" y="134"/>
                    </a:cubicBezTo>
                    <a:cubicBezTo>
                      <a:pt x="134" y="128"/>
                      <a:pt x="134" y="128"/>
                      <a:pt x="134" y="128"/>
                    </a:cubicBezTo>
                    <a:cubicBezTo>
                      <a:pt x="123" y="116"/>
                      <a:pt x="123" y="116"/>
                      <a:pt x="123" y="116"/>
                    </a:cubicBezTo>
                    <a:cubicBezTo>
                      <a:pt x="142" y="116"/>
                      <a:pt x="142" y="116"/>
                      <a:pt x="142" y="116"/>
                    </a:cubicBezTo>
                    <a:cubicBezTo>
                      <a:pt x="142" y="108"/>
                      <a:pt x="142" y="108"/>
                      <a:pt x="142" y="108"/>
                    </a:cubicBezTo>
                    <a:cubicBezTo>
                      <a:pt x="114" y="108"/>
                      <a:pt x="114" y="108"/>
                      <a:pt x="114" y="108"/>
                    </a:cubicBezTo>
                    <a:cubicBezTo>
                      <a:pt x="111" y="104"/>
                      <a:pt x="111" y="104"/>
                      <a:pt x="111" y="104"/>
                    </a:cubicBezTo>
                    <a:cubicBezTo>
                      <a:pt x="118" y="104"/>
                      <a:pt x="118" y="104"/>
                      <a:pt x="118" y="104"/>
                    </a:cubicBezTo>
                    <a:cubicBezTo>
                      <a:pt x="118" y="96"/>
                      <a:pt x="118" y="96"/>
                      <a:pt x="118" y="96"/>
                    </a:cubicBezTo>
                    <a:cubicBezTo>
                      <a:pt x="102" y="96"/>
                      <a:pt x="102" y="96"/>
                      <a:pt x="102" y="96"/>
                    </a:cubicBezTo>
                    <a:cubicBezTo>
                      <a:pt x="96" y="90"/>
                      <a:pt x="96" y="90"/>
                      <a:pt x="96" y="90"/>
                    </a:cubicBezTo>
                    <a:cubicBezTo>
                      <a:pt x="98" y="87"/>
                      <a:pt x="99" y="84"/>
                      <a:pt x="100" y="81"/>
                    </a:cubicBezTo>
                    <a:cubicBezTo>
                      <a:pt x="108" y="81"/>
                      <a:pt x="108" y="81"/>
                      <a:pt x="108" y="81"/>
                    </a:cubicBezTo>
                    <a:cubicBezTo>
                      <a:pt x="119" y="92"/>
                      <a:pt x="119" y="92"/>
                      <a:pt x="119" y="92"/>
                    </a:cubicBezTo>
                    <a:cubicBezTo>
                      <a:pt x="125" y="86"/>
                      <a:pt x="125" y="86"/>
                      <a:pt x="125" y="86"/>
                    </a:cubicBezTo>
                    <a:cubicBezTo>
                      <a:pt x="120" y="81"/>
                      <a:pt x="120" y="81"/>
                      <a:pt x="120" y="81"/>
                    </a:cubicBezTo>
                    <a:cubicBezTo>
                      <a:pt x="126" y="81"/>
                      <a:pt x="126" y="81"/>
                      <a:pt x="126" y="81"/>
                    </a:cubicBezTo>
                    <a:cubicBezTo>
                      <a:pt x="145" y="100"/>
                      <a:pt x="145" y="100"/>
                      <a:pt x="145" y="100"/>
                    </a:cubicBezTo>
                    <a:cubicBezTo>
                      <a:pt x="151" y="94"/>
                      <a:pt x="151" y="94"/>
                      <a:pt x="151" y="94"/>
                    </a:cubicBezTo>
                    <a:cubicBezTo>
                      <a:pt x="138" y="81"/>
                      <a:pt x="138" y="81"/>
                      <a:pt x="138" y="81"/>
                    </a:cubicBezTo>
                    <a:cubicBezTo>
                      <a:pt x="154" y="81"/>
                      <a:pt x="154" y="81"/>
                      <a:pt x="154" y="81"/>
                    </a:cubicBezTo>
                    <a:lnTo>
                      <a:pt x="154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3" name="Oval 8"/>
              <p:cNvSpPr>
                <a:spLocks noChangeArrowheads="1"/>
              </p:cNvSpPr>
              <p:nvPr/>
            </p:nvSpPr>
            <p:spPr bwMode="auto">
              <a:xfrm>
                <a:off x="-2798763" y="7035800"/>
                <a:ext cx="434975" cy="4365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4" name="Rectangle 9"/>
              <p:cNvSpPr>
                <a:spLocks noChangeArrowheads="1"/>
              </p:cNvSpPr>
              <p:nvPr/>
            </p:nvSpPr>
            <p:spPr bwMode="auto">
              <a:xfrm>
                <a:off x="-2606675" y="6927850"/>
                <a:ext cx="52388" cy="746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5" name="Rectangle 10"/>
              <p:cNvSpPr>
                <a:spLocks noChangeArrowheads="1"/>
              </p:cNvSpPr>
              <p:nvPr/>
            </p:nvSpPr>
            <p:spPr bwMode="auto">
              <a:xfrm>
                <a:off x="-2333625" y="7224713"/>
                <a:ext cx="79375" cy="555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6" name="Rectangle 11"/>
              <p:cNvSpPr>
                <a:spLocks noChangeArrowheads="1"/>
              </p:cNvSpPr>
              <p:nvPr/>
            </p:nvSpPr>
            <p:spPr bwMode="auto">
              <a:xfrm>
                <a:off x="-2606675" y="7502525"/>
                <a:ext cx="52388" cy="777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7" name="Rectangle 12"/>
              <p:cNvSpPr>
                <a:spLocks noChangeArrowheads="1"/>
              </p:cNvSpPr>
              <p:nvPr/>
            </p:nvSpPr>
            <p:spPr bwMode="auto">
              <a:xfrm>
                <a:off x="-2908300" y="7224713"/>
                <a:ext cx="79375" cy="555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8" name="Freeform 13"/>
              <p:cNvSpPr/>
              <p:nvPr/>
            </p:nvSpPr>
            <p:spPr bwMode="auto">
              <a:xfrm>
                <a:off x="-2422525" y="7002463"/>
                <a:ext cx="93663" cy="93663"/>
              </a:xfrm>
              <a:custGeom>
                <a:avLst/>
                <a:gdLst>
                  <a:gd name="T0" fmla="*/ 59 w 59"/>
                  <a:gd name="T1" fmla="*/ 24 h 59"/>
                  <a:gd name="T2" fmla="*/ 23 w 59"/>
                  <a:gd name="T3" fmla="*/ 59 h 59"/>
                  <a:gd name="T4" fmla="*/ 0 w 59"/>
                  <a:gd name="T5" fmla="*/ 33 h 59"/>
                  <a:gd name="T6" fmla="*/ 33 w 59"/>
                  <a:gd name="T7" fmla="*/ 0 h 59"/>
                  <a:gd name="T8" fmla="*/ 59 w 59"/>
                  <a:gd name="T9" fmla="*/ 24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9">
                    <a:moveTo>
                      <a:pt x="59" y="24"/>
                    </a:moveTo>
                    <a:lnTo>
                      <a:pt x="23" y="59"/>
                    </a:lnTo>
                    <a:lnTo>
                      <a:pt x="0" y="33"/>
                    </a:lnTo>
                    <a:lnTo>
                      <a:pt x="33" y="0"/>
                    </a:lnTo>
                    <a:lnTo>
                      <a:pt x="59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69" name="Freeform 14"/>
              <p:cNvSpPr/>
              <p:nvPr/>
            </p:nvSpPr>
            <p:spPr bwMode="auto">
              <a:xfrm>
                <a:off x="-2422525" y="7408863"/>
                <a:ext cx="93663" cy="93663"/>
              </a:xfrm>
              <a:custGeom>
                <a:avLst/>
                <a:gdLst>
                  <a:gd name="T0" fmla="*/ 23 w 59"/>
                  <a:gd name="T1" fmla="*/ 0 h 59"/>
                  <a:gd name="T2" fmla="*/ 59 w 59"/>
                  <a:gd name="T3" fmla="*/ 35 h 59"/>
                  <a:gd name="T4" fmla="*/ 33 w 59"/>
                  <a:gd name="T5" fmla="*/ 59 h 59"/>
                  <a:gd name="T6" fmla="*/ 0 w 59"/>
                  <a:gd name="T7" fmla="*/ 26 h 59"/>
                  <a:gd name="T8" fmla="*/ 23 w 59"/>
                  <a:gd name="T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9">
                    <a:moveTo>
                      <a:pt x="23" y="0"/>
                    </a:moveTo>
                    <a:lnTo>
                      <a:pt x="59" y="35"/>
                    </a:lnTo>
                    <a:lnTo>
                      <a:pt x="33" y="59"/>
                    </a:lnTo>
                    <a:lnTo>
                      <a:pt x="0" y="26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0" name="Freeform 15"/>
              <p:cNvSpPr/>
              <p:nvPr/>
            </p:nvSpPr>
            <p:spPr bwMode="auto">
              <a:xfrm>
                <a:off x="-2832100" y="7408863"/>
                <a:ext cx="93663" cy="93663"/>
              </a:xfrm>
              <a:custGeom>
                <a:avLst/>
                <a:gdLst>
                  <a:gd name="T0" fmla="*/ 35 w 59"/>
                  <a:gd name="T1" fmla="*/ 0 h 59"/>
                  <a:gd name="T2" fmla="*/ 59 w 59"/>
                  <a:gd name="T3" fmla="*/ 26 h 59"/>
                  <a:gd name="T4" fmla="*/ 26 w 59"/>
                  <a:gd name="T5" fmla="*/ 59 h 59"/>
                  <a:gd name="T6" fmla="*/ 0 w 59"/>
                  <a:gd name="T7" fmla="*/ 35 h 59"/>
                  <a:gd name="T8" fmla="*/ 35 w 59"/>
                  <a:gd name="T9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9">
                    <a:moveTo>
                      <a:pt x="35" y="0"/>
                    </a:moveTo>
                    <a:lnTo>
                      <a:pt x="59" y="26"/>
                    </a:lnTo>
                    <a:lnTo>
                      <a:pt x="26" y="59"/>
                    </a:lnTo>
                    <a:lnTo>
                      <a:pt x="0" y="35"/>
                    </a:lnTo>
                    <a:lnTo>
                      <a:pt x="3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1" name="Freeform 16"/>
              <p:cNvSpPr/>
              <p:nvPr/>
            </p:nvSpPr>
            <p:spPr bwMode="auto">
              <a:xfrm>
                <a:off x="-2832100" y="7002463"/>
                <a:ext cx="93663" cy="93663"/>
              </a:xfrm>
              <a:custGeom>
                <a:avLst/>
                <a:gdLst>
                  <a:gd name="T0" fmla="*/ 59 w 59"/>
                  <a:gd name="T1" fmla="*/ 33 h 59"/>
                  <a:gd name="T2" fmla="*/ 35 w 59"/>
                  <a:gd name="T3" fmla="*/ 59 h 59"/>
                  <a:gd name="T4" fmla="*/ 0 w 59"/>
                  <a:gd name="T5" fmla="*/ 24 h 59"/>
                  <a:gd name="T6" fmla="*/ 26 w 59"/>
                  <a:gd name="T7" fmla="*/ 0 h 59"/>
                  <a:gd name="T8" fmla="*/ 59 w 59"/>
                  <a:gd name="T9" fmla="*/ 33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9">
                    <a:moveTo>
                      <a:pt x="59" y="33"/>
                    </a:moveTo>
                    <a:lnTo>
                      <a:pt x="35" y="59"/>
                    </a:lnTo>
                    <a:lnTo>
                      <a:pt x="0" y="24"/>
                    </a:lnTo>
                    <a:lnTo>
                      <a:pt x="26" y="0"/>
                    </a:lnTo>
                    <a:lnTo>
                      <a:pt x="59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2" name="Freeform 17"/>
              <p:cNvSpPr/>
              <p:nvPr/>
            </p:nvSpPr>
            <p:spPr bwMode="auto">
              <a:xfrm>
                <a:off x="-2513013" y="6938963"/>
                <a:ext cx="82550" cy="93663"/>
              </a:xfrm>
              <a:custGeom>
                <a:avLst/>
                <a:gdLst>
                  <a:gd name="T0" fmla="*/ 52 w 52"/>
                  <a:gd name="T1" fmla="*/ 14 h 59"/>
                  <a:gd name="T2" fmla="*/ 33 w 52"/>
                  <a:gd name="T3" fmla="*/ 59 h 59"/>
                  <a:gd name="T4" fmla="*/ 0 w 52"/>
                  <a:gd name="T5" fmla="*/ 45 h 59"/>
                  <a:gd name="T6" fmla="*/ 19 w 52"/>
                  <a:gd name="T7" fmla="*/ 0 h 59"/>
                  <a:gd name="T8" fmla="*/ 52 w 52"/>
                  <a:gd name="T9" fmla="*/ 14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59">
                    <a:moveTo>
                      <a:pt x="52" y="14"/>
                    </a:moveTo>
                    <a:lnTo>
                      <a:pt x="33" y="59"/>
                    </a:lnTo>
                    <a:lnTo>
                      <a:pt x="0" y="45"/>
                    </a:lnTo>
                    <a:lnTo>
                      <a:pt x="19" y="0"/>
                    </a:lnTo>
                    <a:lnTo>
                      <a:pt x="52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3" name="Freeform 18"/>
              <p:cNvSpPr/>
              <p:nvPr/>
            </p:nvSpPr>
            <p:spPr bwMode="auto">
              <a:xfrm>
                <a:off x="-2359025" y="7321550"/>
                <a:ext cx="90488" cy="79375"/>
              </a:xfrm>
              <a:custGeom>
                <a:avLst/>
                <a:gdLst>
                  <a:gd name="T0" fmla="*/ 12 w 57"/>
                  <a:gd name="T1" fmla="*/ 0 h 50"/>
                  <a:gd name="T2" fmla="*/ 57 w 57"/>
                  <a:gd name="T3" fmla="*/ 19 h 50"/>
                  <a:gd name="T4" fmla="*/ 45 w 57"/>
                  <a:gd name="T5" fmla="*/ 50 h 50"/>
                  <a:gd name="T6" fmla="*/ 0 w 57"/>
                  <a:gd name="T7" fmla="*/ 33 h 50"/>
                  <a:gd name="T8" fmla="*/ 12 w 57"/>
                  <a:gd name="T9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0">
                    <a:moveTo>
                      <a:pt x="12" y="0"/>
                    </a:moveTo>
                    <a:lnTo>
                      <a:pt x="57" y="19"/>
                    </a:lnTo>
                    <a:lnTo>
                      <a:pt x="45" y="50"/>
                    </a:lnTo>
                    <a:lnTo>
                      <a:pt x="0" y="33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4" name="Freeform 19"/>
              <p:cNvSpPr/>
              <p:nvPr/>
            </p:nvSpPr>
            <p:spPr bwMode="auto">
              <a:xfrm>
                <a:off x="-2730500" y="7472363"/>
                <a:ext cx="82550" cy="93663"/>
              </a:xfrm>
              <a:custGeom>
                <a:avLst/>
                <a:gdLst>
                  <a:gd name="T0" fmla="*/ 52 w 52"/>
                  <a:gd name="T1" fmla="*/ 14 h 59"/>
                  <a:gd name="T2" fmla="*/ 33 w 52"/>
                  <a:gd name="T3" fmla="*/ 59 h 59"/>
                  <a:gd name="T4" fmla="*/ 0 w 52"/>
                  <a:gd name="T5" fmla="*/ 45 h 59"/>
                  <a:gd name="T6" fmla="*/ 18 w 52"/>
                  <a:gd name="T7" fmla="*/ 0 h 59"/>
                  <a:gd name="T8" fmla="*/ 52 w 52"/>
                  <a:gd name="T9" fmla="*/ 14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59">
                    <a:moveTo>
                      <a:pt x="52" y="14"/>
                    </a:moveTo>
                    <a:lnTo>
                      <a:pt x="33" y="59"/>
                    </a:lnTo>
                    <a:lnTo>
                      <a:pt x="0" y="45"/>
                    </a:lnTo>
                    <a:lnTo>
                      <a:pt x="18" y="0"/>
                    </a:lnTo>
                    <a:lnTo>
                      <a:pt x="52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5" name="Freeform 20"/>
              <p:cNvSpPr/>
              <p:nvPr/>
            </p:nvSpPr>
            <p:spPr bwMode="auto">
              <a:xfrm>
                <a:off x="-2892425" y="7104063"/>
                <a:ext cx="90488" cy="79375"/>
              </a:xfrm>
              <a:custGeom>
                <a:avLst/>
                <a:gdLst>
                  <a:gd name="T0" fmla="*/ 45 w 57"/>
                  <a:gd name="T1" fmla="*/ 50 h 50"/>
                  <a:gd name="T2" fmla="*/ 0 w 57"/>
                  <a:gd name="T3" fmla="*/ 31 h 50"/>
                  <a:gd name="T4" fmla="*/ 12 w 57"/>
                  <a:gd name="T5" fmla="*/ 0 h 50"/>
                  <a:gd name="T6" fmla="*/ 57 w 57"/>
                  <a:gd name="T7" fmla="*/ 19 h 50"/>
                  <a:gd name="T8" fmla="*/ 45 w 57"/>
                  <a:gd name="T9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0">
                    <a:moveTo>
                      <a:pt x="45" y="50"/>
                    </a:moveTo>
                    <a:lnTo>
                      <a:pt x="0" y="31"/>
                    </a:lnTo>
                    <a:lnTo>
                      <a:pt x="12" y="0"/>
                    </a:lnTo>
                    <a:lnTo>
                      <a:pt x="57" y="19"/>
                    </a:lnTo>
                    <a:lnTo>
                      <a:pt x="45" y="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6" name="Freeform 21"/>
              <p:cNvSpPr/>
              <p:nvPr/>
            </p:nvSpPr>
            <p:spPr bwMode="auto">
              <a:xfrm>
                <a:off x="-2363788" y="7100888"/>
                <a:ext cx="95250" cy="82550"/>
              </a:xfrm>
              <a:custGeom>
                <a:avLst/>
                <a:gdLst>
                  <a:gd name="T0" fmla="*/ 0 w 60"/>
                  <a:gd name="T1" fmla="*/ 18 h 52"/>
                  <a:gd name="T2" fmla="*/ 45 w 60"/>
                  <a:gd name="T3" fmla="*/ 0 h 52"/>
                  <a:gd name="T4" fmla="*/ 60 w 60"/>
                  <a:gd name="T5" fmla="*/ 33 h 52"/>
                  <a:gd name="T6" fmla="*/ 15 w 60"/>
                  <a:gd name="T7" fmla="*/ 52 h 52"/>
                  <a:gd name="T8" fmla="*/ 0 w 60"/>
                  <a:gd name="T9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0" h="52">
                    <a:moveTo>
                      <a:pt x="0" y="18"/>
                    </a:moveTo>
                    <a:lnTo>
                      <a:pt x="45" y="0"/>
                    </a:lnTo>
                    <a:lnTo>
                      <a:pt x="60" y="33"/>
                    </a:lnTo>
                    <a:lnTo>
                      <a:pt x="15" y="52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7" name="Freeform 22"/>
              <p:cNvSpPr/>
              <p:nvPr/>
            </p:nvSpPr>
            <p:spPr bwMode="auto">
              <a:xfrm>
                <a:off x="-2509838" y="7472363"/>
                <a:ext cx="79375" cy="93663"/>
              </a:xfrm>
              <a:custGeom>
                <a:avLst/>
                <a:gdLst>
                  <a:gd name="T0" fmla="*/ 50 w 50"/>
                  <a:gd name="T1" fmla="*/ 45 h 59"/>
                  <a:gd name="T2" fmla="*/ 19 w 50"/>
                  <a:gd name="T3" fmla="*/ 59 h 59"/>
                  <a:gd name="T4" fmla="*/ 0 w 50"/>
                  <a:gd name="T5" fmla="*/ 14 h 59"/>
                  <a:gd name="T6" fmla="*/ 31 w 50"/>
                  <a:gd name="T7" fmla="*/ 0 h 59"/>
                  <a:gd name="T8" fmla="*/ 50 w 50"/>
                  <a:gd name="T9" fmla="*/ 4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59">
                    <a:moveTo>
                      <a:pt x="50" y="45"/>
                    </a:moveTo>
                    <a:lnTo>
                      <a:pt x="19" y="59"/>
                    </a:lnTo>
                    <a:lnTo>
                      <a:pt x="0" y="14"/>
                    </a:lnTo>
                    <a:lnTo>
                      <a:pt x="31" y="0"/>
                    </a:lnTo>
                    <a:lnTo>
                      <a:pt x="50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8" name="Freeform 23"/>
              <p:cNvSpPr/>
              <p:nvPr/>
            </p:nvSpPr>
            <p:spPr bwMode="auto">
              <a:xfrm>
                <a:off x="-2892425" y="7321550"/>
                <a:ext cx="93663" cy="82550"/>
              </a:xfrm>
              <a:custGeom>
                <a:avLst/>
                <a:gdLst>
                  <a:gd name="T0" fmla="*/ 59 w 59"/>
                  <a:gd name="T1" fmla="*/ 33 h 52"/>
                  <a:gd name="T2" fmla="*/ 14 w 59"/>
                  <a:gd name="T3" fmla="*/ 52 h 52"/>
                  <a:gd name="T4" fmla="*/ 0 w 59"/>
                  <a:gd name="T5" fmla="*/ 19 h 52"/>
                  <a:gd name="T6" fmla="*/ 45 w 59"/>
                  <a:gd name="T7" fmla="*/ 0 h 52"/>
                  <a:gd name="T8" fmla="*/ 59 w 59"/>
                  <a:gd name="T9" fmla="*/ 33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" h="52">
                    <a:moveTo>
                      <a:pt x="59" y="33"/>
                    </a:moveTo>
                    <a:lnTo>
                      <a:pt x="14" y="52"/>
                    </a:lnTo>
                    <a:lnTo>
                      <a:pt x="0" y="19"/>
                    </a:lnTo>
                    <a:lnTo>
                      <a:pt x="45" y="0"/>
                    </a:lnTo>
                    <a:lnTo>
                      <a:pt x="59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79" name="Freeform 24"/>
              <p:cNvSpPr/>
              <p:nvPr/>
            </p:nvSpPr>
            <p:spPr bwMode="auto">
              <a:xfrm>
                <a:off x="-2730500" y="6938963"/>
                <a:ext cx="77788" cy="93663"/>
              </a:xfrm>
              <a:custGeom>
                <a:avLst/>
                <a:gdLst>
                  <a:gd name="T0" fmla="*/ 49 w 49"/>
                  <a:gd name="T1" fmla="*/ 45 h 59"/>
                  <a:gd name="T2" fmla="*/ 18 w 49"/>
                  <a:gd name="T3" fmla="*/ 59 h 59"/>
                  <a:gd name="T4" fmla="*/ 0 w 49"/>
                  <a:gd name="T5" fmla="*/ 14 h 59"/>
                  <a:gd name="T6" fmla="*/ 30 w 49"/>
                  <a:gd name="T7" fmla="*/ 0 h 59"/>
                  <a:gd name="T8" fmla="*/ 49 w 49"/>
                  <a:gd name="T9" fmla="*/ 45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" h="59">
                    <a:moveTo>
                      <a:pt x="49" y="45"/>
                    </a:moveTo>
                    <a:lnTo>
                      <a:pt x="18" y="59"/>
                    </a:lnTo>
                    <a:lnTo>
                      <a:pt x="0" y="14"/>
                    </a:lnTo>
                    <a:lnTo>
                      <a:pt x="30" y="0"/>
                    </a:lnTo>
                    <a:lnTo>
                      <a:pt x="49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0" name="Freeform 25"/>
              <p:cNvSpPr/>
              <p:nvPr/>
            </p:nvSpPr>
            <p:spPr bwMode="auto">
              <a:xfrm>
                <a:off x="-2193925" y="3438525"/>
                <a:ext cx="465138" cy="417513"/>
              </a:xfrm>
              <a:custGeom>
                <a:avLst/>
                <a:gdLst>
                  <a:gd name="T0" fmla="*/ 13 w 124"/>
                  <a:gd name="T1" fmla="*/ 11 h 111"/>
                  <a:gd name="T2" fmla="*/ 1 w 124"/>
                  <a:gd name="T3" fmla="*/ 33 h 111"/>
                  <a:gd name="T4" fmla="*/ 0 w 124"/>
                  <a:gd name="T5" fmla="*/ 40 h 111"/>
                  <a:gd name="T6" fmla="*/ 0 w 124"/>
                  <a:gd name="T7" fmla="*/ 41 h 111"/>
                  <a:gd name="T8" fmla="*/ 0 w 124"/>
                  <a:gd name="T9" fmla="*/ 47 h 111"/>
                  <a:gd name="T10" fmla="*/ 1 w 124"/>
                  <a:gd name="T11" fmla="*/ 52 h 111"/>
                  <a:gd name="T12" fmla="*/ 5 w 124"/>
                  <a:gd name="T13" fmla="*/ 72 h 111"/>
                  <a:gd name="T14" fmla="*/ 19 w 124"/>
                  <a:gd name="T15" fmla="*/ 97 h 111"/>
                  <a:gd name="T16" fmla="*/ 19 w 124"/>
                  <a:gd name="T17" fmla="*/ 97 h 111"/>
                  <a:gd name="T18" fmla="*/ 27 w 124"/>
                  <a:gd name="T19" fmla="*/ 106 h 111"/>
                  <a:gd name="T20" fmla="*/ 30 w 124"/>
                  <a:gd name="T21" fmla="*/ 108 h 111"/>
                  <a:gd name="T22" fmla="*/ 43 w 124"/>
                  <a:gd name="T23" fmla="*/ 110 h 111"/>
                  <a:gd name="T24" fmla="*/ 44 w 124"/>
                  <a:gd name="T25" fmla="*/ 109 h 111"/>
                  <a:gd name="T26" fmla="*/ 50 w 124"/>
                  <a:gd name="T27" fmla="*/ 107 h 111"/>
                  <a:gd name="T28" fmla="*/ 54 w 124"/>
                  <a:gd name="T29" fmla="*/ 106 h 111"/>
                  <a:gd name="T30" fmla="*/ 62 w 124"/>
                  <a:gd name="T31" fmla="*/ 105 h 111"/>
                  <a:gd name="T32" fmla="*/ 62 w 124"/>
                  <a:gd name="T33" fmla="*/ 105 h 111"/>
                  <a:gd name="T34" fmla="*/ 70 w 124"/>
                  <a:gd name="T35" fmla="*/ 106 h 111"/>
                  <a:gd name="T36" fmla="*/ 74 w 124"/>
                  <a:gd name="T37" fmla="*/ 107 h 111"/>
                  <a:gd name="T38" fmla="*/ 81 w 124"/>
                  <a:gd name="T39" fmla="*/ 109 h 111"/>
                  <a:gd name="T40" fmla="*/ 81 w 124"/>
                  <a:gd name="T41" fmla="*/ 110 h 111"/>
                  <a:gd name="T42" fmla="*/ 94 w 124"/>
                  <a:gd name="T43" fmla="*/ 108 h 111"/>
                  <a:gd name="T44" fmla="*/ 97 w 124"/>
                  <a:gd name="T45" fmla="*/ 106 h 111"/>
                  <a:gd name="T46" fmla="*/ 105 w 124"/>
                  <a:gd name="T47" fmla="*/ 97 h 111"/>
                  <a:gd name="T48" fmla="*/ 105 w 124"/>
                  <a:gd name="T49" fmla="*/ 97 h 111"/>
                  <a:gd name="T50" fmla="*/ 119 w 124"/>
                  <a:gd name="T51" fmla="*/ 72 h 111"/>
                  <a:gd name="T52" fmla="*/ 124 w 124"/>
                  <a:gd name="T53" fmla="*/ 52 h 111"/>
                  <a:gd name="T54" fmla="*/ 124 w 124"/>
                  <a:gd name="T55" fmla="*/ 47 h 111"/>
                  <a:gd name="T56" fmla="*/ 124 w 124"/>
                  <a:gd name="T57" fmla="*/ 41 h 111"/>
                  <a:gd name="T58" fmla="*/ 124 w 124"/>
                  <a:gd name="T59" fmla="*/ 40 h 111"/>
                  <a:gd name="T60" fmla="*/ 123 w 124"/>
                  <a:gd name="T61" fmla="*/ 33 h 111"/>
                  <a:gd name="T62" fmla="*/ 111 w 124"/>
                  <a:gd name="T63" fmla="*/ 11 h 111"/>
                  <a:gd name="T64" fmla="*/ 109 w 124"/>
                  <a:gd name="T65" fmla="*/ 8 h 111"/>
                  <a:gd name="T66" fmla="*/ 91 w 124"/>
                  <a:gd name="T67" fmla="*/ 1 h 111"/>
                  <a:gd name="T68" fmla="*/ 72 w 124"/>
                  <a:gd name="T69" fmla="*/ 3 h 111"/>
                  <a:gd name="T70" fmla="*/ 62 w 124"/>
                  <a:gd name="T71" fmla="*/ 7 h 111"/>
                  <a:gd name="T72" fmla="*/ 52 w 124"/>
                  <a:gd name="T73" fmla="*/ 3 h 111"/>
                  <a:gd name="T74" fmla="*/ 33 w 124"/>
                  <a:gd name="T75" fmla="*/ 1 h 111"/>
                  <a:gd name="T76" fmla="*/ 15 w 124"/>
                  <a:gd name="T77" fmla="*/ 8 h 111"/>
                  <a:gd name="T78" fmla="*/ 13 w 124"/>
                  <a:gd name="T79" fmla="*/ 11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24" h="111">
                    <a:moveTo>
                      <a:pt x="13" y="11"/>
                    </a:moveTo>
                    <a:cubicBezTo>
                      <a:pt x="6" y="17"/>
                      <a:pt x="3" y="25"/>
                      <a:pt x="1" y="33"/>
                    </a:cubicBezTo>
                    <a:cubicBezTo>
                      <a:pt x="1" y="36"/>
                      <a:pt x="1" y="38"/>
                      <a:pt x="0" y="40"/>
                    </a:cubicBezTo>
                    <a:cubicBezTo>
                      <a:pt x="0" y="40"/>
                      <a:pt x="0" y="41"/>
                      <a:pt x="0" y="41"/>
                    </a:cubicBezTo>
                    <a:cubicBezTo>
                      <a:pt x="0" y="43"/>
                      <a:pt x="0" y="45"/>
                      <a:pt x="0" y="47"/>
                    </a:cubicBezTo>
                    <a:cubicBezTo>
                      <a:pt x="0" y="49"/>
                      <a:pt x="0" y="50"/>
                      <a:pt x="1" y="52"/>
                    </a:cubicBezTo>
                    <a:cubicBezTo>
                      <a:pt x="1" y="59"/>
                      <a:pt x="3" y="65"/>
                      <a:pt x="5" y="72"/>
                    </a:cubicBezTo>
                    <a:cubicBezTo>
                      <a:pt x="8" y="81"/>
                      <a:pt x="13" y="89"/>
                      <a:pt x="19" y="97"/>
                    </a:cubicBezTo>
                    <a:cubicBezTo>
                      <a:pt x="19" y="97"/>
                      <a:pt x="19" y="97"/>
                      <a:pt x="19" y="97"/>
                    </a:cubicBezTo>
                    <a:cubicBezTo>
                      <a:pt x="22" y="101"/>
                      <a:pt x="24" y="104"/>
                      <a:pt x="27" y="106"/>
                    </a:cubicBezTo>
                    <a:cubicBezTo>
                      <a:pt x="28" y="107"/>
                      <a:pt x="29" y="107"/>
                      <a:pt x="30" y="108"/>
                    </a:cubicBezTo>
                    <a:cubicBezTo>
                      <a:pt x="34" y="111"/>
                      <a:pt x="38" y="111"/>
                      <a:pt x="43" y="110"/>
                    </a:cubicBezTo>
                    <a:cubicBezTo>
                      <a:pt x="43" y="110"/>
                      <a:pt x="43" y="110"/>
                      <a:pt x="44" y="109"/>
                    </a:cubicBezTo>
                    <a:cubicBezTo>
                      <a:pt x="46" y="109"/>
                      <a:pt x="48" y="108"/>
                      <a:pt x="50" y="107"/>
                    </a:cubicBezTo>
                    <a:cubicBezTo>
                      <a:pt x="51" y="107"/>
                      <a:pt x="53" y="106"/>
                      <a:pt x="54" y="106"/>
                    </a:cubicBezTo>
                    <a:cubicBezTo>
                      <a:pt x="57" y="105"/>
                      <a:pt x="62" y="105"/>
                      <a:pt x="62" y="105"/>
                    </a:cubicBezTo>
                    <a:cubicBezTo>
                      <a:pt x="62" y="105"/>
                      <a:pt x="62" y="105"/>
                      <a:pt x="62" y="105"/>
                    </a:cubicBezTo>
                    <a:cubicBezTo>
                      <a:pt x="65" y="105"/>
                      <a:pt x="67" y="105"/>
                      <a:pt x="70" y="106"/>
                    </a:cubicBezTo>
                    <a:cubicBezTo>
                      <a:pt x="71" y="106"/>
                      <a:pt x="73" y="107"/>
                      <a:pt x="74" y="107"/>
                    </a:cubicBezTo>
                    <a:cubicBezTo>
                      <a:pt x="76" y="108"/>
                      <a:pt x="78" y="109"/>
                      <a:pt x="81" y="109"/>
                    </a:cubicBezTo>
                    <a:cubicBezTo>
                      <a:pt x="81" y="110"/>
                      <a:pt x="81" y="110"/>
                      <a:pt x="81" y="110"/>
                    </a:cubicBezTo>
                    <a:cubicBezTo>
                      <a:pt x="86" y="111"/>
                      <a:pt x="90" y="111"/>
                      <a:pt x="94" y="108"/>
                    </a:cubicBezTo>
                    <a:cubicBezTo>
                      <a:pt x="95" y="107"/>
                      <a:pt x="96" y="107"/>
                      <a:pt x="97" y="106"/>
                    </a:cubicBezTo>
                    <a:cubicBezTo>
                      <a:pt x="100" y="104"/>
                      <a:pt x="102" y="101"/>
                      <a:pt x="105" y="97"/>
                    </a:cubicBezTo>
                    <a:cubicBezTo>
                      <a:pt x="105" y="97"/>
                      <a:pt x="105" y="97"/>
                      <a:pt x="105" y="97"/>
                    </a:cubicBezTo>
                    <a:cubicBezTo>
                      <a:pt x="111" y="89"/>
                      <a:pt x="116" y="81"/>
                      <a:pt x="119" y="72"/>
                    </a:cubicBezTo>
                    <a:cubicBezTo>
                      <a:pt x="121" y="65"/>
                      <a:pt x="123" y="59"/>
                      <a:pt x="124" y="52"/>
                    </a:cubicBezTo>
                    <a:cubicBezTo>
                      <a:pt x="124" y="50"/>
                      <a:pt x="124" y="49"/>
                      <a:pt x="124" y="47"/>
                    </a:cubicBezTo>
                    <a:cubicBezTo>
                      <a:pt x="124" y="45"/>
                      <a:pt x="124" y="43"/>
                      <a:pt x="124" y="41"/>
                    </a:cubicBezTo>
                    <a:cubicBezTo>
                      <a:pt x="124" y="41"/>
                      <a:pt x="124" y="40"/>
                      <a:pt x="124" y="40"/>
                    </a:cubicBezTo>
                    <a:cubicBezTo>
                      <a:pt x="124" y="38"/>
                      <a:pt x="123" y="36"/>
                      <a:pt x="123" y="33"/>
                    </a:cubicBezTo>
                    <a:cubicBezTo>
                      <a:pt x="121" y="25"/>
                      <a:pt x="118" y="17"/>
                      <a:pt x="111" y="11"/>
                    </a:cubicBezTo>
                    <a:cubicBezTo>
                      <a:pt x="110" y="10"/>
                      <a:pt x="110" y="9"/>
                      <a:pt x="109" y="8"/>
                    </a:cubicBezTo>
                    <a:cubicBezTo>
                      <a:pt x="104" y="4"/>
                      <a:pt x="98" y="2"/>
                      <a:pt x="91" y="1"/>
                    </a:cubicBezTo>
                    <a:cubicBezTo>
                      <a:pt x="84" y="0"/>
                      <a:pt x="78" y="1"/>
                      <a:pt x="72" y="3"/>
                    </a:cubicBezTo>
                    <a:cubicBezTo>
                      <a:pt x="69" y="4"/>
                      <a:pt x="62" y="7"/>
                      <a:pt x="62" y="7"/>
                    </a:cubicBezTo>
                    <a:cubicBezTo>
                      <a:pt x="62" y="7"/>
                      <a:pt x="55" y="4"/>
                      <a:pt x="52" y="3"/>
                    </a:cubicBezTo>
                    <a:cubicBezTo>
                      <a:pt x="46" y="1"/>
                      <a:pt x="40" y="0"/>
                      <a:pt x="33" y="1"/>
                    </a:cubicBezTo>
                    <a:cubicBezTo>
                      <a:pt x="26" y="2"/>
                      <a:pt x="20" y="4"/>
                      <a:pt x="15" y="8"/>
                    </a:cubicBezTo>
                    <a:cubicBezTo>
                      <a:pt x="14" y="9"/>
                      <a:pt x="14" y="10"/>
                      <a:pt x="1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1" name="Freeform 26"/>
              <p:cNvSpPr/>
              <p:nvPr/>
            </p:nvSpPr>
            <p:spPr bwMode="auto">
              <a:xfrm>
                <a:off x="-2070100" y="3308350"/>
                <a:ext cx="109538" cy="127000"/>
              </a:xfrm>
              <a:custGeom>
                <a:avLst/>
                <a:gdLst>
                  <a:gd name="T0" fmla="*/ 9 w 29"/>
                  <a:gd name="T1" fmla="*/ 25 h 34"/>
                  <a:gd name="T2" fmla="*/ 21 w 29"/>
                  <a:gd name="T3" fmla="*/ 33 h 34"/>
                  <a:gd name="T4" fmla="*/ 28 w 29"/>
                  <a:gd name="T5" fmla="*/ 34 h 34"/>
                  <a:gd name="T6" fmla="*/ 29 w 29"/>
                  <a:gd name="T7" fmla="*/ 33 h 34"/>
                  <a:gd name="T8" fmla="*/ 23 w 29"/>
                  <a:gd name="T9" fmla="*/ 13 h 34"/>
                  <a:gd name="T10" fmla="*/ 2 w 29"/>
                  <a:gd name="T11" fmla="*/ 1 h 34"/>
                  <a:gd name="T12" fmla="*/ 1 w 29"/>
                  <a:gd name="T13" fmla="*/ 0 h 34"/>
                  <a:gd name="T14" fmla="*/ 0 w 29"/>
                  <a:gd name="T15" fmla="*/ 0 h 34"/>
                  <a:gd name="T16" fmla="*/ 0 w 29"/>
                  <a:gd name="T17" fmla="*/ 9 h 34"/>
                  <a:gd name="T18" fmla="*/ 9 w 29"/>
                  <a:gd name="T19" fmla="*/ 2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" h="34">
                    <a:moveTo>
                      <a:pt x="9" y="25"/>
                    </a:moveTo>
                    <a:cubicBezTo>
                      <a:pt x="12" y="29"/>
                      <a:pt x="16" y="32"/>
                      <a:pt x="21" y="33"/>
                    </a:cubicBezTo>
                    <a:cubicBezTo>
                      <a:pt x="23" y="34"/>
                      <a:pt x="26" y="34"/>
                      <a:pt x="28" y="34"/>
                    </a:cubicBezTo>
                    <a:cubicBezTo>
                      <a:pt x="29" y="34"/>
                      <a:pt x="29" y="34"/>
                      <a:pt x="29" y="33"/>
                    </a:cubicBezTo>
                    <a:cubicBezTo>
                      <a:pt x="29" y="26"/>
                      <a:pt x="27" y="19"/>
                      <a:pt x="23" y="13"/>
                    </a:cubicBezTo>
                    <a:cubicBezTo>
                      <a:pt x="18" y="6"/>
                      <a:pt x="11" y="2"/>
                      <a:pt x="2" y="1"/>
                    </a:cubicBezTo>
                    <a:cubicBezTo>
                      <a:pt x="2" y="1"/>
                      <a:pt x="1" y="1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3"/>
                      <a:pt x="0" y="6"/>
                      <a:pt x="0" y="9"/>
                    </a:cubicBezTo>
                    <a:cubicBezTo>
                      <a:pt x="1" y="15"/>
                      <a:pt x="4" y="21"/>
                      <a:pt x="9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2" name="Freeform 27"/>
              <p:cNvSpPr>
                <a:spLocks noEditPoints="1"/>
              </p:cNvSpPr>
              <p:nvPr/>
            </p:nvSpPr>
            <p:spPr bwMode="auto">
              <a:xfrm>
                <a:off x="-5324475" y="3683000"/>
                <a:ext cx="255588" cy="533400"/>
              </a:xfrm>
              <a:custGeom>
                <a:avLst/>
                <a:gdLst>
                  <a:gd name="T0" fmla="*/ 34 w 68"/>
                  <a:gd name="T1" fmla="*/ 122 h 142"/>
                  <a:gd name="T2" fmla="*/ 67 w 68"/>
                  <a:gd name="T3" fmla="*/ 138 h 142"/>
                  <a:gd name="T4" fmla="*/ 68 w 68"/>
                  <a:gd name="T5" fmla="*/ 138 h 142"/>
                  <a:gd name="T6" fmla="*/ 68 w 68"/>
                  <a:gd name="T7" fmla="*/ 31 h 142"/>
                  <a:gd name="T8" fmla="*/ 66 w 68"/>
                  <a:gd name="T9" fmla="*/ 15 h 142"/>
                  <a:gd name="T10" fmla="*/ 34 w 68"/>
                  <a:gd name="T11" fmla="*/ 0 h 142"/>
                  <a:gd name="T12" fmla="*/ 34 w 68"/>
                  <a:gd name="T13" fmla="*/ 19 h 142"/>
                  <a:gd name="T14" fmla="*/ 57 w 68"/>
                  <a:gd name="T15" fmla="*/ 23 h 142"/>
                  <a:gd name="T16" fmla="*/ 58 w 68"/>
                  <a:gd name="T17" fmla="*/ 26 h 142"/>
                  <a:gd name="T18" fmla="*/ 56 w 68"/>
                  <a:gd name="T19" fmla="*/ 27 h 142"/>
                  <a:gd name="T20" fmla="*/ 55 w 68"/>
                  <a:gd name="T21" fmla="*/ 27 h 142"/>
                  <a:gd name="T22" fmla="*/ 51 w 68"/>
                  <a:gd name="T23" fmla="*/ 25 h 142"/>
                  <a:gd name="T24" fmla="*/ 34 w 68"/>
                  <a:gd name="T25" fmla="*/ 23 h 142"/>
                  <a:gd name="T26" fmla="*/ 34 w 68"/>
                  <a:gd name="T27" fmla="*/ 38 h 142"/>
                  <a:gd name="T28" fmla="*/ 57 w 68"/>
                  <a:gd name="T29" fmla="*/ 43 h 142"/>
                  <a:gd name="T30" fmla="*/ 58 w 68"/>
                  <a:gd name="T31" fmla="*/ 45 h 142"/>
                  <a:gd name="T32" fmla="*/ 56 w 68"/>
                  <a:gd name="T33" fmla="*/ 46 h 142"/>
                  <a:gd name="T34" fmla="*/ 55 w 68"/>
                  <a:gd name="T35" fmla="*/ 46 h 142"/>
                  <a:gd name="T36" fmla="*/ 51 w 68"/>
                  <a:gd name="T37" fmla="*/ 44 h 142"/>
                  <a:gd name="T38" fmla="*/ 34 w 68"/>
                  <a:gd name="T39" fmla="*/ 42 h 142"/>
                  <a:gd name="T40" fmla="*/ 34 w 68"/>
                  <a:gd name="T41" fmla="*/ 57 h 142"/>
                  <a:gd name="T42" fmla="*/ 57 w 68"/>
                  <a:gd name="T43" fmla="*/ 62 h 142"/>
                  <a:gd name="T44" fmla="*/ 58 w 68"/>
                  <a:gd name="T45" fmla="*/ 64 h 142"/>
                  <a:gd name="T46" fmla="*/ 56 w 68"/>
                  <a:gd name="T47" fmla="*/ 65 h 142"/>
                  <a:gd name="T48" fmla="*/ 55 w 68"/>
                  <a:gd name="T49" fmla="*/ 65 h 142"/>
                  <a:gd name="T50" fmla="*/ 51 w 68"/>
                  <a:gd name="T51" fmla="*/ 63 h 142"/>
                  <a:gd name="T52" fmla="*/ 34 w 68"/>
                  <a:gd name="T53" fmla="*/ 61 h 142"/>
                  <a:gd name="T54" fmla="*/ 34 w 68"/>
                  <a:gd name="T55" fmla="*/ 122 h 142"/>
                  <a:gd name="T56" fmla="*/ 1 w 68"/>
                  <a:gd name="T57" fmla="*/ 138 h 142"/>
                  <a:gd name="T58" fmla="*/ 34 w 68"/>
                  <a:gd name="T59" fmla="*/ 122 h 142"/>
                  <a:gd name="T60" fmla="*/ 34 w 68"/>
                  <a:gd name="T61" fmla="*/ 61 h 142"/>
                  <a:gd name="T62" fmla="*/ 17 w 68"/>
                  <a:gd name="T63" fmla="*/ 63 h 142"/>
                  <a:gd name="T64" fmla="*/ 13 w 68"/>
                  <a:gd name="T65" fmla="*/ 65 h 142"/>
                  <a:gd name="T66" fmla="*/ 10 w 68"/>
                  <a:gd name="T67" fmla="*/ 64 h 142"/>
                  <a:gd name="T68" fmla="*/ 11 w 68"/>
                  <a:gd name="T69" fmla="*/ 62 h 142"/>
                  <a:gd name="T70" fmla="*/ 11 w 68"/>
                  <a:gd name="T71" fmla="*/ 62 h 142"/>
                  <a:gd name="T72" fmla="*/ 34 w 68"/>
                  <a:gd name="T73" fmla="*/ 57 h 142"/>
                  <a:gd name="T74" fmla="*/ 34 w 68"/>
                  <a:gd name="T75" fmla="*/ 42 h 142"/>
                  <a:gd name="T76" fmla="*/ 17 w 68"/>
                  <a:gd name="T77" fmla="*/ 44 h 142"/>
                  <a:gd name="T78" fmla="*/ 13 w 68"/>
                  <a:gd name="T79" fmla="*/ 46 h 142"/>
                  <a:gd name="T80" fmla="*/ 10 w 68"/>
                  <a:gd name="T81" fmla="*/ 45 h 142"/>
                  <a:gd name="T82" fmla="*/ 11 w 68"/>
                  <a:gd name="T83" fmla="*/ 43 h 142"/>
                  <a:gd name="T84" fmla="*/ 11 w 68"/>
                  <a:gd name="T85" fmla="*/ 43 h 142"/>
                  <a:gd name="T86" fmla="*/ 34 w 68"/>
                  <a:gd name="T87" fmla="*/ 38 h 142"/>
                  <a:gd name="T88" fmla="*/ 34 w 68"/>
                  <a:gd name="T89" fmla="*/ 23 h 142"/>
                  <a:gd name="T90" fmla="*/ 17 w 68"/>
                  <a:gd name="T91" fmla="*/ 25 h 142"/>
                  <a:gd name="T92" fmla="*/ 13 w 68"/>
                  <a:gd name="T93" fmla="*/ 27 h 142"/>
                  <a:gd name="T94" fmla="*/ 10 w 68"/>
                  <a:gd name="T95" fmla="*/ 26 h 142"/>
                  <a:gd name="T96" fmla="*/ 11 w 68"/>
                  <a:gd name="T97" fmla="*/ 23 h 142"/>
                  <a:gd name="T98" fmla="*/ 11 w 68"/>
                  <a:gd name="T99" fmla="*/ 23 h 142"/>
                  <a:gd name="T100" fmla="*/ 34 w 68"/>
                  <a:gd name="T101" fmla="*/ 19 h 142"/>
                  <a:gd name="T102" fmla="*/ 34 w 68"/>
                  <a:gd name="T103" fmla="*/ 0 h 142"/>
                  <a:gd name="T104" fmla="*/ 2 w 68"/>
                  <a:gd name="T105" fmla="*/ 15 h 142"/>
                  <a:gd name="T106" fmla="*/ 0 w 68"/>
                  <a:gd name="T107" fmla="*/ 31 h 142"/>
                  <a:gd name="T108" fmla="*/ 0 w 68"/>
                  <a:gd name="T109" fmla="*/ 138 h 142"/>
                  <a:gd name="T110" fmla="*/ 1 w 68"/>
                  <a:gd name="T111" fmla="*/ 138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68" h="142">
                    <a:moveTo>
                      <a:pt x="34" y="122"/>
                    </a:moveTo>
                    <a:cubicBezTo>
                      <a:pt x="50" y="122"/>
                      <a:pt x="63" y="126"/>
                      <a:pt x="67" y="138"/>
                    </a:cubicBezTo>
                    <a:cubicBezTo>
                      <a:pt x="68" y="142"/>
                      <a:pt x="68" y="142"/>
                      <a:pt x="68" y="138"/>
                    </a:cubicBezTo>
                    <a:cubicBezTo>
                      <a:pt x="68" y="116"/>
                      <a:pt x="68" y="53"/>
                      <a:pt x="68" y="31"/>
                    </a:cubicBezTo>
                    <a:cubicBezTo>
                      <a:pt x="68" y="26"/>
                      <a:pt x="68" y="19"/>
                      <a:pt x="66" y="15"/>
                    </a:cubicBezTo>
                    <a:cubicBezTo>
                      <a:pt x="62" y="3"/>
                      <a:pt x="49" y="0"/>
                      <a:pt x="34" y="0"/>
                    </a:cubicBezTo>
                    <a:cubicBezTo>
                      <a:pt x="34" y="19"/>
                      <a:pt x="34" y="19"/>
                      <a:pt x="34" y="19"/>
                    </a:cubicBezTo>
                    <a:cubicBezTo>
                      <a:pt x="44" y="19"/>
                      <a:pt x="51" y="21"/>
                      <a:pt x="57" y="23"/>
                    </a:cubicBezTo>
                    <a:cubicBezTo>
                      <a:pt x="58" y="24"/>
                      <a:pt x="58" y="25"/>
                      <a:pt x="58" y="26"/>
                    </a:cubicBezTo>
                    <a:cubicBezTo>
                      <a:pt x="58" y="27"/>
                      <a:pt x="57" y="27"/>
                      <a:pt x="56" y="27"/>
                    </a:cubicBezTo>
                    <a:cubicBezTo>
                      <a:pt x="56" y="27"/>
                      <a:pt x="56" y="27"/>
                      <a:pt x="55" y="27"/>
                    </a:cubicBezTo>
                    <a:cubicBezTo>
                      <a:pt x="54" y="26"/>
                      <a:pt x="52" y="26"/>
                      <a:pt x="51" y="25"/>
                    </a:cubicBezTo>
                    <a:cubicBezTo>
                      <a:pt x="46" y="24"/>
                      <a:pt x="41" y="23"/>
                      <a:pt x="34" y="23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44" y="38"/>
                      <a:pt x="51" y="40"/>
                      <a:pt x="57" y="43"/>
                    </a:cubicBezTo>
                    <a:cubicBezTo>
                      <a:pt x="58" y="43"/>
                      <a:pt x="58" y="44"/>
                      <a:pt x="58" y="45"/>
                    </a:cubicBezTo>
                    <a:cubicBezTo>
                      <a:pt x="58" y="46"/>
                      <a:pt x="57" y="46"/>
                      <a:pt x="56" y="46"/>
                    </a:cubicBezTo>
                    <a:cubicBezTo>
                      <a:pt x="56" y="46"/>
                      <a:pt x="56" y="46"/>
                      <a:pt x="55" y="46"/>
                    </a:cubicBezTo>
                    <a:cubicBezTo>
                      <a:pt x="54" y="45"/>
                      <a:pt x="52" y="45"/>
                      <a:pt x="51" y="44"/>
                    </a:cubicBezTo>
                    <a:cubicBezTo>
                      <a:pt x="46" y="43"/>
                      <a:pt x="41" y="42"/>
                      <a:pt x="34" y="42"/>
                    </a:cubicBezTo>
                    <a:cubicBezTo>
                      <a:pt x="34" y="57"/>
                      <a:pt x="34" y="57"/>
                      <a:pt x="34" y="57"/>
                    </a:cubicBezTo>
                    <a:cubicBezTo>
                      <a:pt x="44" y="57"/>
                      <a:pt x="51" y="59"/>
                      <a:pt x="57" y="62"/>
                    </a:cubicBezTo>
                    <a:cubicBezTo>
                      <a:pt x="58" y="62"/>
                      <a:pt x="58" y="63"/>
                      <a:pt x="58" y="64"/>
                    </a:cubicBezTo>
                    <a:cubicBezTo>
                      <a:pt x="58" y="65"/>
                      <a:pt x="57" y="65"/>
                      <a:pt x="56" y="65"/>
                    </a:cubicBezTo>
                    <a:cubicBezTo>
                      <a:pt x="56" y="65"/>
                      <a:pt x="56" y="65"/>
                      <a:pt x="55" y="65"/>
                    </a:cubicBezTo>
                    <a:cubicBezTo>
                      <a:pt x="54" y="64"/>
                      <a:pt x="52" y="64"/>
                      <a:pt x="51" y="63"/>
                    </a:cubicBezTo>
                    <a:cubicBezTo>
                      <a:pt x="46" y="62"/>
                      <a:pt x="41" y="61"/>
                      <a:pt x="34" y="61"/>
                    </a:cubicBezTo>
                    <a:lnTo>
                      <a:pt x="34" y="122"/>
                    </a:lnTo>
                    <a:close/>
                    <a:moveTo>
                      <a:pt x="1" y="138"/>
                    </a:moveTo>
                    <a:cubicBezTo>
                      <a:pt x="5" y="126"/>
                      <a:pt x="18" y="122"/>
                      <a:pt x="34" y="122"/>
                    </a:cubicBezTo>
                    <a:cubicBezTo>
                      <a:pt x="34" y="61"/>
                      <a:pt x="34" y="61"/>
                      <a:pt x="34" y="61"/>
                    </a:cubicBezTo>
                    <a:cubicBezTo>
                      <a:pt x="27" y="61"/>
                      <a:pt x="22" y="62"/>
                      <a:pt x="17" y="63"/>
                    </a:cubicBezTo>
                    <a:cubicBezTo>
                      <a:pt x="16" y="64"/>
                      <a:pt x="14" y="64"/>
                      <a:pt x="13" y="65"/>
                    </a:cubicBezTo>
                    <a:cubicBezTo>
                      <a:pt x="12" y="66"/>
                      <a:pt x="10" y="65"/>
                      <a:pt x="10" y="64"/>
                    </a:cubicBezTo>
                    <a:cubicBezTo>
                      <a:pt x="9" y="63"/>
                      <a:pt x="10" y="62"/>
                      <a:pt x="11" y="62"/>
                    </a:cubicBezTo>
                    <a:cubicBezTo>
                      <a:pt x="11" y="62"/>
                      <a:pt x="11" y="62"/>
                      <a:pt x="11" y="62"/>
                    </a:cubicBezTo>
                    <a:cubicBezTo>
                      <a:pt x="17" y="59"/>
                      <a:pt x="24" y="57"/>
                      <a:pt x="34" y="57"/>
                    </a:cubicBezTo>
                    <a:cubicBezTo>
                      <a:pt x="34" y="42"/>
                      <a:pt x="34" y="42"/>
                      <a:pt x="34" y="42"/>
                    </a:cubicBezTo>
                    <a:cubicBezTo>
                      <a:pt x="27" y="42"/>
                      <a:pt x="22" y="43"/>
                      <a:pt x="17" y="44"/>
                    </a:cubicBezTo>
                    <a:cubicBezTo>
                      <a:pt x="16" y="45"/>
                      <a:pt x="14" y="45"/>
                      <a:pt x="13" y="46"/>
                    </a:cubicBezTo>
                    <a:cubicBezTo>
                      <a:pt x="12" y="47"/>
                      <a:pt x="10" y="46"/>
                      <a:pt x="10" y="45"/>
                    </a:cubicBezTo>
                    <a:cubicBezTo>
                      <a:pt x="9" y="44"/>
                      <a:pt x="10" y="43"/>
                      <a:pt x="11" y="43"/>
                    </a:cubicBezTo>
                    <a:cubicBezTo>
                      <a:pt x="11" y="43"/>
                      <a:pt x="11" y="43"/>
                      <a:pt x="11" y="43"/>
                    </a:cubicBezTo>
                    <a:cubicBezTo>
                      <a:pt x="17" y="40"/>
                      <a:pt x="24" y="38"/>
                      <a:pt x="34" y="38"/>
                    </a:cubicBezTo>
                    <a:cubicBezTo>
                      <a:pt x="34" y="23"/>
                      <a:pt x="34" y="23"/>
                      <a:pt x="34" y="23"/>
                    </a:cubicBezTo>
                    <a:cubicBezTo>
                      <a:pt x="27" y="23"/>
                      <a:pt x="22" y="24"/>
                      <a:pt x="17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0" y="27"/>
                      <a:pt x="10" y="26"/>
                    </a:cubicBezTo>
                    <a:cubicBezTo>
                      <a:pt x="9" y="25"/>
                      <a:pt x="10" y="24"/>
                      <a:pt x="11" y="23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7" y="21"/>
                      <a:pt x="24" y="19"/>
                      <a:pt x="34" y="19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9" y="0"/>
                      <a:pt x="6" y="3"/>
                      <a:pt x="2" y="15"/>
                    </a:cubicBezTo>
                    <a:cubicBezTo>
                      <a:pt x="0" y="19"/>
                      <a:pt x="0" y="26"/>
                      <a:pt x="0" y="31"/>
                    </a:cubicBezTo>
                    <a:cubicBezTo>
                      <a:pt x="0" y="53"/>
                      <a:pt x="0" y="116"/>
                      <a:pt x="0" y="138"/>
                    </a:cubicBezTo>
                    <a:cubicBezTo>
                      <a:pt x="0" y="142"/>
                      <a:pt x="0" y="142"/>
                      <a:pt x="1" y="1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3" name="Freeform 28"/>
              <p:cNvSpPr>
                <a:spLocks noEditPoints="1"/>
              </p:cNvSpPr>
              <p:nvPr/>
            </p:nvSpPr>
            <p:spPr bwMode="auto">
              <a:xfrm>
                <a:off x="-5045075" y="3683000"/>
                <a:ext cx="250825" cy="533400"/>
              </a:xfrm>
              <a:custGeom>
                <a:avLst/>
                <a:gdLst>
                  <a:gd name="T0" fmla="*/ 67 w 67"/>
                  <a:gd name="T1" fmla="*/ 138 h 142"/>
                  <a:gd name="T2" fmla="*/ 66 w 67"/>
                  <a:gd name="T3" fmla="*/ 15 h 142"/>
                  <a:gd name="T4" fmla="*/ 33 w 67"/>
                  <a:gd name="T5" fmla="*/ 19 h 142"/>
                  <a:gd name="T6" fmla="*/ 57 w 67"/>
                  <a:gd name="T7" fmla="*/ 26 h 142"/>
                  <a:gd name="T8" fmla="*/ 56 w 67"/>
                  <a:gd name="T9" fmla="*/ 27 h 142"/>
                  <a:gd name="T10" fmla="*/ 50 w 67"/>
                  <a:gd name="T11" fmla="*/ 25 h 142"/>
                  <a:gd name="T12" fmla="*/ 33 w 67"/>
                  <a:gd name="T13" fmla="*/ 38 h 142"/>
                  <a:gd name="T14" fmla="*/ 57 w 67"/>
                  <a:gd name="T15" fmla="*/ 45 h 142"/>
                  <a:gd name="T16" fmla="*/ 56 w 67"/>
                  <a:gd name="T17" fmla="*/ 46 h 142"/>
                  <a:gd name="T18" fmla="*/ 50 w 67"/>
                  <a:gd name="T19" fmla="*/ 44 h 142"/>
                  <a:gd name="T20" fmla="*/ 33 w 67"/>
                  <a:gd name="T21" fmla="*/ 57 h 142"/>
                  <a:gd name="T22" fmla="*/ 57 w 67"/>
                  <a:gd name="T23" fmla="*/ 64 h 142"/>
                  <a:gd name="T24" fmla="*/ 56 w 67"/>
                  <a:gd name="T25" fmla="*/ 65 h 142"/>
                  <a:gd name="T26" fmla="*/ 50 w 67"/>
                  <a:gd name="T27" fmla="*/ 63 h 142"/>
                  <a:gd name="T28" fmla="*/ 33 w 67"/>
                  <a:gd name="T29" fmla="*/ 122 h 142"/>
                  <a:gd name="T30" fmla="*/ 66 w 67"/>
                  <a:gd name="T31" fmla="*/ 138 h 142"/>
                  <a:gd name="T32" fmla="*/ 33 w 67"/>
                  <a:gd name="T33" fmla="*/ 0 h 142"/>
                  <a:gd name="T34" fmla="*/ 0 w 67"/>
                  <a:gd name="T35" fmla="*/ 31 h 142"/>
                  <a:gd name="T36" fmla="*/ 1 w 67"/>
                  <a:gd name="T37" fmla="*/ 138 h 142"/>
                  <a:gd name="T38" fmla="*/ 33 w 67"/>
                  <a:gd name="T39" fmla="*/ 61 h 142"/>
                  <a:gd name="T40" fmla="*/ 17 w 67"/>
                  <a:gd name="T41" fmla="*/ 63 h 142"/>
                  <a:gd name="T42" fmla="*/ 9 w 67"/>
                  <a:gd name="T43" fmla="*/ 64 h 142"/>
                  <a:gd name="T44" fmla="*/ 33 w 67"/>
                  <a:gd name="T45" fmla="*/ 57 h 142"/>
                  <a:gd name="T46" fmla="*/ 33 w 67"/>
                  <a:gd name="T47" fmla="*/ 42 h 142"/>
                  <a:gd name="T48" fmla="*/ 17 w 67"/>
                  <a:gd name="T49" fmla="*/ 44 h 142"/>
                  <a:gd name="T50" fmla="*/ 9 w 67"/>
                  <a:gd name="T51" fmla="*/ 45 h 142"/>
                  <a:gd name="T52" fmla="*/ 33 w 67"/>
                  <a:gd name="T53" fmla="*/ 38 h 142"/>
                  <a:gd name="T54" fmla="*/ 33 w 67"/>
                  <a:gd name="T55" fmla="*/ 23 h 142"/>
                  <a:gd name="T56" fmla="*/ 17 w 67"/>
                  <a:gd name="T57" fmla="*/ 25 h 142"/>
                  <a:gd name="T58" fmla="*/ 9 w 67"/>
                  <a:gd name="T59" fmla="*/ 26 h 142"/>
                  <a:gd name="T60" fmla="*/ 33 w 67"/>
                  <a:gd name="T61" fmla="*/ 19 h 142"/>
                  <a:gd name="T62" fmla="*/ 33 w 67"/>
                  <a:gd name="T63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67" h="142">
                    <a:moveTo>
                      <a:pt x="66" y="138"/>
                    </a:moveTo>
                    <a:cubicBezTo>
                      <a:pt x="67" y="142"/>
                      <a:pt x="67" y="142"/>
                      <a:pt x="67" y="138"/>
                    </a:cubicBezTo>
                    <a:cubicBezTo>
                      <a:pt x="67" y="116"/>
                      <a:pt x="67" y="53"/>
                      <a:pt x="67" y="31"/>
                    </a:cubicBezTo>
                    <a:cubicBezTo>
                      <a:pt x="67" y="26"/>
                      <a:pt x="67" y="19"/>
                      <a:pt x="66" y="15"/>
                    </a:cubicBezTo>
                    <a:cubicBezTo>
                      <a:pt x="62" y="3"/>
                      <a:pt x="49" y="0"/>
                      <a:pt x="33" y="0"/>
                    </a:cubicBezTo>
                    <a:cubicBezTo>
                      <a:pt x="33" y="19"/>
                      <a:pt x="33" y="19"/>
                      <a:pt x="33" y="19"/>
                    </a:cubicBezTo>
                    <a:cubicBezTo>
                      <a:pt x="43" y="19"/>
                      <a:pt x="51" y="21"/>
                      <a:pt x="57" y="23"/>
                    </a:cubicBezTo>
                    <a:cubicBezTo>
                      <a:pt x="58" y="24"/>
                      <a:pt x="58" y="25"/>
                      <a:pt x="57" y="26"/>
                    </a:cubicBezTo>
                    <a:cubicBezTo>
                      <a:pt x="57" y="26"/>
                      <a:pt x="57" y="26"/>
                      <a:pt x="57" y="26"/>
                    </a:cubicBezTo>
                    <a:cubicBezTo>
                      <a:pt x="57" y="27"/>
                      <a:pt x="56" y="27"/>
                      <a:pt x="56" y="27"/>
                    </a:cubicBezTo>
                    <a:cubicBezTo>
                      <a:pt x="55" y="27"/>
                      <a:pt x="55" y="27"/>
                      <a:pt x="55" y="27"/>
                    </a:cubicBezTo>
                    <a:cubicBezTo>
                      <a:pt x="53" y="26"/>
                      <a:pt x="52" y="26"/>
                      <a:pt x="50" y="25"/>
                    </a:cubicBezTo>
                    <a:cubicBezTo>
                      <a:pt x="46" y="24"/>
                      <a:pt x="40" y="23"/>
                      <a:pt x="33" y="23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43" y="38"/>
                      <a:pt x="51" y="40"/>
                      <a:pt x="57" y="43"/>
                    </a:cubicBezTo>
                    <a:cubicBezTo>
                      <a:pt x="58" y="43"/>
                      <a:pt x="58" y="44"/>
                      <a:pt x="57" y="45"/>
                    </a:cubicBezTo>
                    <a:cubicBezTo>
                      <a:pt x="57" y="45"/>
                      <a:pt x="57" y="45"/>
                      <a:pt x="57" y="45"/>
                    </a:cubicBezTo>
                    <a:cubicBezTo>
                      <a:pt x="57" y="46"/>
                      <a:pt x="56" y="46"/>
                      <a:pt x="56" y="46"/>
                    </a:cubicBezTo>
                    <a:cubicBezTo>
                      <a:pt x="55" y="46"/>
                      <a:pt x="55" y="46"/>
                      <a:pt x="55" y="46"/>
                    </a:cubicBezTo>
                    <a:cubicBezTo>
                      <a:pt x="53" y="45"/>
                      <a:pt x="52" y="45"/>
                      <a:pt x="50" y="44"/>
                    </a:cubicBezTo>
                    <a:cubicBezTo>
                      <a:pt x="46" y="43"/>
                      <a:pt x="40" y="42"/>
                      <a:pt x="33" y="42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43" y="57"/>
                      <a:pt x="51" y="59"/>
                      <a:pt x="57" y="62"/>
                    </a:cubicBezTo>
                    <a:cubicBezTo>
                      <a:pt x="58" y="62"/>
                      <a:pt x="58" y="63"/>
                      <a:pt x="57" y="64"/>
                    </a:cubicBezTo>
                    <a:cubicBezTo>
                      <a:pt x="57" y="64"/>
                      <a:pt x="57" y="64"/>
                      <a:pt x="57" y="64"/>
                    </a:cubicBezTo>
                    <a:cubicBezTo>
                      <a:pt x="57" y="65"/>
                      <a:pt x="56" y="65"/>
                      <a:pt x="56" y="65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3" y="64"/>
                      <a:pt x="52" y="64"/>
                      <a:pt x="50" y="63"/>
                    </a:cubicBezTo>
                    <a:cubicBezTo>
                      <a:pt x="46" y="62"/>
                      <a:pt x="40" y="61"/>
                      <a:pt x="33" y="61"/>
                    </a:cubicBezTo>
                    <a:cubicBezTo>
                      <a:pt x="33" y="122"/>
                      <a:pt x="33" y="122"/>
                      <a:pt x="33" y="122"/>
                    </a:cubicBezTo>
                    <a:cubicBezTo>
                      <a:pt x="33" y="122"/>
                      <a:pt x="33" y="122"/>
                      <a:pt x="33" y="122"/>
                    </a:cubicBezTo>
                    <a:cubicBezTo>
                      <a:pt x="49" y="122"/>
                      <a:pt x="62" y="126"/>
                      <a:pt x="66" y="138"/>
                    </a:cubicBezTo>
                    <a:close/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8" y="0"/>
                      <a:pt x="5" y="3"/>
                      <a:pt x="1" y="15"/>
                    </a:cubicBezTo>
                    <a:cubicBezTo>
                      <a:pt x="0" y="19"/>
                      <a:pt x="0" y="26"/>
                      <a:pt x="0" y="31"/>
                    </a:cubicBezTo>
                    <a:cubicBezTo>
                      <a:pt x="0" y="53"/>
                      <a:pt x="0" y="116"/>
                      <a:pt x="0" y="138"/>
                    </a:cubicBezTo>
                    <a:cubicBezTo>
                      <a:pt x="0" y="142"/>
                      <a:pt x="0" y="142"/>
                      <a:pt x="1" y="138"/>
                    </a:cubicBezTo>
                    <a:cubicBezTo>
                      <a:pt x="5" y="126"/>
                      <a:pt x="18" y="122"/>
                      <a:pt x="33" y="122"/>
                    </a:cubicBezTo>
                    <a:cubicBezTo>
                      <a:pt x="33" y="61"/>
                      <a:pt x="33" y="61"/>
                      <a:pt x="33" y="61"/>
                    </a:cubicBezTo>
                    <a:cubicBezTo>
                      <a:pt x="33" y="61"/>
                      <a:pt x="33" y="61"/>
                      <a:pt x="33" y="61"/>
                    </a:cubicBezTo>
                    <a:cubicBezTo>
                      <a:pt x="27" y="61"/>
                      <a:pt x="21" y="62"/>
                      <a:pt x="17" y="63"/>
                    </a:cubicBezTo>
                    <a:cubicBezTo>
                      <a:pt x="15" y="64"/>
                      <a:pt x="13" y="64"/>
                      <a:pt x="12" y="65"/>
                    </a:cubicBezTo>
                    <a:cubicBezTo>
                      <a:pt x="11" y="66"/>
                      <a:pt x="10" y="65"/>
                      <a:pt x="9" y="64"/>
                    </a:cubicBezTo>
                    <a:cubicBezTo>
                      <a:pt x="9" y="63"/>
                      <a:pt x="9" y="62"/>
                      <a:pt x="10" y="62"/>
                    </a:cubicBezTo>
                    <a:cubicBezTo>
                      <a:pt x="16" y="59"/>
                      <a:pt x="24" y="57"/>
                      <a:pt x="33" y="57"/>
                    </a:cubicBezTo>
                    <a:cubicBezTo>
                      <a:pt x="33" y="57"/>
                      <a:pt x="33" y="57"/>
                      <a:pt x="33" y="57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33" y="42"/>
                      <a:pt x="33" y="42"/>
                      <a:pt x="33" y="42"/>
                    </a:cubicBezTo>
                    <a:cubicBezTo>
                      <a:pt x="27" y="42"/>
                      <a:pt x="21" y="43"/>
                      <a:pt x="17" y="44"/>
                    </a:cubicBezTo>
                    <a:cubicBezTo>
                      <a:pt x="15" y="45"/>
                      <a:pt x="13" y="45"/>
                      <a:pt x="12" y="46"/>
                    </a:cubicBezTo>
                    <a:cubicBezTo>
                      <a:pt x="11" y="47"/>
                      <a:pt x="10" y="46"/>
                      <a:pt x="9" y="45"/>
                    </a:cubicBezTo>
                    <a:cubicBezTo>
                      <a:pt x="9" y="44"/>
                      <a:pt x="9" y="43"/>
                      <a:pt x="10" y="43"/>
                    </a:cubicBezTo>
                    <a:cubicBezTo>
                      <a:pt x="16" y="40"/>
                      <a:pt x="24" y="38"/>
                      <a:pt x="33" y="38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33" y="23"/>
                      <a:pt x="33" y="23"/>
                      <a:pt x="33" y="23"/>
                    </a:cubicBezTo>
                    <a:cubicBezTo>
                      <a:pt x="27" y="23"/>
                      <a:pt x="21" y="24"/>
                      <a:pt x="17" y="25"/>
                    </a:cubicBezTo>
                    <a:cubicBezTo>
                      <a:pt x="15" y="26"/>
                      <a:pt x="13" y="26"/>
                      <a:pt x="12" y="27"/>
                    </a:cubicBezTo>
                    <a:cubicBezTo>
                      <a:pt x="11" y="27"/>
                      <a:pt x="10" y="27"/>
                      <a:pt x="9" y="26"/>
                    </a:cubicBezTo>
                    <a:cubicBezTo>
                      <a:pt x="9" y="25"/>
                      <a:pt x="9" y="24"/>
                      <a:pt x="10" y="23"/>
                    </a:cubicBezTo>
                    <a:cubicBezTo>
                      <a:pt x="16" y="21"/>
                      <a:pt x="24" y="19"/>
                      <a:pt x="33" y="19"/>
                    </a:cubicBezTo>
                    <a:cubicBezTo>
                      <a:pt x="33" y="19"/>
                      <a:pt x="33" y="19"/>
                      <a:pt x="33" y="19"/>
                    </a:cubicBezTo>
                    <a:lnTo>
                      <a:pt x="3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4" name="Freeform 29"/>
              <p:cNvSpPr/>
              <p:nvPr/>
            </p:nvSpPr>
            <p:spPr bwMode="auto">
              <a:xfrm>
                <a:off x="-3678238" y="7881938"/>
                <a:ext cx="288925" cy="555625"/>
              </a:xfrm>
              <a:custGeom>
                <a:avLst/>
                <a:gdLst>
                  <a:gd name="T0" fmla="*/ 77 w 77"/>
                  <a:gd name="T1" fmla="*/ 109 h 148"/>
                  <a:gd name="T2" fmla="*/ 77 w 77"/>
                  <a:gd name="T3" fmla="*/ 35 h 148"/>
                  <a:gd name="T4" fmla="*/ 45 w 77"/>
                  <a:gd name="T5" fmla="*/ 0 h 148"/>
                  <a:gd name="T6" fmla="*/ 31 w 77"/>
                  <a:gd name="T7" fmla="*/ 0 h 148"/>
                  <a:gd name="T8" fmla="*/ 0 w 77"/>
                  <a:gd name="T9" fmla="*/ 35 h 148"/>
                  <a:gd name="T10" fmla="*/ 0 w 77"/>
                  <a:gd name="T11" fmla="*/ 118 h 148"/>
                  <a:gd name="T12" fmla="*/ 29 w 77"/>
                  <a:gd name="T13" fmla="*/ 148 h 148"/>
                  <a:gd name="T14" fmla="*/ 30 w 77"/>
                  <a:gd name="T15" fmla="*/ 148 h 148"/>
                  <a:gd name="T16" fmla="*/ 60 w 77"/>
                  <a:gd name="T17" fmla="*/ 118 h 148"/>
                  <a:gd name="T18" fmla="*/ 60 w 77"/>
                  <a:gd name="T19" fmla="*/ 61 h 148"/>
                  <a:gd name="T20" fmla="*/ 40 w 77"/>
                  <a:gd name="T21" fmla="*/ 39 h 148"/>
                  <a:gd name="T22" fmla="*/ 37 w 77"/>
                  <a:gd name="T23" fmla="*/ 39 h 148"/>
                  <a:gd name="T24" fmla="*/ 17 w 77"/>
                  <a:gd name="T25" fmla="*/ 61 h 148"/>
                  <a:gd name="T26" fmla="*/ 17 w 77"/>
                  <a:gd name="T27" fmla="*/ 109 h 148"/>
                  <a:gd name="T28" fmla="*/ 29 w 77"/>
                  <a:gd name="T29" fmla="*/ 109 h 148"/>
                  <a:gd name="T30" fmla="*/ 29 w 77"/>
                  <a:gd name="T31" fmla="*/ 61 h 148"/>
                  <a:gd name="T32" fmla="*/ 37 w 77"/>
                  <a:gd name="T33" fmla="*/ 51 h 148"/>
                  <a:gd name="T34" fmla="*/ 40 w 77"/>
                  <a:gd name="T35" fmla="*/ 51 h 148"/>
                  <a:gd name="T36" fmla="*/ 49 w 77"/>
                  <a:gd name="T37" fmla="*/ 61 h 148"/>
                  <a:gd name="T38" fmla="*/ 49 w 77"/>
                  <a:gd name="T39" fmla="*/ 118 h 148"/>
                  <a:gd name="T40" fmla="*/ 30 w 77"/>
                  <a:gd name="T41" fmla="*/ 137 h 148"/>
                  <a:gd name="T42" fmla="*/ 16 w 77"/>
                  <a:gd name="T43" fmla="*/ 130 h 148"/>
                  <a:gd name="T44" fmla="*/ 11 w 77"/>
                  <a:gd name="T45" fmla="*/ 112 h 148"/>
                  <a:gd name="T46" fmla="*/ 11 w 77"/>
                  <a:gd name="T47" fmla="*/ 35 h 148"/>
                  <a:gd name="T48" fmla="*/ 31 w 77"/>
                  <a:gd name="T49" fmla="*/ 11 h 148"/>
                  <a:gd name="T50" fmla="*/ 45 w 77"/>
                  <a:gd name="T51" fmla="*/ 11 h 148"/>
                  <a:gd name="T52" fmla="*/ 66 w 77"/>
                  <a:gd name="T53" fmla="*/ 35 h 148"/>
                  <a:gd name="T54" fmla="*/ 66 w 77"/>
                  <a:gd name="T55" fmla="*/ 109 h 148"/>
                  <a:gd name="T56" fmla="*/ 77 w 77"/>
                  <a:gd name="T57" fmla="*/ 109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7" h="148">
                    <a:moveTo>
                      <a:pt x="77" y="109"/>
                    </a:moveTo>
                    <a:cubicBezTo>
                      <a:pt x="77" y="35"/>
                      <a:pt x="77" y="35"/>
                      <a:pt x="77" y="35"/>
                    </a:cubicBezTo>
                    <a:cubicBezTo>
                      <a:pt x="77" y="14"/>
                      <a:pt x="64" y="0"/>
                      <a:pt x="45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2" y="0"/>
                      <a:pt x="0" y="14"/>
                      <a:pt x="0" y="35"/>
                    </a:cubicBezTo>
                    <a:cubicBezTo>
                      <a:pt x="0" y="35"/>
                      <a:pt x="0" y="118"/>
                      <a:pt x="0" y="118"/>
                    </a:cubicBezTo>
                    <a:cubicBezTo>
                      <a:pt x="0" y="134"/>
                      <a:pt x="13" y="148"/>
                      <a:pt x="29" y="148"/>
                    </a:cubicBezTo>
                    <a:cubicBezTo>
                      <a:pt x="30" y="148"/>
                      <a:pt x="30" y="148"/>
                      <a:pt x="30" y="148"/>
                    </a:cubicBezTo>
                    <a:cubicBezTo>
                      <a:pt x="47" y="148"/>
                      <a:pt x="60" y="135"/>
                      <a:pt x="60" y="118"/>
                    </a:cubicBezTo>
                    <a:cubicBezTo>
                      <a:pt x="60" y="61"/>
                      <a:pt x="60" y="61"/>
                      <a:pt x="60" y="61"/>
                    </a:cubicBezTo>
                    <a:cubicBezTo>
                      <a:pt x="60" y="49"/>
                      <a:pt x="51" y="39"/>
                      <a:pt x="40" y="39"/>
                    </a:cubicBezTo>
                    <a:cubicBezTo>
                      <a:pt x="37" y="39"/>
                      <a:pt x="37" y="39"/>
                      <a:pt x="37" y="39"/>
                    </a:cubicBezTo>
                    <a:cubicBezTo>
                      <a:pt x="26" y="39"/>
                      <a:pt x="17" y="49"/>
                      <a:pt x="17" y="61"/>
                    </a:cubicBezTo>
                    <a:cubicBezTo>
                      <a:pt x="17" y="109"/>
                      <a:pt x="17" y="109"/>
                      <a:pt x="17" y="109"/>
                    </a:cubicBezTo>
                    <a:cubicBezTo>
                      <a:pt x="29" y="109"/>
                      <a:pt x="29" y="109"/>
                      <a:pt x="29" y="109"/>
                    </a:cubicBezTo>
                    <a:cubicBezTo>
                      <a:pt x="29" y="61"/>
                      <a:pt x="29" y="61"/>
                      <a:pt x="29" y="61"/>
                    </a:cubicBezTo>
                    <a:cubicBezTo>
                      <a:pt x="29" y="56"/>
                      <a:pt x="31" y="51"/>
                      <a:pt x="37" y="51"/>
                    </a:cubicBezTo>
                    <a:cubicBezTo>
                      <a:pt x="40" y="51"/>
                      <a:pt x="40" y="51"/>
                      <a:pt x="40" y="51"/>
                    </a:cubicBezTo>
                    <a:cubicBezTo>
                      <a:pt x="45" y="51"/>
                      <a:pt x="49" y="55"/>
                      <a:pt x="49" y="61"/>
                    </a:cubicBezTo>
                    <a:cubicBezTo>
                      <a:pt x="49" y="118"/>
                      <a:pt x="49" y="118"/>
                      <a:pt x="49" y="118"/>
                    </a:cubicBezTo>
                    <a:cubicBezTo>
                      <a:pt x="49" y="128"/>
                      <a:pt x="41" y="137"/>
                      <a:pt x="30" y="137"/>
                    </a:cubicBezTo>
                    <a:cubicBezTo>
                      <a:pt x="24" y="137"/>
                      <a:pt x="19" y="134"/>
                      <a:pt x="16" y="130"/>
                    </a:cubicBezTo>
                    <a:cubicBezTo>
                      <a:pt x="13" y="127"/>
                      <a:pt x="11" y="121"/>
                      <a:pt x="11" y="112"/>
                    </a:cubicBezTo>
                    <a:cubicBezTo>
                      <a:pt x="11" y="35"/>
                      <a:pt x="11" y="35"/>
                      <a:pt x="11" y="35"/>
                    </a:cubicBezTo>
                    <a:cubicBezTo>
                      <a:pt x="11" y="17"/>
                      <a:pt x="21" y="11"/>
                      <a:pt x="31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60" y="11"/>
                      <a:pt x="66" y="23"/>
                      <a:pt x="66" y="35"/>
                    </a:cubicBezTo>
                    <a:cubicBezTo>
                      <a:pt x="66" y="109"/>
                      <a:pt x="66" y="109"/>
                      <a:pt x="66" y="109"/>
                    </a:cubicBezTo>
                    <a:lnTo>
                      <a:pt x="77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5" name="Freeform 30"/>
              <p:cNvSpPr/>
              <p:nvPr/>
            </p:nvSpPr>
            <p:spPr bwMode="auto">
              <a:xfrm>
                <a:off x="-4321175" y="4551363"/>
                <a:ext cx="312738" cy="311150"/>
              </a:xfrm>
              <a:custGeom>
                <a:avLst/>
                <a:gdLst>
                  <a:gd name="T0" fmla="*/ 39 w 83"/>
                  <a:gd name="T1" fmla="*/ 83 h 83"/>
                  <a:gd name="T2" fmla="*/ 41 w 83"/>
                  <a:gd name="T3" fmla="*/ 83 h 83"/>
                  <a:gd name="T4" fmla="*/ 83 w 83"/>
                  <a:gd name="T5" fmla="*/ 42 h 83"/>
                  <a:gd name="T6" fmla="*/ 41 w 83"/>
                  <a:gd name="T7" fmla="*/ 0 h 83"/>
                  <a:gd name="T8" fmla="*/ 0 w 83"/>
                  <a:gd name="T9" fmla="*/ 41 h 83"/>
                  <a:gd name="T10" fmla="*/ 23 w 83"/>
                  <a:gd name="T11" fmla="*/ 55 h 83"/>
                  <a:gd name="T12" fmla="*/ 39 w 83"/>
                  <a:gd name="T13" fmla="*/ 83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3" h="83">
                    <a:moveTo>
                      <a:pt x="39" y="83"/>
                    </a:moveTo>
                    <a:cubicBezTo>
                      <a:pt x="40" y="83"/>
                      <a:pt x="40" y="83"/>
                      <a:pt x="41" y="83"/>
                    </a:cubicBezTo>
                    <a:cubicBezTo>
                      <a:pt x="64" y="83"/>
                      <a:pt x="83" y="65"/>
                      <a:pt x="83" y="42"/>
                    </a:cubicBezTo>
                    <a:cubicBezTo>
                      <a:pt x="83" y="19"/>
                      <a:pt x="64" y="0"/>
                      <a:pt x="41" y="0"/>
                    </a:cubicBezTo>
                    <a:cubicBezTo>
                      <a:pt x="19" y="0"/>
                      <a:pt x="0" y="18"/>
                      <a:pt x="0" y="41"/>
                    </a:cubicBezTo>
                    <a:cubicBezTo>
                      <a:pt x="8" y="44"/>
                      <a:pt x="16" y="49"/>
                      <a:pt x="23" y="55"/>
                    </a:cubicBezTo>
                    <a:cubicBezTo>
                      <a:pt x="31" y="63"/>
                      <a:pt x="36" y="73"/>
                      <a:pt x="39" y="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6" name="Freeform 31"/>
              <p:cNvSpPr/>
              <p:nvPr/>
            </p:nvSpPr>
            <p:spPr bwMode="auto">
              <a:xfrm>
                <a:off x="-4208463" y="4464050"/>
                <a:ext cx="87313" cy="68263"/>
              </a:xfrm>
              <a:custGeom>
                <a:avLst/>
                <a:gdLst>
                  <a:gd name="T0" fmla="*/ 55 w 55"/>
                  <a:gd name="T1" fmla="*/ 43 h 43"/>
                  <a:gd name="T2" fmla="*/ 26 w 55"/>
                  <a:gd name="T3" fmla="*/ 0 h 43"/>
                  <a:gd name="T4" fmla="*/ 0 w 55"/>
                  <a:gd name="T5" fmla="*/ 43 h 43"/>
                  <a:gd name="T6" fmla="*/ 55 w 55"/>
                  <a:gd name="T7" fmla="*/ 43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5" h="43">
                    <a:moveTo>
                      <a:pt x="55" y="43"/>
                    </a:moveTo>
                    <a:lnTo>
                      <a:pt x="26" y="0"/>
                    </a:lnTo>
                    <a:lnTo>
                      <a:pt x="0" y="43"/>
                    </a:lnTo>
                    <a:lnTo>
                      <a:pt x="55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7" name="Freeform 32"/>
              <p:cNvSpPr/>
              <p:nvPr/>
            </p:nvSpPr>
            <p:spPr bwMode="auto">
              <a:xfrm>
                <a:off x="-3989388" y="4664075"/>
                <a:ext cx="66675" cy="88900"/>
              </a:xfrm>
              <a:custGeom>
                <a:avLst/>
                <a:gdLst>
                  <a:gd name="T0" fmla="*/ 0 w 42"/>
                  <a:gd name="T1" fmla="*/ 56 h 56"/>
                  <a:gd name="T2" fmla="*/ 42 w 42"/>
                  <a:gd name="T3" fmla="*/ 28 h 56"/>
                  <a:gd name="T4" fmla="*/ 0 w 42"/>
                  <a:gd name="T5" fmla="*/ 0 h 56"/>
                  <a:gd name="T6" fmla="*/ 0 w 42"/>
                  <a:gd name="T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2" h="56">
                    <a:moveTo>
                      <a:pt x="0" y="56"/>
                    </a:moveTo>
                    <a:lnTo>
                      <a:pt x="42" y="28"/>
                    </a:lnTo>
                    <a:lnTo>
                      <a:pt x="0" y="0"/>
                    </a:lnTo>
                    <a:lnTo>
                      <a:pt x="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8" name="Freeform 33"/>
              <p:cNvSpPr/>
              <p:nvPr/>
            </p:nvSpPr>
            <p:spPr bwMode="auto">
              <a:xfrm>
                <a:off x="-4384675" y="4664075"/>
                <a:ext cx="41275" cy="33338"/>
              </a:xfrm>
              <a:custGeom>
                <a:avLst/>
                <a:gdLst>
                  <a:gd name="T0" fmla="*/ 11 w 11"/>
                  <a:gd name="T1" fmla="*/ 0 h 9"/>
                  <a:gd name="T2" fmla="*/ 0 w 11"/>
                  <a:gd name="T3" fmla="*/ 8 h 9"/>
                  <a:gd name="T4" fmla="*/ 11 w 11"/>
                  <a:gd name="T5" fmla="*/ 9 h 9"/>
                  <a:gd name="T6" fmla="*/ 11 w 11"/>
                  <a:gd name="T7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" h="9">
                    <a:moveTo>
                      <a:pt x="11" y="0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4" y="8"/>
                      <a:pt x="8" y="8"/>
                      <a:pt x="11" y="9"/>
                    </a:cubicBezTo>
                    <a:lnTo>
                      <a:pt x="1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89" name="Freeform 34"/>
              <p:cNvSpPr/>
              <p:nvPr/>
            </p:nvSpPr>
            <p:spPr bwMode="auto">
              <a:xfrm>
                <a:off x="-4071938" y="4535488"/>
                <a:ext cx="77788" cy="79375"/>
              </a:xfrm>
              <a:custGeom>
                <a:avLst/>
                <a:gdLst>
                  <a:gd name="T0" fmla="*/ 0 w 49"/>
                  <a:gd name="T1" fmla="*/ 12 h 50"/>
                  <a:gd name="T2" fmla="*/ 37 w 49"/>
                  <a:gd name="T3" fmla="*/ 50 h 50"/>
                  <a:gd name="T4" fmla="*/ 49 w 49"/>
                  <a:gd name="T5" fmla="*/ 0 h 50"/>
                  <a:gd name="T6" fmla="*/ 0 w 49"/>
                  <a:gd name="T7" fmla="*/ 12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50">
                    <a:moveTo>
                      <a:pt x="0" y="12"/>
                    </a:moveTo>
                    <a:lnTo>
                      <a:pt x="37" y="50"/>
                    </a:lnTo>
                    <a:lnTo>
                      <a:pt x="49" y="0"/>
                    </a:lnTo>
                    <a:lnTo>
                      <a:pt x="0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0" name="Freeform 35"/>
              <p:cNvSpPr/>
              <p:nvPr/>
            </p:nvSpPr>
            <p:spPr bwMode="auto">
              <a:xfrm>
                <a:off x="-4071938" y="4802188"/>
                <a:ext cx="77788" cy="79375"/>
              </a:xfrm>
              <a:custGeom>
                <a:avLst/>
                <a:gdLst>
                  <a:gd name="T0" fmla="*/ 37 w 49"/>
                  <a:gd name="T1" fmla="*/ 0 h 50"/>
                  <a:gd name="T2" fmla="*/ 0 w 49"/>
                  <a:gd name="T3" fmla="*/ 38 h 50"/>
                  <a:gd name="T4" fmla="*/ 49 w 49"/>
                  <a:gd name="T5" fmla="*/ 50 h 50"/>
                  <a:gd name="T6" fmla="*/ 37 w 49"/>
                  <a:gd name="T7" fmla="*/ 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50">
                    <a:moveTo>
                      <a:pt x="37" y="0"/>
                    </a:moveTo>
                    <a:lnTo>
                      <a:pt x="0" y="38"/>
                    </a:lnTo>
                    <a:lnTo>
                      <a:pt x="49" y="50"/>
                    </a:lnTo>
                    <a:lnTo>
                      <a:pt x="3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1" name="Freeform 36"/>
              <p:cNvSpPr/>
              <p:nvPr/>
            </p:nvSpPr>
            <p:spPr bwMode="auto">
              <a:xfrm>
                <a:off x="-4340225" y="4535488"/>
                <a:ext cx="79375" cy="79375"/>
              </a:xfrm>
              <a:custGeom>
                <a:avLst/>
                <a:gdLst>
                  <a:gd name="T0" fmla="*/ 12 w 50"/>
                  <a:gd name="T1" fmla="*/ 50 h 50"/>
                  <a:gd name="T2" fmla="*/ 50 w 50"/>
                  <a:gd name="T3" fmla="*/ 12 h 50"/>
                  <a:gd name="T4" fmla="*/ 0 w 50"/>
                  <a:gd name="T5" fmla="*/ 0 h 50"/>
                  <a:gd name="T6" fmla="*/ 12 w 50"/>
                  <a:gd name="T7" fmla="*/ 50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0" h="50">
                    <a:moveTo>
                      <a:pt x="12" y="50"/>
                    </a:moveTo>
                    <a:lnTo>
                      <a:pt x="50" y="12"/>
                    </a:lnTo>
                    <a:lnTo>
                      <a:pt x="0" y="0"/>
                    </a:lnTo>
                    <a:lnTo>
                      <a:pt x="12" y="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2" name="Freeform 37"/>
              <p:cNvSpPr/>
              <p:nvPr/>
            </p:nvSpPr>
            <p:spPr bwMode="auto">
              <a:xfrm>
                <a:off x="-4670425" y="4711700"/>
                <a:ext cx="684213" cy="417513"/>
              </a:xfrm>
              <a:custGeom>
                <a:avLst/>
                <a:gdLst>
                  <a:gd name="T0" fmla="*/ 149 w 182"/>
                  <a:gd name="T1" fmla="*/ 47 h 111"/>
                  <a:gd name="T2" fmla="*/ 145 w 182"/>
                  <a:gd name="T3" fmla="*/ 47 h 111"/>
                  <a:gd name="T4" fmla="*/ 129 w 182"/>
                  <a:gd name="T5" fmla="*/ 54 h 111"/>
                  <a:gd name="T6" fmla="*/ 128 w 182"/>
                  <a:gd name="T7" fmla="*/ 46 h 111"/>
                  <a:gd name="T8" fmla="*/ 126 w 182"/>
                  <a:gd name="T9" fmla="*/ 40 h 111"/>
                  <a:gd name="T10" fmla="*/ 93 w 182"/>
                  <a:gd name="T11" fmla="*/ 4 h 111"/>
                  <a:gd name="T12" fmla="*/ 87 w 182"/>
                  <a:gd name="T13" fmla="*/ 2 h 111"/>
                  <a:gd name="T14" fmla="*/ 73 w 182"/>
                  <a:gd name="T15" fmla="*/ 0 h 111"/>
                  <a:gd name="T16" fmla="*/ 71 w 182"/>
                  <a:gd name="T17" fmla="*/ 0 h 111"/>
                  <a:gd name="T18" fmla="*/ 17 w 182"/>
                  <a:gd name="T19" fmla="*/ 56 h 111"/>
                  <a:gd name="T20" fmla="*/ 20 w 182"/>
                  <a:gd name="T21" fmla="*/ 72 h 111"/>
                  <a:gd name="T22" fmla="*/ 0 w 182"/>
                  <a:gd name="T23" fmla="*/ 92 h 111"/>
                  <a:gd name="T24" fmla="*/ 20 w 182"/>
                  <a:gd name="T25" fmla="*/ 111 h 111"/>
                  <a:gd name="T26" fmla="*/ 73 w 182"/>
                  <a:gd name="T27" fmla="*/ 111 h 111"/>
                  <a:gd name="T28" fmla="*/ 75 w 182"/>
                  <a:gd name="T29" fmla="*/ 111 h 111"/>
                  <a:gd name="T30" fmla="*/ 149 w 182"/>
                  <a:gd name="T31" fmla="*/ 111 h 111"/>
                  <a:gd name="T32" fmla="*/ 182 w 182"/>
                  <a:gd name="T33" fmla="*/ 79 h 111"/>
                  <a:gd name="T34" fmla="*/ 149 w 182"/>
                  <a:gd name="T35" fmla="*/ 47 h 1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2" h="111">
                    <a:moveTo>
                      <a:pt x="149" y="47"/>
                    </a:moveTo>
                    <a:cubicBezTo>
                      <a:pt x="148" y="47"/>
                      <a:pt x="146" y="47"/>
                      <a:pt x="145" y="47"/>
                    </a:cubicBezTo>
                    <a:cubicBezTo>
                      <a:pt x="139" y="48"/>
                      <a:pt x="133" y="51"/>
                      <a:pt x="129" y="54"/>
                    </a:cubicBezTo>
                    <a:cubicBezTo>
                      <a:pt x="129" y="51"/>
                      <a:pt x="128" y="49"/>
                      <a:pt x="128" y="46"/>
                    </a:cubicBezTo>
                    <a:cubicBezTo>
                      <a:pt x="127" y="44"/>
                      <a:pt x="127" y="42"/>
                      <a:pt x="126" y="40"/>
                    </a:cubicBezTo>
                    <a:cubicBezTo>
                      <a:pt x="121" y="23"/>
                      <a:pt x="109" y="10"/>
                      <a:pt x="93" y="4"/>
                    </a:cubicBezTo>
                    <a:cubicBezTo>
                      <a:pt x="91" y="3"/>
                      <a:pt x="89" y="2"/>
                      <a:pt x="87" y="2"/>
                    </a:cubicBezTo>
                    <a:cubicBezTo>
                      <a:pt x="83" y="0"/>
                      <a:pt x="78" y="0"/>
                      <a:pt x="73" y="0"/>
                    </a:cubicBezTo>
                    <a:cubicBezTo>
                      <a:pt x="72" y="0"/>
                      <a:pt x="71" y="0"/>
                      <a:pt x="71" y="0"/>
                    </a:cubicBezTo>
                    <a:cubicBezTo>
                      <a:pt x="41" y="1"/>
                      <a:pt x="17" y="26"/>
                      <a:pt x="17" y="56"/>
                    </a:cubicBezTo>
                    <a:cubicBezTo>
                      <a:pt x="17" y="61"/>
                      <a:pt x="18" y="67"/>
                      <a:pt x="20" y="72"/>
                    </a:cubicBezTo>
                    <a:cubicBezTo>
                      <a:pt x="9" y="72"/>
                      <a:pt x="0" y="81"/>
                      <a:pt x="0" y="92"/>
                    </a:cubicBezTo>
                    <a:cubicBezTo>
                      <a:pt x="0" y="102"/>
                      <a:pt x="9" y="111"/>
                      <a:pt x="20" y="111"/>
                    </a:cubicBezTo>
                    <a:cubicBezTo>
                      <a:pt x="73" y="111"/>
                      <a:pt x="73" y="111"/>
                      <a:pt x="73" y="111"/>
                    </a:cubicBezTo>
                    <a:cubicBezTo>
                      <a:pt x="75" y="111"/>
                      <a:pt x="75" y="111"/>
                      <a:pt x="75" y="111"/>
                    </a:cubicBezTo>
                    <a:cubicBezTo>
                      <a:pt x="149" y="111"/>
                      <a:pt x="149" y="111"/>
                      <a:pt x="149" y="111"/>
                    </a:cubicBezTo>
                    <a:cubicBezTo>
                      <a:pt x="167" y="111"/>
                      <a:pt x="182" y="97"/>
                      <a:pt x="182" y="79"/>
                    </a:cubicBezTo>
                    <a:cubicBezTo>
                      <a:pt x="182" y="61"/>
                      <a:pt x="167" y="47"/>
                      <a:pt x="149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3" name="Freeform 38"/>
              <p:cNvSpPr/>
              <p:nvPr/>
            </p:nvSpPr>
            <p:spPr bwMode="auto">
              <a:xfrm>
                <a:off x="-5305425" y="5665788"/>
                <a:ext cx="473075" cy="288925"/>
              </a:xfrm>
              <a:custGeom>
                <a:avLst/>
                <a:gdLst>
                  <a:gd name="T0" fmla="*/ 14 w 126"/>
                  <a:gd name="T1" fmla="*/ 77 h 77"/>
                  <a:gd name="T2" fmla="*/ 46 w 126"/>
                  <a:gd name="T3" fmla="*/ 77 h 77"/>
                  <a:gd name="T4" fmla="*/ 89 w 126"/>
                  <a:gd name="T5" fmla="*/ 51 h 77"/>
                  <a:gd name="T6" fmla="*/ 123 w 126"/>
                  <a:gd name="T7" fmla="*/ 65 h 77"/>
                  <a:gd name="T8" fmla="*/ 123 w 126"/>
                  <a:gd name="T9" fmla="*/ 65 h 77"/>
                  <a:gd name="T10" fmla="*/ 126 w 126"/>
                  <a:gd name="T11" fmla="*/ 55 h 77"/>
                  <a:gd name="T12" fmla="*/ 104 w 126"/>
                  <a:gd name="T13" fmla="*/ 32 h 77"/>
                  <a:gd name="T14" fmla="*/ 89 w 126"/>
                  <a:gd name="T15" fmla="*/ 38 h 77"/>
                  <a:gd name="T16" fmla="*/ 51 w 126"/>
                  <a:gd name="T17" fmla="*/ 0 h 77"/>
                  <a:gd name="T18" fmla="*/ 12 w 126"/>
                  <a:gd name="T19" fmla="*/ 38 h 77"/>
                  <a:gd name="T20" fmla="*/ 14 w 126"/>
                  <a:gd name="T21" fmla="*/ 50 h 77"/>
                  <a:gd name="T22" fmla="*/ 0 w 126"/>
                  <a:gd name="T23" fmla="*/ 63 h 77"/>
                  <a:gd name="T24" fmla="*/ 14 w 126"/>
                  <a:gd name="T25" fmla="*/ 7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6" h="77">
                    <a:moveTo>
                      <a:pt x="14" y="77"/>
                    </a:moveTo>
                    <a:cubicBezTo>
                      <a:pt x="46" y="77"/>
                      <a:pt x="46" y="77"/>
                      <a:pt x="46" y="77"/>
                    </a:cubicBezTo>
                    <a:cubicBezTo>
                      <a:pt x="54" y="62"/>
                      <a:pt x="70" y="51"/>
                      <a:pt x="89" y="51"/>
                    </a:cubicBezTo>
                    <a:cubicBezTo>
                      <a:pt x="102" y="51"/>
                      <a:pt x="114" y="56"/>
                      <a:pt x="123" y="65"/>
                    </a:cubicBezTo>
                    <a:cubicBezTo>
                      <a:pt x="123" y="65"/>
                      <a:pt x="123" y="65"/>
                      <a:pt x="123" y="65"/>
                    </a:cubicBezTo>
                    <a:cubicBezTo>
                      <a:pt x="125" y="62"/>
                      <a:pt x="126" y="59"/>
                      <a:pt x="126" y="55"/>
                    </a:cubicBezTo>
                    <a:cubicBezTo>
                      <a:pt x="126" y="42"/>
                      <a:pt x="116" y="32"/>
                      <a:pt x="104" y="32"/>
                    </a:cubicBezTo>
                    <a:cubicBezTo>
                      <a:pt x="98" y="32"/>
                      <a:pt x="93" y="34"/>
                      <a:pt x="89" y="38"/>
                    </a:cubicBezTo>
                    <a:cubicBezTo>
                      <a:pt x="89" y="16"/>
                      <a:pt x="72" y="0"/>
                      <a:pt x="51" y="0"/>
                    </a:cubicBezTo>
                    <a:cubicBezTo>
                      <a:pt x="29" y="0"/>
                      <a:pt x="12" y="17"/>
                      <a:pt x="12" y="38"/>
                    </a:cubicBezTo>
                    <a:cubicBezTo>
                      <a:pt x="12" y="42"/>
                      <a:pt x="13" y="46"/>
                      <a:pt x="14" y="50"/>
                    </a:cubicBezTo>
                    <a:cubicBezTo>
                      <a:pt x="6" y="50"/>
                      <a:pt x="0" y="56"/>
                      <a:pt x="0" y="63"/>
                    </a:cubicBezTo>
                    <a:cubicBezTo>
                      <a:pt x="0" y="71"/>
                      <a:pt x="6" y="77"/>
                      <a:pt x="1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4" name="Freeform 39"/>
              <p:cNvSpPr/>
              <p:nvPr/>
            </p:nvSpPr>
            <p:spPr bwMode="auto">
              <a:xfrm>
                <a:off x="-5184775" y="5872163"/>
                <a:ext cx="536575" cy="330200"/>
              </a:xfrm>
              <a:custGeom>
                <a:avLst/>
                <a:gdLst>
                  <a:gd name="T0" fmla="*/ 117 w 143"/>
                  <a:gd name="T1" fmla="*/ 38 h 88"/>
                  <a:gd name="T2" fmla="*/ 101 w 143"/>
                  <a:gd name="T3" fmla="*/ 44 h 88"/>
                  <a:gd name="T4" fmla="*/ 89 w 143"/>
                  <a:gd name="T5" fmla="*/ 14 h 88"/>
                  <a:gd name="T6" fmla="*/ 57 w 143"/>
                  <a:gd name="T7" fmla="*/ 0 h 88"/>
                  <a:gd name="T8" fmla="*/ 19 w 143"/>
                  <a:gd name="T9" fmla="*/ 22 h 88"/>
                  <a:gd name="T10" fmla="*/ 13 w 143"/>
                  <a:gd name="T11" fmla="*/ 44 h 88"/>
                  <a:gd name="T12" fmla="*/ 15 w 143"/>
                  <a:gd name="T13" fmla="*/ 57 h 88"/>
                  <a:gd name="T14" fmla="*/ 0 w 143"/>
                  <a:gd name="T15" fmla="*/ 73 h 88"/>
                  <a:gd name="T16" fmla="*/ 15 w 143"/>
                  <a:gd name="T17" fmla="*/ 88 h 88"/>
                  <a:gd name="T18" fmla="*/ 57 w 143"/>
                  <a:gd name="T19" fmla="*/ 88 h 88"/>
                  <a:gd name="T20" fmla="*/ 59 w 143"/>
                  <a:gd name="T21" fmla="*/ 88 h 88"/>
                  <a:gd name="T22" fmla="*/ 117 w 143"/>
                  <a:gd name="T23" fmla="*/ 88 h 88"/>
                  <a:gd name="T24" fmla="*/ 143 w 143"/>
                  <a:gd name="T25" fmla="*/ 63 h 88"/>
                  <a:gd name="T26" fmla="*/ 117 w 143"/>
                  <a:gd name="T27" fmla="*/ 3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3" h="88">
                    <a:moveTo>
                      <a:pt x="117" y="38"/>
                    </a:moveTo>
                    <a:cubicBezTo>
                      <a:pt x="111" y="38"/>
                      <a:pt x="105" y="40"/>
                      <a:pt x="101" y="44"/>
                    </a:cubicBezTo>
                    <a:cubicBezTo>
                      <a:pt x="101" y="32"/>
                      <a:pt x="96" y="22"/>
                      <a:pt x="89" y="14"/>
                    </a:cubicBezTo>
                    <a:cubicBezTo>
                      <a:pt x="81" y="6"/>
                      <a:pt x="69" y="0"/>
                      <a:pt x="57" y="0"/>
                    </a:cubicBezTo>
                    <a:cubicBezTo>
                      <a:pt x="41" y="0"/>
                      <a:pt x="27" y="9"/>
                      <a:pt x="19" y="22"/>
                    </a:cubicBezTo>
                    <a:cubicBezTo>
                      <a:pt x="15" y="29"/>
                      <a:pt x="13" y="36"/>
                      <a:pt x="13" y="44"/>
                    </a:cubicBezTo>
                    <a:cubicBezTo>
                      <a:pt x="13" y="49"/>
                      <a:pt x="13" y="53"/>
                      <a:pt x="15" y="57"/>
                    </a:cubicBezTo>
                    <a:cubicBezTo>
                      <a:pt x="6" y="58"/>
                      <a:pt x="0" y="64"/>
                      <a:pt x="0" y="73"/>
                    </a:cubicBezTo>
                    <a:cubicBezTo>
                      <a:pt x="0" y="81"/>
                      <a:pt x="6" y="88"/>
                      <a:pt x="15" y="88"/>
                    </a:cubicBezTo>
                    <a:cubicBezTo>
                      <a:pt x="57" y="88"/>
                      <a:pt x="57" y="88"/>
                      <a:pt x="57" y="88"/>
                    </a:cubicBezTo>
                    <a:cubicBezTo>
                      <a:pt x="59" y="88"/>
                      <a:pt x="59" y="88"/>
                      <a:pt x="59" y="88"/>
                    </a:cubicBezTo>
                    <a:cubicBezTo>
                      <a:pt x="117" y="88"/>
                      <a:pt x="117" y="88"/>
                      <a:pt x="117" y="88"/>
                    </a:cubicBezTo>
                    <a:cubicBezTo>
                      <a:pt x="131" y="88"/>
                      <a:pt x="143" y="77"/>
                      <a:pt x="143" y="63"/>
                    </a:cubicBezTo>
                    <a:cubicBezTo>
                      <a:pt x="143" y="49"/>
                      <a:pt x="131" y="38"/>
                      <a:pt x="117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5" name="Freeform 40"/>
              <p:cNvSpPr/>
              <p:nvPr/>
            </p:nvSpPr>
            <p:spPr bwMode="auto">
              <a:xfrm>
                <a:off x="-2963863" y="1122363"/>
                <a:ext cx="49213" cy="500063"/>
              </a:xfrm>
              <a:custGeom>
                <a:avLst/>
                <a:gdLst>
                  <a:gd name="T0" fmla="*/ 0 w 13"/>
                  <a:gd name="T1" fmla="*/ 0 h 133"/>
                  <a:gd name="T2" fmla="*/ 0 w 13"/>
                  <a:gd name="T3" fmla="*/ 133 h 133"/>
                  <a:gd name="T4" fmla="*/ 13 w 13"/>
                  <a:gd name="T5" fmla="*/ 133 h 133"/>
                  <a:gd name="T6" fmla="*/ 13 w 13"/>
                  <a:gd name="T7" fmla="*/ 0 h 133"/>
                  <a:gd name="T8" fmla="*/ 7 w 13"/>
                  <a:gd name="T9" fmla="*/ 1 h 133"/>
                  <a:gd name="T10" fmla="*/ 0 w 13"/>
                  <a:gd name="T11" fmla="*/ 0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133">
                    <a:moveTo>
                      <a:pt x="0" y="0"/>
                    </a:moveTo>
                    <a:cubicBezTo>
                      <a:pt x="0" y="133"/>
                      <a:pt x="0" y="133"/>
                      <a:pt x="0" y="133"/>
                    </a:cubicBezTo>
                    <a:cubicBezTo>
                      <a:pt x="13" y="133"/>
                      <a:pt x="13" y="133"/>
                      <a:pt x="13" y="13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1" y="1"/>
                      <a:pt x="9" y="1"/>
                      <a:pt x="7" y="1"/>
                    </a:cubicBezTo>
                    <a:cubicBezTo>
                      <a:pt x="4" y="1"/>
                      <a:pt x="2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6" name="Oval 41"/>
              <p:cNvSpPr>
                <a:spLocks noChangeArrowheads="1"/>
              </p:cNvSpPr>
              <p:nvPr/>
            </p:nvSpPr>
            <p:spPr bwMode="auto">
              <a:xfrm>
                <a:off x="-2979738" y="1031875"/>
                <a:ext cx="79375" cy="793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7" name="Rectangle 42"/>
              <p:cNvSpPr>
                <a:spLocks noChangeArrowheads="1"/>
              </p:cNvSpPr>
              <p:nvPr/>
            </p:nvSpPr>
            <p:spPr bwMode="auto">
              <a:xfrm>
                <a:off x="-2881313" y="1127125"/>
                <a:ext cx="431800" cy="3063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8" name="Rectangle 43"/>
              <p:cNvSpPr>
                <a:spLocks noChangeArrowheads="1"/>
              </p:cNvSpPr>
              <p:nvPr/>
            </p:nvSpPr>
            <p:spPr bwMode="auto">
              <a:xfrm>
                <a:off x="-1811338" y="168275"/>
                <a:ext cx="95250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99" name="Freeform 44"/>
              <p:cNvSpPr>
                <a:spLocks noEditPoints="1"/>
              </p:cNvSpPr>
              <p:nvPr/>
            </p:nvSpPr>
            <p:spPr bwMode="auto">
              <a:xfrm>
                <a:off x="-2166938" y="220663"/>
                <a:ext cx="514350" cy="368300"/>
              </a:xfrm>
              <a:custGeom>
                <a:avLst/>
                <a:gdLst>
                  <a:gd name="T0" fmla="*/ 69 w 137"/>
                  <a:gd name="T1" fmla="*/ 98 h 98"/>
                  <a:gd name="T2" fmla="*/ 137 w 137"/>
                  <a:gd name="T3" fmla="*/ 98 h 98"/>
                  <a:gd name="T4" fmla="*/ 137 w 137"/>
                  <a:gd name="T5" fmla="*/ 0 h 98"/>
                  <a:gd name="T6" fmla="*/ 69 w 137"/>
                  <a:gd name="T7" fmla="*/ 0 h 98"/>
                  <a:gd name="T8" fmla="*/ 69 w 137"/>
                  <a:gd name="T9" fmla="*/ 11 h 98"/>
                  <a:gd name="T10" fmla="*/ 69 w 137"/>
                  <a:gd name="T11" fmla="*/ 11 h 98"/>
                  <a:gd name="T12" fmla="*/ 107 w 137"/>
                  <a:gd name="T13" fmla="*/ 49 h 98"/>
                  <a:gd name="T14" fmla="*/ 69 w 137"/>
                  <a:gd name="T15" fmla="*/ 87 h 98"/>
                  <a:gd name="T16" fmla="*/ 69 w 137"/>
                  <a:gd name="T17" fmla="*/ 98 h 98"/>
                  <a:gd name="T18" fmla="*/ 0 w 137"/>
                  <a:gd name="T19" fmla="*/ 98 h 98"/>
                  <a:gd name="T20" fmla="*/ 69 w 137"/>
                  <a:gd name="T21" fmla="*/ 98 h 98"/>
                  <a:gd name="T22" fmla="*/ 69 w 137"/>
                  <a:gd name="T23" fmla="*/ 87 h 98"/>
                  <a:gd name="T24" fmla="*/ 31 w 137"/>
                  <a:gd name="T25" fmla="*/ 49 h 98"/>
                  <a:gd name="T26" fmla="*/ 69 w 137"/>
                  <a:gd name="T27" fmla="*/ 11 h 98"/>
                  <a:gd name="T28" fmla="*/ 69 w 137"/>
                  <a:gd name="T29" fmla="*/ 0 h 98"/>
                  <a:gd name="T30" fmla="*/ 0 w 137"/>
                  <a:gd name="T31" fmla="*/ 0 h 98"/>
                  <a:gd name="T32" fmla="*/ 0 w 137"/>
                  <a:gd name="T33" fmla="*/ 98 h 98"/>
                  <a:gd name="T34" fmla="*/ 69 w 137"/>
                  <a:gd name="T35" fmla="*/ 11 h 98"/>
                  <a:gd name="T36" fmla="*/ 69 w 137"/>
                  <a:gd name="T37" fmla="*/ 11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7" h="98">
                    <a:moveTo>
                      <a:pt x="69" y="98"/>
                    </a:moveTo>
                    <a:cubicBezTo>
                      <a:pt x="137" y="98"/>
                      <a:pt x="137" y="98"/>
                      <a:pt x="137" y="98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69" y="11"/>
                      <a:pt x="69" y="11"/>
                      <a:pt x="69" y="11"/>
                    </a:cubicBezTo>
                    <a:cubicBezTo>
                      <a:pt x="90" y="11"/>
                      <a:pt x="107" y="28"/>
                      <a:pt x="107" y="49"/>
                    </a:cubicBezTo>
                    <a:cubicBezTo>
                      <a:pt x="107" y="70"/>
                      <a:pt x="90" y="87"/>
                      <a:pt x="69" y="87"/>
                    </a:cubicBezTo>
                    <a:lnTo>
                      <a:pt x="69" y="98"/>
                    </a:lnTo>
                    <a:close/>
                    <a:moveTo>
                      <a:pt x="0" y="98"/>
                    </a:moveTo>
                    <a:cubicBezTo>
                      <a:pt x="69" y="98"/>
                      <a:pt x="69" y="98"/>
                      <a:pt x="69" y="98"/>
                    </a:cubicBezTo>
                    <a:cubicBezTo>
                      <a:pt x="69" y="87"/>
                      <a:pt x="69" y="87"/>
                      <a:pt x="69" y="87"/>
                    </a:cubicBezTo>
                    <a:cubicBezTo>
                      <a:pt x="48" y="87"/>
                      <a:pt x="31" y="70"/>
                      <a:pt x="31" y="49"/>
                    </a:cubicBezTo>
                    <a:cubicBezTo>
                      <a:pt x="31" y="28"/>
                      <a:pt x="48" y="11"/>
                      <a:pt x="69" y="11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8"/>
                      <a:pt x="0" y="98"/>
                      <a:pt x="0" y="98"/>
                    </a:cubicBezTo>
                    <a:close/>
                    <a:moveTo>
                      <a:pt x="69" y="11"/>
                    </a:moveTo>
                    <a:cubicBezTo>
                      <a:pt x="69" y="11"/>
                      <a:pt x="69" y="11"/>
                      <a:pt x="69" y="1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0" name="Oval 45"/>
              <p:cNvSpPr>
                <a:spLocks noChangeArrowheads="1"/>
              </p:cNvSpPr>
              <p:nvPr/>
            </p:nvSpPr>
            <p:spPr bwMode="auto">
              <a:xfrm>
                <a:off x="-2006600" y="307975"/>
                <a:ext cx="192088" cy="1952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1" name="Rectangle 46"/>
              <p:cNvSpPr>
                <a:spLocks noChangeArrowheads="1"/>
              </p:cNvSpPr>
              <p:nvPr/>
            </p:nvSpPr>
            <p:spPr bwMode="auto">
              <a:xfrm>
                <a:off x="-2509838" y="7775575"/>
                <a:ext cx="673100" cy="4286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2" name="Freeform 47"/>
              <p:cNvSpPr/>
              <p:nvPr/>
            </p:nvSpPr>
            <p:spPr bwMode="auto">
              <a:xfrm>
                <a:off x="-2457450" y="8264525"/>
                <a:ext cx="106363" cy="66675"/>
              </a:xfrm>
              <a:custGeom>
                <a:avLst/>
                <a:gdLst>
                  <a:gd name="T0" fmla="*/ 2 w 28"/>
                  <a:gd name="T1" fmla="*/ 18 h 18"/>
                  <a:gd name="T2" fmla="*/ 3 w 28"/>
                  <a:gd name="T3" fmla="*/ 18 h 18"/>
                  <a:gd name="T4" fmla="*/ 26 w 28"/>
                  <a:gd name="T5" fmla="*/ 18 h 18"/>
                  <a:gd name="T6" fmla="*/ 26 w 28"/>
                  <a:gd name="T7" fmla="*/ 18 h 18"/>
                  <a:gd name="T8" fmla="*/ 28 w 28"/>
                  <a:gd name="T9" fmla="*/ 16 h 18"/>
                  <a:gd name="T10" fmla="*/ 28 w 28"/>
                  <a:gd name="T11" fmla="*/ 14 h 18"/>
                  <a:gd name="T12" fmla="*/ 14 w 28"/>
                  <a:gd name="T13" fmla="*/ 0 h 18"/>
                  <a:gd name="T14" fmla="*/ 0 w 28"/>
                  <a:gd name="T15" fmla="*/ 14 h 18"/>
                  <a:gd name="T16" fmla="*/ 0 w 28"/>
                  <a:gd name="T17" fmla="*/ 16 h 18"/>
                  <a:gd name="T18" fmla="*/ 2 w 28"/>
                  <a:gd name="T1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" h="18">
                    <a:moveTo>
                      <a:pt x="2" y="18"/>
                    </a:moveTo>
                    <a:cubicBezTo>
                      <a:pt x="2" y="18"/>
                      <a:pt x="3" y="18"/>
                      <a:pt x="3" y="18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7" y="17"/>
                      <a:pt x="28" y="16"/>
                      <a:pt x="28" y="16"/>
                    </a:cubicBezTo>
                    <a:cubicBezTo>
                      <a:pt x="28" y="15"/>
                      <a:pt x="28" y="15"/>
                      <a:pt x="28" y="14"/>
                    </a:cubicBezTo>
                    <a:cubicBezTo>
                      <a:pt x="28" y="6"/>
                      <a:pt x="22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15"/>
                      <a:pt x="0" y="15"/>
                      <a:pt x="0" y="16"/>
                    </a:cubicBezTo>
                    <a:cubicBezTo>
                      <a:pt x="1" y="16"/>
                      <a:pt x="2" y="17"/>
                      <a:pt x="2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3" name="Freeform 48"/>
              <p:cNvSpPr/>
              <p:nvPr/>
            </p:nvSpPr>
            <p:spPr bwMode="auto">
              <a:xfrm>
                <a:off x="-2227263" y="8264525"/>
                <a:ext cx="104775" cy="66675"/>
              </a:xfrm>
              <a:custGeom>
                <a:avLst/>
                <a:gdLst>
                  <a:gd name="T0" fmla="*/ 2 w 28"/>
                  <a:gd name="T1" fmla="*/ 18 h 18"/>
                  <a:gd name="T2" fmla="*/ 3 w 28"/>
                  <a:gd name="T3" fmla="*/ 18 h 18"/>
                  <a:gd name="T4" fmla="*/ 25 w 28"/>
                  <a:gd name="T5" fmla="*/ 18 h 18"/>
                  <a:gd name="T6" fmla="*/ 26 w 28"/>
                  <a:gd name="T7" fmla="*/ 18 h 18"/>
                  <a:gd name="T8" fmla="*/ 28 w 28"/>
                  <a:gd name="T9" fmla="*/ 16 h 18"/>
                  <a:gd name="T10" fmla="*/ 28 w 28"/>
                  <a:gd name="T11" fmla="*/ 14 h 18"/>
                  <a:gd name="T12" fmla="*/ 14 w 28"/>
                  <a:gd name="T13" fmla="*/ 0 h 18"/>
                  <a:gd name="T14" fmla="*/ 0 w 28"/>
                  <a:gd name="T15" fmla="*/ 14 h 18"/>
                  <a:gd name="T16" fmla="*/ 0 w 28"/>
                  <a:gd name="T17" fmla="*/ 16 h 18"/>
                  <a:gd name="T18" fmla="*/ 2 w 28"/>
                  <a:gd name="T1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" h="18">
                    <a:moveTo>
                      <a:pt x="2" y="18"/>
                    </a:moveTo>
                    <a:cubicBezTo>
                      <a:pt x="2" y="18"/>
                      <a:pt x="2" y="18"/>
                      <a:pt x="3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27" y="17"/>
                      <a:pt x="27" y="16"/>
                      <a:pt x="28" y="16"/>
                    </a:cubicBezTo>
                    <a:cubicBezTo>
                      <a:pt x="28" y="15"/>
                      <a:pt x="28" y="15"/>
                      <a:pt x="28" y="14"/>
                    </a:cubicBezTo>
                    <a:cubicBezTo>
                      <a:pt x="28" y="6"/>
                      <a:pt x="22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15"/>
                      <a:pt x="0" y="15"/>
                      <a:pt x="0" y="16"/>
                    </a:cubicBezTo>
                    <a:cubicBezTo>
                      <a:pt x="1" y="16"/>
                      <a:pt x="1" y="17"/>
                      <a:pt x="2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4" name="Freeform 49"/>
              <p:cNvSpPr/>
              <p:nvPr/>
            </p:nvSpPr>
            <p:spPr bwMode="auto">
              <a:xfrm>
                <a:off x="-1995488" y="8264525"/>
                <a:ext cx="106363" cy="66675"/>
              </a:xfrm>
              <a:custGeom>
                <a:avLst/>
                <a:gdLst>
                  <a:gd name="T0" fmla="*/ 2 w 28"/>
                  <a:gd name="T1" fmla="*/ 18 h 18"/>
                  <a:gd name="T2" fmla="*/ 24 w 28"/>
                  <a:gd name="T3" fmla="*/ 18 h 18"/>
                  <a:gd name="T4" fmla="*/ 25 w 28"/>
                  <a:gd name="T5" fmla="*/ 18 h 18"/>
                  <a:gd name="T6" fmla="*/ 28 w 28"/>
                  <a:gd name="T7" fmla="*/ 15 h 18"/>
                  <a:gd name="T8" fmla="*/ 28 w 28"/>
                  <a:gd name="T9" fmla="*/ 14 h 18"/>
                  <a:gd name="T10" fmla="*/ 14 w 28"/>
                  <a:gd name="T11" fmla="*/ 0 h 18"/>
                  <a:gd name="T12" fmla="*/ 0 w 28"/>
                  <a:gd name="T13" fmla="*/ 14 h 18"/>
                  <a:gd name="T14" fmla="*/ 0 w 28"/>
                  <a:gd name="T15" fmla="*/ 17 h 18"/>
                  <a:gd name="T16" fmla="*/ 1 w 28"/>
                  <a:gd name="T17" fmla="*/ 18 h 18"/>
                  <a:gd name="T18" fmla="*/ 2 w 28"/>
                  <a:gd name="T1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" h="18">
                    <a:moveTo>
                      <a:pt x="2" y="18"/>
                    </a:moveTo>
                    <a:cubicBezTo>
                      <a:pt x="24" y="18"/>
                      <a:pt x="24" y="18"/>
                      <a:pt x="24" y="18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26" y="17"/>
                      <a:pt x="27" y="16"/>
                      <a:pt x="28" y="15"/>
                    </a:cubicBezTo>
                    <a:cubicBezTo>
                      <a:pt x="28" y="15"/>
                      <a:pt x="28" y="14"/>
                      <a:pt x="28" y="14"/>
                    </a:cubicBezTo>
                    <a:cubicBezTo>
                      <a:pt x="28" y="6"/>
                      <a:pt x="22" y="0"/>
                      <a:pt x="14" y="0"/>
                    </a:cubicBezTo>
                    <a:cubicBezTo>
                      <a:pt x="6" y="0"/>
                      <a:pt x="0" y="6"/>
                      <a:pt x="0" y="14"/>
                    </a:cubicBezTo>
                    <a:cubicBezTo>
                      <a:pt x="0" y="15"/>
                      <a:pt x="0" y="16"/>
                      <a:pt x="0" y="17"/>
                    </a:cubicBezTo>
                    <a:cubicBezTo>
                      <a:pt x="0" y="17"/>
                      <a:pt x="1" y="17"/>
                      <a:pt x="1" y="18"/>
                    </a:cubicBezTo>
                    <a:cubicBezTo>
                      <a:pt x="1" y="18"/>
                      <a:pt x="1" y="18"/>
                      <a:pt x="2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5" name="Freeform 50"/>
              <p:cNvSpPr/>
              <p:nvPr/>
            </p:nvSpPr>
            <p:spPr bwMode="auto">
              <a:xfrm>
                <a:off x="-2513013" y="8331200"/>
                <a:ext cx="217488" cy="71438"/>
              </a:xfrm>
              <a:custGeom>
                <a:avLst/>
                <a:gdLst>
                  <a:gd name="T0" fmla="*/ 8 w 58"/>
                  <a:gd name="T1" fmla="*/ 0 h 19"/>
                  <a:gd name="T2" fmla="*/ 4 w 58"/>
                  <a:gd name="T3" fmla="*/ 1 h 19"/>
                  <a:gd name="T4" fmla="*/ 3 w 58"/>
                  <a:gd name="T5" fmla="*/ 12 h 19"/>
                  <a:gd name="T6" fmla="*/ 18 w 58"/>
                  <a:gd name="T7" fmla="*/ 19 h 19"/>
                  <a:gd name="T8" fmla="*/ 41 w 58"/>
                  <a:gd name="T9" fmla="*/ 19 h 19"/>
                  <a:gd name="T10" fmla="*/ 56 w 58"/>
                  <a:gd name="T11" fmla="*/ 12 h 19"/>
                  <a:gd name="T12" fmla="*/ 55 w 58"/>
                  <a:gd name="T13" fmla="*/ 1 h 19"/>
                  <a:gd name="T14" fmla="*/ 50 w 58"/>
                  <a:gd name="T15" fmla="*/ 0 h 19"/>
                  <a:gd name="T16" fmla="*/ 44 w 58"/>
                  <a:gd name="T17" fmla="*/ 2 h 19"/>
                  <a:gd name="T18" fmla="*/ 41 w 58"/>
                  <a:gd name="T19" fmla="*/ 4 h 19"/>
                  <a:gd name="T20" fmla="*/ 41 w 58"/>
                  <a:gd name="T21" fmla="*/ 4 h 19"/>
                  <a:gd name="T22" fmla="*/ 18 w 58"/>
                  <a:gd name="T23" fmla="*/ 4 h 19"/>
                  <a:gd name="T24" fmla="*/ 17 w 58"/>
                  <a:gd name="T25" fmla="*/ 4 h 19"/>
                  <a:gd name="T26" fmla="*/ 14 w 58"/>
                  <a:gd name="T27" fmla="*/ 2 h 19"/>
                  <a:gd name="T28" fmla="*/ 8 w 58"/>
                  <a:gd name="T2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" h="19">
                    <a:moveTo>
                      <a:pt x="8" y="0"/>
                    </a:moveTo>
                    <a:cubicBezTo>
                      <a:pt x="7" y="0"/>
                      <a:pt x="5" y="0"/>
                      <a:pt x="4" y="1"/>
                    </a:cubicBezTo>
                    <a:cubicBezTo>
                      <a:pt x="1" y="4"/>
                      <a:pt x="0" y="9"/>
                      <a:pt x="3" y="12"/>
                    </a:cubicBezTo>
                    <a:cubicBezTo>
                      <a:pt x="7" y="16"/>
                      <a:pt x="12" y="19"/>
                      <a:pt x="18" y="19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6" y="19"/>
                      <a:pt x="52" y="16"/>
                      <a:pt x="56" y="12"/>
                    </a:cubicBezTo>
                    <a:cubicBezTo>
                      <a:pt x="58" y="9"/>
                      <a:pt x="58" y="4"/>
                      <a:pt x="55" y="1"/>
                    </a:cubicBezTo>
                    <a:cubicBezTo>
                      <a:pt x="53" y="0"/>
                      <a:pt x="52" y="0"/>
                      <a:pt x="50" y="0"/>
                    </a:cubicBezTo>
                    <a:cubicBezTo>
                      <a:pt x="48" y="0"/>
                      <a:pt x="46" y="1"/>
                      <a:pt x="44" y="2"/>
                    </a:cubicBezTo>
                    <a:cubicBezTo>
                      <a:pt x="43" y="3"/>
                      <a:pt x="42" y="4"/>
                      <a:pt x="41" y="4"/>
                    </a:cubicBezTo>
                    <a:cubicBezTo>
                      <a:pt x="41" y="4"/>
                      <a:pt x="41" y="4"/>
                      <a:pt x="41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7" y="4"/>
                    </a:cubicBezTo>
                    <a:cubicBezTo>
                      <a:pt x="16" y="4"/>
                      <a:pt x="15" y="3"/>
                      <a:pt x="14" y="2"/>
                    </a:cubicBezTo>
                    <a:cubicBezTo>
                      <a:pt x="13" y="1"/>
                      <a:pt x="11" y="0"/>
                      <a:pt x="8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6" name="Freeform 51"/>
              <p:cNvSpPr/>
              <p:nvPr/>
            </p:nvSpPr>
            <p:spPr bwMode="auto">
              <a:xfrm>
                <a:off x="-2284413" y="8331200"/>
                <a:ext cx="217488" cy="71438"/>
              </a:xfrm>
              <a:custGeom>
                <a:avLst/>
                <a:gdLst>
                  <a:gd name="T0" fmla="*/ 13 w 58"/>
                  <a:gd name="T1" fmla="*/ 2 h 19"/>
                  <a:gd name="T2" fmla="*/ 13 w 58"/>
                  <a:gd name="T3" fmla="*/ 2 h 19"/>
                  <a:gd name="T4" fmla="*/ 13 w 58"/>
                  <a:gd name="T5" fmla="*/ 1 h 19"/>
                  <a:gd name="T6" fmla="*/ 13 w 58"/>
                  <a:gd name="T7" fmla="*/ 1 h 19"/>
                  <a:gd name="T8" fmla="*/ 12 w 58"/>
                  <a:gd name="T9" fmla="*/ 1 h 19"/>
                  <a:gd name="T10" fmla="*/ 12 w 58"/>
                  <a:gd name="T11" fmla="*/ 1 h 19"/>
                  <a:gd name="T12" fmla="*/ 12 w 58"/>
                  <a:gd name="T13" fmla="*/ 0 h 19"/>
                  <a:gd name="T14" fmla="*/ 11 w 58"/>
                  <a:gd name="T15" fmla="*/ 0 h 19"/>
                  <a:gd name="T16" fmla="*/ 11 w 58"/>
                  <a:gd name="T17" fmla="*/ 0 h 19"/>
                  <a:gd name="T18" fmla="*/ 11 w 58"/>
                  <a:gd name="T19" fmla="*/ 0 h 19"/>
                  <a:gd name="T20" fmla="*/ 10 w 58"/>
                  <a:gd name="T21" fmla="*/ 0 h 19"/>
                  <a:gd name="T22" fmla="*/ 10 w 58"/>
                  <a:gd name="T23" fmla="*/ 0 h 19"/>
                  <a:gd name="T24" fmla="*/ 9 w 58"/>
                  <a:gd name="T25" fmla="*/ 0 h 19"/>
                  <a:gd name="T26" fmla="*/ 9 w 58"/>
                  <a:gd name="T27" fmla="*/ 0 h 19"/>
                  <a:gd name="T28" fmla="*/ 9 w 58"/>
                  <a:gd name="T29" fmla="*/ 0 h 19"/>
                  <a:gd name="T30" fmla="*/ 8 w 58"/>
                  <a:gd name="T31" fmla="*/ 0 h 19"/>
                  <a:gd name="T32" fmla="*/ 8 w 58"/>
                  <a:gd name="T33" fmla="*/ 0 h 19"/>
                  <a:gd name="T34" fmla="*/ 7 w 58"/>
                  <a:gd name="T35" fmla="*/ 0 h 19"/>
                  <a:gd name="T36" fmla="*/ 7 w 58"/>
                  <a:gd name="T37" fmla="*/ 0 h 19"/>
                  <a:gd name="T38" fmla="*/ 6 w 58"/>
                  <a:gd name="T39" fmla="*/ 0 h 19"/>
                  <a:gd name="T40" fmla="*/ 6 w 58"/>
                  <a:gd name="T41" fmla="*/ 0 h 19"/>
                  <a:gd name="T42" fmla="*/ 5 w 58"/>
                  <a:gd name="T43" fmla="*/ 1 h 19"/>
                  <a:gd name="T44" fmla="*/ 5 w 58"/>
                  <a:gd name="T45" fmla="*/ 1 h 19"/>
                  <a:gd name="T46" fmla="*/ 4 w 58"/>
                  <a:gd name="T47" fmla="*/ 1 h 19"/>
                  <a:gd name="T48" fmla="*/ 3 w 58"/>
                  <a:gd name="T49" fmla="*/ 12 h 19"/>
                  <a:gd name="T50" fmla="*/ 18 w 58"/>
                  <a:gd name="T51" fmla="*/ 19 h 19"/>
                  <a:gd name="T52" fmla="*/ 40 w 58"/>
                  <a:gd name="T53" fmla="*/ 19 h 19"/>
                  <a:gd name="T54" fmla="*/ 56 w 58"/>
                  <a:gd name="T55" fmla="*/ 12 h 19"/>
                  <a:gd name="T56" fmla="*/ 55 w 58"/>
                  <a:gd name="T57" fmla="*/ 1 h 19"/>
                  <a:gd name="T58" fmla="*/ 54 w 58"/>
                  <a:gd name="T59" fmla="*/ 1 h 19"/>
                  <a:gd name="T60" fmla="*/ 53 w 58"/>
                  <a:gd name="T61" fmla="*/ 1 h 19"/>
                  <a:gd name="T62" fmla="*/ 52 w 58"/>
                  <a:gd name="T63" fmla="*/ 0 h 19"/>
                  <a:gd name="T64" fmla="*/ 52 w 58"/>
                  <a:gd name="T65" fmla="*/ 0 h 19"/>
                  <a:gd name="T66" fmla="*/ 51 w 58"/>
                  <a:gd name="T67" fmla="*/ 0 h 19"/>
                  <a:gd name="T68" fmla="*/ 51 w 58"/>
                  <a:gd name="T69" fmla="*/ 0 h 19"/>
                  <a:gd name="T70" fmla="*/ 50 w 58"/>
                  <a:gd name="T71" fmla="*/ 0 h 19"/>
                  <a:gd name="T72" fmla="*/ 50 w 58"/>
                  <a:gd name="T73" fmla="*/ 0 h 19"/>
                  <a:gd name="T74" fmla="*/ 50 w 58"/>
                  <a:gd name="T75" fmla="*/ 0 h 19"/>
                  <a:gd name="T76" fmla="*/ 49 w 58"/>
                  <a:gd name="T77" fmla="*/ 0 h 19"/>
                  <a:gd name="T78" fmla="*/ 49 w 58"/>
                  <a:gd name="T79" fmla="*/ 0 h 19"/>
                  <a:gd name="T80" fmla="*/ 48 w 58"/>
                  <a:gd name="T81" fmla="*/ 0 h 19"/>
                  <a:gd name="T82" fmla="*/ 48 w 58"/>
                  <a:gd name="T83" fmla="*/ 0 h 19"/>
                  <a:gd name="T84" fmla="*/ 48 w 58"/>
                  <a:gd name="T85" fmla="*/ 0 h 19"/>
                  <a:gd name="T86" fmla="*/ 47 w 58"/>
                  <a:gd name="T87" fmla="*/ 0 h 19"/>
                  <a:gd name="T88" fmla="*/ 47 w 58"/>
                  <a:gd name="T89" fmla="*/ 0 h 19"/>
                  <a:gd name="T90" fmla="*/ 47 w 58"/>
                  <a:gd name="T91" fmla="*/ 0 h 19"/>
                  <a:gd name="T92" fmla="*/ 46 w 58"/>
                  <a:gd name="T93" fmla="*/ 1 h 19"/>
                  <a:gd name="T94" fmla="*/ 46 w 58"/>
                  <a:gd name="T95" fmla="*/ 1 h 19"/>
                  <a:gd name="T96" fmla="*/ 46 w 58"/>
                  <a:gd name="T97" fmla="*/ 1 h 19"/>
                  <a:gd name="T98" fmla="*/ 45 w 58"/>
                  <a:gd name="T99" fmla="*/ 1 h 19"/>
                  <a:gd name="T100" fmla="*/ 45 w 58"/>
                  <a:gd name="T101" fmla="*/ 2 h 19"/>
                  <a:gd name="T102" fmla="*/ 45 w 58"/>
                  <a:gd name="T103" fmla="*/ 2 h 19"/>
                  <a:gd name="T104" fmla="*/ 44 w 58"/>
                  <a:gd name="T105" fmla="*/ 2 h 19"/>
                  <a:gd name="T106" fmla="*/ 41 w 58"/>
                  <a:gd name="T107" fmla="*/ 4 h 19"/>
                  <a:gd name="T108" fmla="*/ 40 w 58"/>
                  <a:gd name="T109" fmla="*/ 4 h 19"/>
                  <a:gd name="T110" fmla="*/ 18 w 58"/>
                  <a:gd name="T111" fmla="*/ 4 h 19"/>
                  <a:gd name="T112" fmla="*/ 17 w 58"/>
                  <a:gd name="T113" fmla="*/ 4 h 19"/>
                  <a:gd name="T114" fmla="*/ 14 w 58"/>
                  <a:gd name="T115" fmla="*/ 2 h 19"/>
                  <a:gd name="T116" fmla="*/ 13 w 58"/>
                  <a:gd name="T117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58" h="19">
                    <a:moveTo>
                      <a:pt x="13" y="2"/>
                    </a:moveTo>
                    <a:cubicBezTo>
                      <a:pt x="13" y="2"/>
                      <a:pt x="13" y="2"/>
                      <a:pt x="13" y="2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2" y="1"/>
                      <a:pt x="12" y="0"/>
                      <a:pt x="12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0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5" y="0"/>
                      <a:pt x="5" y="0"/>
                      <a:pt x="5" y="1"/>
                    </a:cubicBezTo>
                    <a:cubicBezTo>
                      <a:pt x="5" y="1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1" y="4"/>
                      <a:pt x="0" y="9"/>
                      <a:pt x="3" y="12"/>
                    </a:cubicBezTo>
                    <a:cubicBezTo>
                      <a:pt x="6" y="16"/>
                      <a:pt x="12" y="19"/>
                      <a:pt x="18" y="19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46" y="19"/>
                      <a:pt x="52" y="16"/>
                      <a:pt x="56" y="12"/>
                    </a:cubicBezTo>
                    <a:cubicBezTo>
                      <a:pt x="58" y="9"/>
                      <a:pt x="58" y="4"/>
                      <a:pt x="55" y="1"/>
                    </a:cubicBezTo>
                    <a:cubicBezTo>
                      <a:pt x="54" y="1"/>
                      <a:pt x="54" y="1"/>
                      <a:pt x="54" y="1"/>
                    </a:cubicBezTo>
                    <a:cubicBezTo>
                      <a:pt x="54" y="1"/>
                      <a:pt x="53" y="1"/>
                      <a:pt x="53" y="1"/>
                    </a:cubicBezTo>
                    <a:cubicBezTo>
                      <a:pt x="53" y="0"/>
                      <a:pt x="53" y="0"/>
                      <a:pt x="52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52" y="0"/>
                      <a:pt x="52" y="0"/>
                      <a:pt x="51" y="0"/>
                    </a:cubicBezTo>
                    <a:cubicBezTo>
                      <a:pt x="51" y="0"/>
                      <a:pt x="51" y="0"/>
                      <a:pt x="51" y="0"/>
                    </a:cubicBezTo>
                    <a:cubicBezTo>
                      <a:pt x="51" y="0"/>
                      <a:pt x="50" y="0"/>
                      <a:pt x="50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0"/>
                      <a:pt x="49" y="0"/>
                      <a:pt x="49" y="0"/>
                    </a:cubicBezTo>
                    <a:cubicBezTo>
                      <a:pt x="49" y="0"/>
                      <a:pt x="49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8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7" y="0"/>
                      <a:pt x="47" y="0"/>
                    </a:cubicBezTo>
                    <a:cubicBezTo>
                      <a:pt x="47" y="0"/>
                      <a:pt x="46" y="1"/>
                      <a:pt x="46" y="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1"/>
                      <a:pt x="45" y="1"/>
                      <a:pt x="45" y="1"/>
                    </a:cubicBezTo>
                    <a:cubicBezTo>
                      <a:pt x="45" y="1"/>
                      <a:pt x="45" y="1"/>
                      <a:pt x="45" y="2"/>
                    </a:cubicBezTo>
                    <a:cubicBezTo>
                      <a:pt x="45" y="2"/>
                      <a:pt x="45" y="2"/>
                      <a:pt x="45" y="2"/>
                    </a:cubicBezTo>
                    <a:cubicBezTo>
                      <a:pt x="45" y="2"/>
                      <a:pt x="44" y="2"/>
                      <a:pt x="44" y="2"/>
                    </a:cubicBezTo>
                    <a:cubicBezTo>
                      <a:pt x="43" y="3"/>
                      <a:pt x="42" y="4"/>
                      <a:pt x="41" y="4"/>
                    </a:cubicBezTo>
                    <a:cubicBezTo>
                      <a:pt x="41" y="4"/>
                      <a:pt x="41" y="4"/>
                      <a:pt x="40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7" y="4"/>
                      <a:pt x="17" y="4"/>
                    </a:cubicBezTo>
                    <a:cubicBezTo>
                      <a:pt x="16" y="4"/>
                      <a:pt x="15" y="3"/>
                      <a:pt x="14" y="2"/>
                    </a:cubicBezTo>
                    <a:cubicBezTo>
                      <a:pt x="14" y="2"/>
                      <a:pt x="14" y="2"/>
                      <a:pt x="13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7" name="Freeform 52"/>
              <p:cNvSpPr/>
              <p:nvPr/>
            </p:nvSpPr>
            <p:spPr bwMode="auto">
              <a:xfrm>
                <a:off x="-2054225" y="8331200"/>
                <a:ext cx="217488" cy="71438"/>
              </a:xfrm>
              <a:custGeom>
                <a:avLst/>
                <a:gdLst>
                  <a:gd name="T0" fmla="*/ 14 w 58"/>
                  <a:gd name="T1" fmla="*/ 2 h 19"/>
                  <a:gd name="T2" fmla="*/ 8 w 58"/>
                  <a:gd name="T3" fmla="*/ 0 h 19"/>
                  <a:gd name="T4" fmla="*/ 3 w 58"/>
                  <a:gd name="T5" fmla="*/ 1 h 19"/>
                  <a:gd name="T6" fmla="*/ 3 w 58"/>
                  <a:gd name="T7" fmla="*/ 12 h 19"/>
                  <a:gd name="T8" fmla="*/ 18 w 58"/>
                  <a:gd name="T9" fmla="*/ 19 h 19"/>
                  <a:gd name="T10" fmla="*/ 40 w 58"/>
                  <a:gd name="T11" fmla="*/ 19 h 19"/>
                  <a:gd name="T12" fmla="*/ 55 w 58"/>
                  <a:gd name="T13" fmla="*/ 12 h 19"/>
                  <a:gd name="T14" fmla="*/ 54 w 58"/>
                  <a:gd name="T15" fmla="*/ 1 h 19"/>
                  <a:gd name="T16" fmla="*/ 50 w 58"/>
                  <a:gd name="T17" fmla="*/ 0 h 19"/>
                  <a:gd name="T18" fmla="*/ 44 w 58"/>
                  <a:gd name="T19" fmla="*/ 2 h 19"/>
                  <a:gd name="T20" fmla="*/ 42 w 58"/>
                  <a:gd name="T21" fmla="*/ 4 h 19"/>
                  <a:gd name="T22" fmla="*/ 40 w 58"/>
                  <a:gd name="T23" fmla="*/ 4 h 19"/>
                  <a:gd name="T24" fmla="*/ 18 w 58"/>
                  <a:gd name="T25" fmla="*/ 4 h 19"/>
                  <a:gd name="T26" fmla="*/ 18 w 58"/>
                  <a:gd name="T27" fmla="*/ 4 h 19"/>
                  <a:gd name="T28" fmla="*/ 14 w 58"/>
                  <a:gd name="T29" fmla="*/ 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" h="19">
                    <a:moveTo>
                      <a:pt x="14" y="2"/>
                    </a:moveTo>
                    <a:cubicBezTo>
                      <a:pt x="12" y="1"/>
                      <a:pt x="10" y="0"/>
                      <a:pt x="8" y="0"/>
                    </a:cubicBezTo>
                    <a:cubicBezTo>
                      <a:pt x="7" y="0"/>
                      <a:pt x="5" y="0"/>
                      <a:pt x="3" y="1"/>
                    </a:cubicBezTo>
                    <a:cubicBezTo>
                      <a:pt x="0" y="4"/>
                      <a:pt x="0" y="9"/>
                      <a:pt x="3" y="12"/>
                    </a:cubicBezTo>
                    <a:cubicBezTo>
                      <a:pt x="6" y="16"/>
                      <a:pt x="12" y="19"/>
                      <a:pt x="18" y="19"/>
                    </a:cubicBezTo>
                    <a:cubicBezTo>
                      <a:pt x="40" y="19"/>
                      <a:pt x="40" y="19"/>
                      <a:pt x="40" y="19"/>
                    </a:cubicBezTo>
                    <a:cubicBezTo>
                      <a:pt x="46" y="19"/>
                      <a:pt x="52" y="16"/>
                      <a:pt x="55" y="12"/>
                    </a:cubicBezTo>
                    <a:cubicBezTo>
                      <a:pt x="58" y="9"/>
                      <a:pt x="58" y="4"/>
                      <a:pt x="54" y="1"/>
                    </a:cubicBezTo>
                    <a:cubicBezTo>
                      <a:pt x="53" y="0"/>
                      <a:pt x="51" y="0"/>
                      <a:pt x="50" y="0"/>
                    </a:cubicBezTo>
                    <a:cubicBezTo>
                      <a:pt x="48" y="0"/>
                      <a:pt x="46" y="1"/>
                      <a:pt x="44" y="2"/>
                    </a:cubicBezTo>
                    <a:cubicBezTo>
                      <a:pt x="43" y="3"/>
                      <a:pt x="43" y="4"/>
                      <a:pt x="42" y="4"/>
                    </a:cubicBezTo>
                    <a:cubicBezTo>
                      <a:pt x="41" y="4"/>
                      <a:pt x="41" y="4"/>
                      <a:pt x="40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6" y="4"/>
                      <a:pt x="15" y="3"/>
                      <a:pt x="14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8" name="Freeform 53"/>
              <p:cNvSpPr/>
              <p:nvPr/>
            </p:nvSpPr>
            <p:spPr bwMode="auto">
              <a:xfrm>
                <a:off x="-2949575" y="1719263"/>
                <a:ext cx="574675" cy="544513"/>
              </a:xfrm>
              <a:custGeom>
                <a:avLst/>
                <a:gdLst>
                  <a:gd name="T0" fmla="*/ 26 w 153"/>
                  <a:gd name="T1" fmla="*/ 145 h 145"/>
                  <a:gd name="T2" fmla="*/ 52 w 153"/>
                  <a:gd name="T3" fmla="*/ 119 h 145"/>
                  <a:gd name="T4" fmla="*/ 52 w 153"/>
                  <a:gd name="T5" fmla="*/ 119 h 145"/>
                  <a:gd name="T6" fmla="*/ 52 w 153"/>
                  <a:gd name="T7" fmla="*/ 33 h 145"/>
                  <a:gd name="T8" fmla="*/ 137 w 153"/>
                  <a:gd name="T9" fmla="*/ 33 h 145"/>
                  <a:gd name="T10" fmla="*/ 137 w 153"/>
                  <a:gd name="T11" fmla="*/ 94 h 145"/>
                  <a:gd name="T12" fmla="*/ 127 w 153"/>
                  <a:gd name="T13" fmla="*/ 93 h 145"/>
                  <a:gd name="T14" fmla="*/ 101 w 153"/>
                  <a:gd name="T15" fmla="*/ 119 h 145"/>
                  <a:gd name="T16" fmla="*/ 127 w 153"/>
                  <a:gd name="T17" fmla="*/ 145 h 145"/>
                  <a:gd name="T18" fmla="*/ 153 w 153"/>
                  <a:gd name="T19" fmla="*/ 119 h 145"/>
                  <a:gd name="T20" fmla="*/ 153 w 153"/>
                  <a:gd name="T21" fmla="*/ 119 h 145"/>
                  <a:gd name="T22" fmla="*/ 153 w 153"/>
                  <a:gd name="T23" fmla="*/ 119 h 145"/>
                  <a:gd name="T24" fmla="*/ 153 w 153"/>
                  <a:gd name="T25" fmla="*/ 33 h 145"/>
                  <a:gd name="T26" fmla="*/ 153 w 153"/>
                  <a:gd name="T27" fmla="*/ 0 h 145"/>
                  <a:gd name="T28" fmla="*/ 137 w 153"/>
                  <a:gd name="T29" fmla="*/ 0 h 145"/>
                  <a:gd name="T30" fmla="*/ 52 w 153"/>
                  <a:gd name="T31" fmla="*/ 0 h 145"/>
                  <a:gd name="T32" fmla="*/ 36 w 153"/>
                  <a:gd name="T33" fmla="*/ 0 h 145"/>
                  <a:gd name="T34" fmla="*/ 36 w 153"/>
                  <a:gd name="T35" fmla="*/ 33 h 145"/>
                  <a:gd name="T36" fmla="*/ 36 w 153"/>
                  <a:gd name="T37" fmla="*/ 94 h 145"/>
                  <a:gd name="T38" fmla="*/ 26 w 153"/>
                  <a:gd name="T39" fmla="*/ 93 h 145"/>
                  <a:gd name="T40" fmla="*/ 0 w 153"/>
                  <a:gd name="T41" fmla="*/ 119 h 145"/>
                  <a:gd name="T42" fmla="*/ 26 w 153"/>
                  <a:gd name="T43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53" h="145">
                    <a:moveTo>
                      <a:pt x="26" y="145"/>
                    </a:moveTo>
                    <a:cubicBezTo>
                      <a:pt x="40" y="145"/>
                      <a:pt x="52" y="133"/>
                      <a:pt x="52" y="119"/>
                    </a:cubicBezTo>
                    <a:cubicBezTo>
                      <a:pt x="52" y="119"/>
                      <a:pt x="52" y="119"/>
                      <a:pt x="52" y="119"/>
                    </a:cubicBezTo>
                    <a:cubicBezTo>
                      <a:pt x="52" y="33"/>
                      <a:pt x="52" y="33"/>
                      <a:pt x="52" y="33"/>
                    </a:cubicBezTo>
                    <a:cubicBezTo>
                      <a:pt x="137" y="33"/>
                      <a:pt x="137" y="33"/>
                      <a:pt x="137" y="33"/>
                    </a:cubicBezTo>
                    <a:cubicBezTo>
                      <a:pt x="137" y="94"/>
                      <a:pt x="137" y="94"/>
                      <a:pt x="137" y="94"/>
                    </a:cubicBezTo>
                    <a:cubicBezTo>
                      <a:pt x="134" y="93"/>
                      <a:pt x="130" y="93"/>
                      <a:pt x="127" y="93"/>
                    </a:cubicBezTo>
                    <a:cubicBezTo>
                      <a:pt x="112" y="93"/>
                      <a:pt x="101" y="104"/>
                      <a:pt x="101" y="119"/>
                    </a:cubicBezTo>
                    <a:cubicBezTo>
                      <a:pt x="101" y="133"/>
                      <a:pt x="112" y="145"/>
                      <a:pt x="127" y="145"/>
                    </a:cubicBezTo>
                    <a:cubicBezTo>
                      <a:pt x="141" y="145"/>
                      <a:pt x="153" y="133"/>
                      <a:pt x="153" y="119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53" y="119"/>
                      <a:pt x="153" y="119"/>
                      <a:pt x="153" y="119"/>
                    </a:cubicBezTo>
                    <a:cubicBezTo>
                      <a:pt x="153" y="33"/>
                      <a:pt x="153" y="33"/>
                      <a:pt x="153" y="33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33"/>
                      <a:pt x="36" y="33"/>
                      <a:pt x="36" y="33"/>
                    </a:cubicBezTo>
                    <a:cubicBezTo>
                      <a:pt x="36" y="94"/>
                      <a:pt x="36" y="94"/>
                      <a:pt x="36" y="94"/>
                    </a:cubicBezTo>
                    <a:cubicBezTo>
                      <a:pt x="33" y="93"/>
                      <a:pt x="29" y="93"/>
                      <a:pt x="26" y="93"/>
                    </a:cubicBezTo>
                    <a:cubicBezTo>
                      <a:pt x="11" y="93"/>
                      <a:pt x="0" y="104"/>
                      <a:pt x="0" y="119"/>
                    </a:cubicBezTo>
                    <a:cubicBezTo>
                      <a:pt x="0" y="133"/>
                      <a:pt x="11" y="145"/>
                      <a:pt x="26" y="1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09" name="Freeform 54"/>
              <p:cNvSpPr/>
              <p:nvPr/>
            </p:nvSpPr>
            <p:spPr bwMode="auto">
              <a:xfrm>
                <a:off x="-1382713" y="8283575"/>
                <a:ext cx="195263" cy="63500"/>
              </a:xfrm>
              <a:custGeom>
                <a:avLst/>
                <a:gdLst>
                  <a:gd name="T0" fmla="*/ 3 w 123"/>
                  <a:gd name="T1" fmla="*/ 0 h 40"/>
                  <a:gd name="T2" fmla="*/ 0 w 123"/>
                  <a:gd name="T3" fmla="*/ 40 h 40"/>
                  <a:gd name="T4" fmla="*/ 123 w 123"/>
                  <a:gd name="T5" fmla="*/ 40 h 40"/>
                  <a:gd name="T6" fmla="*/ 121 w 123"/>
                  <a:gd name="T7" fmla="*/ 0 h 40"/>
                  <a:gd name="T8" fmla="*/ 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3" y="0"/>
                    </a:moveTo>
                    <a:lnTo>
                      <a:pt x="0" y="40"/>
                    </a:lnTo>
                    <a:lnTo>
                      <a:pt x="123" y="40"/>
                    </a:lnTo>
                    <a:lnTo>
                      <a:pt x="121" y="0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0" name="Freeform 55"/>
              <p:cNvSpPr>
                <a:spLocks noEditPoints="1"/>
              </p:cNvSpPr>
              <p:nvPr/>
            </p:nvSpPr>
            <p:spPr bwMode="auto">
              <a:xfrm>
                <a:off x="-1555750" y="7926388"/>
                <a:ext cx="546100" cy="338138"/>
              </a:xfrm>
              <a:custGeom>
                <a:avLst/>
                <a:gdLst>
                  <a:gd name="T0" fmla="*/ 230 w 344"/>
                  <a:gd name="T1" fmla="*/ 213 h 213"/>
                  <a:gd name="T2" fmla="*/ 344 w 344"/>
                  <a:gd name="T3" fmla="*/ 213 h 213"/>
                  <a:gd name="T4" fmla="*/ 344 w 344"/>
                  <a:gd name="T5" fmla="*/ 0 h 213"/>
                  <a:gd name="T6" fmla="*/ 171 w 344"/>
                  <a:gd name="T7" fmla="*/ 0 h 213"/>
                  <a:gd name="T8" fmla="*/ 171 w 344"/>
                  <a:gd name="T9" fmla="*/ 26 h 213"/>
                  <a:gd name="T10" fmla="*/ 313 w 344"/>
                  <a:gd name="T11" fmla="*/ 26 h 213"/>
                  <a:gd name="T12" fmla="*/ 313 w 344"/>
                  <a:gd name="T13" fmla="*/ 187 h 213"/>
                  <a:gd name="T14" fmla="*/ 228 w 344"/>
                  <a:gd name="T15" fmla="*/ 187 h 213"/>
                  <a:gd name="T16" fmla="*/ 171 w 344"/>
                  <a:gd name="T17" fmla="*/ 187 h 213"/>
                  <a:gd name="T18" fmla="*/ 171 w 344"/>
                  <a:gd name="T19" fmla="*/ 213 h 213"/>
                  <a:gd name="T20" fmla="*/ 230 w 344"/>
                  <a:gd name="T21" fmla="*/ 213 h 213"/>
                  <a:gd name="T22" fmla="*/ 171 w 344"/>
                  <a:gd name="T23" fmla="*/ 0 h 213"/>
                  <a:gd name="T24" fmla="*/ 0 w 344"/>
                  <a:gd name="T25" fmla="*/ 0 h 213"/>
                  <a:gd name="T26" fmla="*/ 0 w 344"/>
                  <a:gd name="T27" fmla="*/ 213 h 213"/>
                  <a:gd name="T28" fmla="*/ 112 w 344"/>
                  <a:gd name="T29" fmla="*/ 213 h 213"/>
                  <a:gd name="T30" fmla="*/ 171 w 344"/>
                  <a:gd name="T31" fmla="*/ 213 h 213"/>
                  <a:gd name="T32" fmla="*/ 171 w 344"/>
                  <a:gd name="T33" fmla="*/ 187 h 213"/>
                  <a:gd name="T34" fmla="*/ 114 w 344"/>
                  <a:gd name="T35" fmla="*/ 187 h 213"/>
                  <a:gd name="T36" fmla="*/ 31 w 344"/>
                  <a:gd name="T37" fmla="*/ 187 h 213"/>
                  <a:gd name="T38" fmla="*/ 31 w 344"/>
                  <a:gd name="T39" fmla="*/ 187 h 213"/>
                  <a:gd name="T40" fmla="*/ 31 w 344"/>
                  <a:gd name="T41" fmla="*/ 26 h 213"/>
                  <a:gd name="T42" fmla="*/ 171 w 344"/>
                  <a:gd name="T43" fmla="*/ 26 h 213"/>
                  <a:gd name="T44" fmla="*/ 171 w 344"/>
                  <a:gd name="T4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44" h="213">
                    <a:moveTo>
                      <a:pt x="230" y="213"/>
                    </a:moveTo>
                    <a:lnTo>
                      <a:pt x="344" y="213"/>
                    </a:lnTo>
                    <a:lnTo>
                      <a:pt x="344" y="0"/>
                    </a:lnTo>
                    <a:lnTo>
                      <a:pt x="171" y="0"/>
                    </a:lnTo>
                    <a:lnTo>
                      <a:pt x="171" y="26"/>
                    </a:lnTo>
                    <a:lnTo>
                      <a:pt x="313" y="26"/>
                    </a:lnTo>
                    <a:lnTo>
                      <a:pt x="313" y="187"/>
                    </a:lnTo>
                    <a:lnTo>
                      <a:pt x="228" y="187"/>
                    </a:lnTo>
                    <a:lnTo>
                      <a:pt x="171" y="187"/>
                    </a:lnTo>
                    <a:lnTo>
                      <a:pt x="171" y="213"/>
                    </a:lnTo>
                    <a:lnTo>
                      <a:pt x="230" y="213"/>
                    </a:lnTo>
                    <a:close/>
                    <a:moveTo>
                      <a:pt x="171" y="0"/>
                    </a:moveTo>
                    <a:lnTo>
                      <a:pt x="0" y="0"/>
                    </a:lnTo>
                    <a:lnTo>
                      <a:pt x="0" y="213"/>
                    </a:lnTo>
                    <a:lnTo>
                      <a:pt x="112" y="213"/>
                    </a:lnTo>
                    <a:lnTo>
                      <a:pt x="171" y="213"/>
                    </a:lnTo>
                    <a:lnTo>
                      <a:pt x="171" y="187"/>
                    </a:lnTo>
                    <a:lnTo>
                      <a:pt x="114" y="187"/>
                    </a:lnTo>
                    <a:lnTo>
                      <a:pt x="31" y="187"/>
                    </a:lnTo>
                    <a:lnTo>
                      <a:pt x="31" y="187"/>
                    </a:lnTo>
                    <a:lnTo>
                      <a:pt x="31" y="26"/>
                    </a:lnTo>
                    <a:lnTo>
                      <a:pt x="171" y="26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1" name="Freeform 56"/>
              <p:cNvSpPr/>
              <p:nvPr/>
            </p:nvSpPr>
            <p:spPr bwMode="auto">
              <a:xfrm>
                <a:off x="-1419225" y="8366125"/>
                <a:ext cx="269875" cy="25400"/>
              </a:xfrm>
              <a:custGeom>
                <a:avLst/>
                <a:gdLst>
                  <a:gd name="T0" fmla="*/ 0 w 170"/>
                  <a:gd name="T1" fmla="*/ 0 h 16"/>
                  <a:gd name="T2" fmla="*/ 0 w 170"/>
                  <a:gd name="T3" fmla="*/ 16 h 16"/>
                  <a:gd name="T4" fmla="*/ 170 w 170"/>
                  <a:gd name="T5" fmla="*/ 16 h 16"/>
                  <a:gd name="T6" fmla="*/ 170 w 170"/>
                  <a:gd name="T7" fmla="*/ 0 h 16"/>
                  <a:gd name="T8" fmla="*/ 146 w 170"/>
                  <a:gd name="T9" fmla="*/ 0 h 16"/>
                  <a:gd name="T10" fmla="*/ 23 w 170"/>
                  <a:gd name="T11" fmla="*/ 0 h 16"/>
                  <a:gd name="T12" fmla="*/ 0 w 170"/>
                  <a:gd name="T13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0" h="16">
                    <a:moveTo>
                      <a:pt x="0" y="0"/>
                    </a:moveTo>
                    <a:lnTo>
                      <a:pt x="0" y="16"/>
                    </a:lnTo>
                    <a:lnTo>
                      <a:pt x="170" y="16"/>
                    </a:lnTo>
                    <a:lnTo>
                      <a:pt x="170" y="0"/>
                    </a:lnTo>
                    <a:lnTo>
                      <a:pt x="146" y="0"/>
                    </a:lnTo>
                    <a:lnTo>
                      <a:pt x="23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2" name="Freeform 57"/>
              <p:cNvSpPr>
                <a:spLocks noEditPoints="1"/>
              </p:cNvSpPr>
              <p:nvPr/>
            </p:nvSpPr>
            <p:spPr bwMode="auto">
              <a:xfrm>
                <a:off x="-4494213" y="8478838"/>
                <a:ext cx="233363" cy="520700"/>
              </a:xfrm>
              <a:custGeom>
                <a:avLst/>
                <a:gdLst>
                  <a:gd name="T0" fmla="*/ 31 w 62"/>
                  <a:gd name="T1" fmla="*/ 120 h 139"/>
                  <a:gd name="T2" fmla="*/ 31 w 62"/>
                  <a:gd name="T3" fmla="*/ 120 h 139"/>
                  <a:gd name="T4" fmla="*/ 60 w 62"/>
                  <a:gd name="T5" fmla="*/ 135 h 139"/>
                  <a:gd name="T6" fmla="*/ 61 w 62"/>
                  <a:gd name="T7" fmla="*/ 135 h 139"/>
                  <a:gd name="T8" fmla="*/ 61 w 62"/>
                  <a:gd name="T9" fmla="*/ 36 h 139"/>
                  <a:gd name="T10" fmla="*/ 60 w 62"/>
                  <a:gd name="T11" fmla="*/ 22 h 139"/>
                  <a:gd name="T12" fmla="*/ 52 w 62"/>
                  <a:gd name="T13" fmla="*/ 12 h 139"/>
                  <a:gd name="T14" fmla="*/ 52 w 62"/>
                  <a:gd name="T15" fmla="*/ 4 h 139"/>
                  <a:gd name="T16" fmla="*/ 52 w 62"/>
                  <a:gd name="T17" fmla="*/ 0 h 139"/>
                  <a:gd name="T18" fmla="*/ 48 w 62"/>
                  <a:gd name="T19" fmla="*/ 0 h 139"/>
                  <a:gd name="T20" fmla="*/ 31 w 62"/>
                  <a:gd name="T21" fmla="*/ 0 h 139"/>
                  <a:gd name="T22" fmla="*/ 31 w 62"/>
                  <a:gd name="T23" fmla="*/ 4 h 139"/>
                  <a:gd name="T24" fmla="*/ 48 w 62"/>
                  <a:gd name="T25" fmla="*/ 4 h 139"/>
                  <a:gd name="T26" fmla="*/ 48 w 62"/>
                  <a:gd name="T27" fmla="*/ 10 h 139"/>
                  <a:gd name="T28" fmla="*/ 48 w 62"/>
                  <a:gd name="T29" fmla="*/ 58 h 139"/>
                  <a:gd name="T30" fmla="*/ 31 w 62"/>
                  <a:gd name="T31" fmla="*/ 40 h 139"/>
                  <a:gd name="T32" fmla="*/ 31 w 62"/>
                  <a:gd name="T33" fmla="*/ 41 h 139"/>
                  <a:gd name="T34" fmla="*/ 31 w 62"/>
                  <a:gd name="T35" fmla="*/ 120 h 139"/>
                  <a:gd name="T36" fmla="*/ 1 w 62"/>
                  <a:gd name="T37" fmla="*/ 135 h 139"/>
                  <a:gd name="T38" fmla="*/ 31 w 62"/>
                  <a:gd name="T39" fmla="*/ 120 h 139"/>
                  <a:gd name="T40" fmla="*/ 31 w 62"/>
                  <a:gd name="T41" fmla="*/ 41 h 139"/>
                  <a:gd name="T42" fmla="*/ 13 w 62"/>
                  <a:gd name="T43" fmla="*/ 58 h 139"/>
                  <a:gd name="T44" fmla="*/ 13 w 62"/>
                  <a:gd name="T45" fmla="*/ 10 h 139"/>
                  <a:gd name="T46" fmla="*/ 13 w 62"/>
                  <a:gd name="T47" fmla="*/ 10 h 139"/>
                  <a:gd name="T48" fmla="*/ 13 w 62"/>
                  <a:gd name="T49" fmla="*/ 10 h 139"/>
                  <a:gd name="T50" fmla="*/ 13 w 62"/>
                  <a:gd name="T51" fmla="*/ 4 h 139"/>
                  <a:gd name="T52" fmla="*/ 31 w 62"/>
                  <a:gd name="T53" fmla="*/ 4 h 139"/>
                  <a:gd name="T54" fmla="*/ 31 w 62"/>
                  <a:gd name="T55" fmla="*/ 0 h 139"/>
                  <a:gd name="T56" fmla="*/ 13 w 62"/>
                  <a:gd name="T57" fmla="*/ 0 h 139"/>
                  <a:gd name="T58" fmla="*/ 9 w 62"/>
                  <a:gd name="T59" fmla="*/ 0 h 139"/>
                  <a:gd name="T60" fmla="*/ 9 w 62"/>
                  <a:gd name="T61" fmla="*/ 4 h 139"/>
                  <a:gd name="T62" fmla="*/ 9 w 62"/>
                  <a:gd name="T63" fmla="*/ 12 h 139"/>
                  <a:gd name="T64" fmla="*/ 1 w 62"/>
                  <a:gd name="T65" fmla="*/ 22 h 139"/>
                  <a:gd name="T66" fmla="*/ 0 w 62"/>
                  <a:gd name="T67" fmla="*/ 36 h 139"/>
                  <a:gd name="T68" fmla="*/ 0 w 62"/>
                  <a:gd name="T69" fmla="*/ 135 h 139"/>
                  <a:gd name="T70" fmla="*/ 1 w 62"/>
                  <a:gd name="T71" fmla="*/ 135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2" h="139">
                    <a:moveTo>
                      <a:pt x="31" y="120"/>
                    </a:moveTo>
                    <a:cubicBezTo>
                      <a:pt x="31" y="120"/>
                      <a:pt x="31" y="120"/>
                      <a:pt x="31" y="120"/>
                    </a:cubicBezTo>
                    <a:cubicBezTo>
                      <a:pt x="45" y="120"/>
                      <a:pt x="57" y="123"/>
                      <a:pt x="60" y="135"/>
                    </a:cubicBezTo>
                    <a:cubicBezTo>
                      <a:pt x="62" y="139"/>
                      <a:pt x="61" y="139"/>
                      <a:pt x="61" y="135"/>
                    </a:cubicBezTo>
                    <a:cubicBezTo>
                      <a:pt x="61" y="114"/>
                      <a:pt x="61" y="57"/>
                      <a:pt x="61" y="36"/>
                    </a:cubicBezTo>
                    <a:cubicBezTo>
                      <a:pt x="61" y="32"/>
                      <a:pt x="62" y="26"/>
                      <a:pt x="60" y="22"/>
                    </a:cubicBezTo>
                    <a:cubicBezTo>
                      <a:pt x="59" y="17"/>
                      <a:pt x="56" y="14"/>
                      <a:pt x="52" y="12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0"/>
                      <a:pt x="52" y="0"/>
                      <a:pt x="52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8" y="58"/>
                      <a:pt x="48" y="58"/>
                      <a:pt x="48" y="58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1" y="41"/>
                      <a:pt x="31" y="41"/>
                      <a:pt x="31" y="41"/>
                    </a:cubicBezTo>
                    <a:lnTo>
                      <a:pt x="31" y="120"/>
                    </a:lnTo>
                    <a:close/>
                    <a:moveTo>
                      <a:pt x="1" y="135"/>
                    </a:moveTo>
                    <a:cubicBezTo>
                      <a:pt x="4" y="123"/>
                      <a:pt x="16" y="120"/>
                      <a:pt x="31" y="120"/>
                    </a:cubicBezTo>
                    <a:cubicBezTo>
                      <a:pt x="31" y="41"/>
                      <a:pt x="31" y="41"/>
                      <a:pt x="31" y="41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10"/>
                      <a:pt x="13" y="10"/>
                      <a:pt x="13" y="1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31" y="4"/>
                      <a:pt x="31" y="4"/>
                      <a:pt x="31" y="4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4"/>
                      <a:pt x="9" y="4"/>
                      <a:pt x="9" y="4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5" y="14"/>
                      <a:pt x="2" y="17"/>
                      <a:pt x="1" y="22"/>
                    </a:cubicBezTo>
                    <a:cubicBezTo>
                      <a:pt x="0" y="26"/>
                      <a:pt x="0" y="32"/>
                      <a:pt x="0" y="36"/>
                    </a:cubicBezTo>
                    <a:cubicBezTo>
                      <a:pt x="0" y="57"/>
                      <a:pt x="0" y="114"/>
                      <a:pt x="0" y="135"/>
                    </a:cubicBezTo>
                    <a:cubicBezTo>
                      <a:pt x="0" y="139"/>
                      <a:pt x="0" y="139"/>
                      <a:pt x="1" y="13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3" name="Freeform 58"/>
              <p:cNvSpPr/>
              <p:nvPr/>
            </p:nvSpPr>
            <p:spPr bwMode="auto">
              <a:xfrm>
                <a:off x="-4249738" y="8509000"/>
                <a:ext cx="236538" cy="490538"/>
              </a:xfrm>
              <a:custGeom>
                <a:avLst/>
                <a:gdLst>
                  <a:gd name="T0" fmla="*/ 2 w 63"/>
                  <a:gd name="T1" fmla="*/ 127 h 131"/>
                  <a:gd name="T2" fmla="*/ 32 w 63"/>
                  <a:gd name="T3" fmla="*/ 112 h 131"/>
                  <a:gd name="T4" fmla="*/ 61 w 63"/>
                  <a:gd name="T5" fmla="*/ 127 h 131"/>
                  <a:gd name="T6" fmla="*/ 62 w 63"/>
                  <a:gd name="T7" fmla="*/ 127 h 131"/>
                  <a:gd name="T8" fmla="*/ 62 w 63"/>
                  <a:gd name="T9" fmla="*/ 28 h 131"/>
                  <a:gd name="T10" fmla="*/ 61 w 63"/>
                  <a:gd name="T11" fmla="*/ 14 h 131"/>
                  <a:gd name="T12" fmla="*/ 32 w 63"/>
                  <a:gd name="T13" fmla="*/ 0 h 131"/>
                  <a:gd name="T14" fmla="*/ 2 w 63"/>
                  <a:gd name="T15" fmla="*/ 14 h 131"/>
                  <a:gd name="T16" fmla="*/ 1 w 63"/>
                  <a:gd name="T17" fmla="*/ 28 h 131"/>
                  <a:gd name="T18" fmla="*/ 1 w 63"/>
                  <a:gd name="T19" fmla="*/ 127 h 131"/>
                  <a:gd name="T20" fmla="*/ 2 w 63"/>
                  <a:gd name="T21" fmla="*/ 127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" h="131">
                    <a:moveTo>
                      <a:pt x="2" y="127"/>
                    </a:moveTo>
                    <a:cubicBezTo>
                      <a:pt x="5" y="115"/>
                      <a:pt x="17" y="112"/>
                      <a:pt x="32" y="112"/>
                    </a:cubicBezTo>
                    <a:cubicBezTo>
                      <a:pt x="46" y="112"/>
                      <a:pt x="58" y="115"/>
                      <a:pt x="61" y="127"/>
                    </a:cubicBezTo>
                    <a:cubicBezTo>
                      <a:pt x="63" y="131"/>
                      <a:pt x="62" y="131"/>
                      <a:pt x="62" y="127"/>
                    </a:cubicBezTo>
                    <a:cubicBezTo>
                      <a:pt x="62" y="106"/>
                      <a:pt x="62" y="49"/>
                      <a:pt x="62" y="28"/>
                    </a:cubicBezTo>
                    <a:cubicBezTo>
                      <a:pt x="62" y="24"/>
                      <a:pt x="62" y="18"/>
                      <a:pt x="61" y="14"/>
                    </a:cubicBezTo>
                    <a:cubicBezTo>
                      <a:pt x="57" y="3"/>
                      <a:pt x="46" y="0"/>
                      <a:pt x="32" y="0"/>
                    </a:cubicBezTo>
                    <a:cubicBezTo>
                      <a:pt x="17" y="0"/>
                      <a:pt x="6" y="3"/>
                      <a:pt x="2" y="14"/>
                    </a:cubicBezTo>
                    <a:cubicBezTo>
                      <a:pt x="1" y="18"/>
                      <a:pt x="1" y="24"/>
                      <a:pt x="1" y="28"/>
                    </a:cubicBezTo>
                    <a:cubicBezTo>
                      <a:pt x="1" y="49"/>
                      <a:pt x="1" y="106"/>
                      <a:pt x="1" y="127"/>
                    </a:cubicBezTo>
                    <a:cubicBezTo>
                      <a:pt x="1" y="131"/>
                      <a:pt x="0" y="131"/>
                      <a:pt x="2" y="1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4" name="Freeform 59"/>
              <p:cNvSpPr>
                <a:spLocks noEditPoints="1"/>
              </p:cNvSpPr>
              <p:nvPr/>
            </p:nvSpPr>
            <p:spPr bwMode="auto">
              <a:xfrm>
                <a:off x="-1698625" y="3784600"/>
                <a:ext cx="444500" cy="447675"/>
              </a:xfrm>
              <a:custGeom>
                <a:avLst/>
                <a:gdLst>
                  <a:gd name="T0" fmla="*/ 59 w 118"/>
                  <a:gd name="T1" fmla="*/ 119 h 119"/>
                  <a:gd name="T2" fmla="*/ 68 w 118"/>
                  <a:gd name="T3" fmla="*/ 119 h 119"/>
                  <a:gd name="T4" fmla="*/ 68 w 118"/>
                  <a:gd name="T5" fmla="*/ 110 h 119"/>
                  <a:gd name="T6" fmla="*/ 88 w 118"/>
                  <a:gd name="T7" fmla="*/ 102 h 119"/>
                  <a:gd name="T8" fmla="*/ 94 w 118"/>
                  <a:gd name="T9" fmla="*/ 108 h 119"/>
                  <a:gd name="T10" fmla="*/ 108 w 118"/>
                  <a:gd name="T11" fmla="*/ 95 h 119"/>
                  <a:gd name="T12" fmla="*/ 101 w 118"/>
                  <a:gd name="T13" fmla="*/ 89 h 119"/>
                  <a:gd name="T14" fmla="*/ 109 w 118"/>
                  <a:gd name="T15" fmla="*/ 69 h 119"/>
                  <a:gd name="T16" fmla="*/ 118 w 118"/>
                  <a:gd name="T17" fmla="*/ 69 h 119"/>
                  <a:gd name="T18" fmla="*/ 118 w 118"/>
                  <a:gd name="T19" fmla="*/ 50 h 119"/>
                  <a:gd name="T20" fmla="*/ 109 w 118"/>
                  <a:gd name="T21" fmla="*/ 50 h 119"/>
                  <a:gd name="T22" fmla="*/ 101 w 118"/>
                  <a:gd name="T23" fmla="*/ 31 h 119"/>
                  <a:gd name="T24" fmla="*/ 108 w 118"/>
                  <a:gd name="T25" fmla="*/ 24 h 119"/>
                  <a:gd name="T26" fmla="*/ 94 w 118"/>
                  <a:gd name="T27" fmla="*/ 11 h 119"/>
                  <a:gd name="T28" fmla="*/ 88 w 118"/>
                  <a:gd name="T29" fmla="*/ 17 h 119"/>
                  <a:gd name="T30" fmla="*/ 68 w 118"/>
                  <a:gd name="T31" fmla="*/ 9 h 119"/>
                  <a:gd name="T32" fmla="*/ 68 w 118"/>
                  <a:gd name="T33" fmla="*/ 0 h 119"/>
                  <a:gd name="T34" fmla="*/ 59 w 118"/>
                  <a:gd name="T35" fmla="*/ 0 h 119"/>
                  <a:gd name="T36" fmla="*/ 59 w 118"/>
                  <a:gd name="T37" fmla="*/ 22 h 119"/>
                  <a:gd name="T38" fmla="*/ 97 w 118"/>
                  <a:gd name="T39" fmla="*/ 60 h 119"/>
                  <a:gd name="T40" fmla="*/ 59 w 118"/>
                  <a:gd name="T41" fmla="*/ 97 h 119"/>
                  <a:gd name="T42" fmla="*/ 59 w 118"/>
                  <a:gd name="T43" fmla="*/ 119 h 119"/>
                  <a:gd name="T44" fmla="*/ 17 w 118"/>
                  <a:gd name="T45" fmla="*/ 89 h 119"/>
                  <a:gd name="T46" fmla="*/ 11 w 118"/>
                  <a:gd name="T47" fmla="*/ 95 h 119"/>
                  <a:gd name="T48" fmla="*/ 24 w 118"/>
                  <a:gd name="T49" fmla="*/ 108 h 119"/>
                  <a:gd name="T50" fmla="*/ 30 w 118"/>
                  <a:gd name="T51" fmla="*/ 102 h 119"/>
                  <a:gd name="T52" fmla="*/ 50 w 118"/>
                  <a:gd name="T53" fmla="*/ 110 h 119"/>
                  <a:gd name="T54" fmla="*/ 50 w 118"/>
                  <a:gd name="T55" fmla="*/ 119 h 119"/>
                  <a:gd name="T56" fmla="*/ 59 w 118"/>
                  <a:gd name="T57" fmla="*/ 119 h 119"/>
                  <a:gd name="T58" fmla="*/ 59 w 118"/>
                  <a:gd name="T59" fmla="*/ 97 h 119"/>
                  <a:gd name="T60" fmla="*/ 59 w 118"/>
                  <a:gd name="T61" fmla="*/ 97 h 119"/>
                  <a:gd name="T62" fmla="*/ 21 w 118"/>
                  <a:gd name="T63" fmla="*/ 60 h 119"/>
                  <a:gd name="T64" fmla="*/ 59 w 118"/>
                  <a:gd name="T65" fmla="*/ 22 h 119"/>
                  <a:gd name="T66" fmla="*/ 59 w 118"/>
                  <a:gd name="T67" fmla="*/ 22 h 119"/>
                  <a:gd name="T68" fmla="*/ 59 w 118"/>
                  <a:gd name="T69" fmla="*/ 22 h 119"/>
                  <a:gd name="T70" fmla="*/ 59 w 118"/>
                  <a:gd name="T71" fmla="*/ 0 h 119"/>
                  <a:gd name="T72" fmla="*/ 50 w 118"/>
                  <a:gd name="T73" fmla="*/ 0 h 119"/>
                  <a:gd name="T74" fmla="*/ 50 w 118"/>
                  <a:gd name="T75" fmla="*/ 9 h 119"/>
                  <a:gd name="T76" fmla="*/ 30 w 118"/>
                  <a:gd name="T77" fmla="*/ 17 h 119"/>
                  <a:gd name="T78" fmla="*/ 24 w 118"/>
                  <a:gd name="T79" fmla="*/ 11 h 119"/>
                  <a:gd name="T80" fmla="*/ 11 w 118"/>
                  <a:gd name="T81" fmla="*/ 24 h 119"/>
                  <a:gd name="T82" fmla="*/ 17 w 118"/>
                  <a:gd name="T83" fmla="*/ 31 h 119"/>
                  <a:gd name="T84" fmla="*/ 9 w 118"/>
                  <a:gd name="T85" fmla="*/ 50 h 119"/>
                  <a:gd name="T86" fmla="*/ 0 w 118"/>
                  <a:gd name="T87" fmla="*/ 50 h 119"/>
                  <a:gd name="T88" fmla="*/ 0 w 118"/>
                  <a:gd name="T89" fmla="*/ 69 h 119"/>
                  <a:gd name="T90" fmla="*/ 9 w 118"/>
                  <a:gd name="T91" fmla="*/ 69 h 119"/>
                  <a:gd name="T92" fmla="*/ 17 w 118"/>
                  <a:gd name="T93" fmla="*/ 8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18" h="119">
                    <a:moveTo>
                      <a:pt x="59" y="119"/>
                    </a:moveTo>
                    <a:cubicBezTo>
                      <a:pt x="68" y="119"/>
                      <a:pt x="68" y="119"/>
                      <a:pt x="68" y="119"/>
                    </a:cubicBezTo>
                    <a:cubicBezTo>
                      <a:pt x="68" y="110"/>
                      <a:pt x="68" y="110"/>
                      <a:pt x="68" y="110"/>
                    </a:cubicBezTo>
                    <a:cubicBezTo>
                      <a:pt x="76" y="109"/>
                      <a:pt x="82" y="106"/>
                      <a:pt x="88" y="102"/>
                    </a:cubicBezTo>
                    <a:cubicBezTo>
                      <a:pt x="94" y="108"/>
                      <a:pt x="94" y="108"/>
                      <a:pt x="94" y="108"/>
                    </a:cubicBezTo>
                    <a:cubicBezTo>
                      <a:pt x="108" y="95"/>
                      <a:pt x="108" y="95"/>
                      <a:pt x="108" y="95"/>
                    </a:cubicBezTo>
                    <a:cubicBezTo>
                      <a:pt x="101" y="89"/>
                      <a:pt x="101" y="89"/>
                      <a:pt x="101" y="89"/>
                    </a:cubicBezTo>
                    <a:cubicBezTo>
                      <a:pt x="105" y="83"/>
                      <a:pt x="108" y="76"/>
                      <a:pt x="109" y="69"/>
                    </a:cubicBezTo>
                    <a:cubicBezTo>
                      <a:pt x="118" y="69"/>
                      <a:pt x="118" y="69"/>
                      <a:pt x="118" y="69"/>
                    </a:cubicBezTo>
                    <a:cubicBezTo>
                      <a:pt x="118" y="50"/>
                      <a:pt x="118" y="50"/>
                      <a:pt x="118" y="50"/>
                    </a:cubicBezTo>
                    <a:cubicBezTo>
                      <a:pt x="109" y="50"/>
                      <a:pt x="109" y="50"/>
                      <a:pt x="109" y="50"/>
                    </a:cubicBezTo>
                    <a:cubicBezTo>
                      <a:pt x="108" y="43"/>
                      <a:pt x="105" y="36"/>
                      <a:pt x="101" y="31"/>
                    </a:cubicBezTo>
                    <a:cubicBezTo>
                      <a:pt x="108" y="24"/>
                      <a:pt x="108" y="24"/>
                      <a:pt x="108" y="24"/>
                    </a:cubicBezTo>
                    <a:cubicBezTo>
                      <a:pt x="94" y="11"/>
                      <a:pt x="94" y="11"/>
                      <a:pt x="94" y="11"/>
                    </a:cubicBezTo>
                    <a:cubicBezTo>
                      <a:pt x="88" y="17"/>
                      <a:pt x="88" y="17"/>
                      <a:pt x="88" y="17"/>
                    </a:cubicBezTo>
                    <a:cubicBezTo>
                      <a:pt x="82" y="13"/>
                      <a:pt x="76" y="11"/>
                      <a:pt x="68" y="9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9" y="22"/>
                      <a:pt x="59" y="22"/>
                      <a:pt x="59" y="22"/>
                    </a:cubicBezTo>
                    <a:cubicBezTo>
                      <a:pt x="80" y="22"/>
                      <a:pt x="97" y="39"/>
                      <a:pt x="97" y="60"/>
                    </a:cubicBezTo>
                    <a:cubicBezTo>
                      <a:pt x="97" y="81"/>
                      <a:pt x="80" y="97"/>
                      <a:pt x="59" y="97"/>
                    </a:cubicBezTo>
                    <a:lnTo>
                      <a:pt x="59" y="119"/>
                    </a:lnTo>
                    <a:close/>
                    <a:moveTo>
                      <a:pt x="17" y="89"/>
                    </a:moveTo>
                    <a:cubicBezTo>
                      <a:pt x="11" y="95"/>
                      <a:pt x="11" y="95"/>
                      <a:pt x="11" y="95"/>
                    </a:cubicBezTo>
                    <a:cubicBezTo>
                      <a:pt x="24" y="108"/>
                      <a:pt x="24" y="108"/>
                      <a:pt x="24" y="108"/>
                    </a:cubicBezTo>
                    <a:cubicBezTo>
                      <a:pt x="30" y="102"/>
                      <a:pt x="30" y="102"/>
                      <a:pt x="30" y="102"/>
                    </a:cubicBezTo>
                    <a:cubicBezTo>
                      <a:pt x="36" y="106"/>
                      <a:pt x="42" y="109"/>
                      <a:pt x="50" y="110"/>
                    </a:cubicBezTo>
                    <a:cubicBezTo>
                      <a:pt x="50" y="119"/>
                      <a:pt x="50" y="119"/>
                      <a:pt x="50" y="119"/>
                    </a:cubicBezTo>
                    <a:cubicBezTo>
                      <a:pt x="59" y="119"/>
                      <a:pt x="59" y="119"/>
                      <a:pt x="59" y="119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59" y="97"/>
                      <a:pt x="59" y="97"/>
                      <a:pt x="59" y="97"/>
                    </a:cubicBezTo>
                    <a:cubicBezTo>
                      <a:pt x="38" y="97"/>
                      <a:pt x="21" y="81"/>
                      <a:pt x="21" y="60"/>
                    </a:cubicBezTo>
                    <a:cubicBezTo>
                      <a:pt x="21" y="39"/>
                      <a:pt x="38" y="22"/>
                      <a:pt x="59" y="22"/>
                    </a:cubicBezTo>
                    <a:cubicBezTo>
                      <a:pt x="59" y="22"/>
                      <a:pt x="59" y="22"/>
                      <a:pt x="59" y="22"/>
                    </a:cubicBezTo>
                    <a:cubicBezTo>
                      <a:pt x="59" y="22"/>
                      <a:pt x="59" y="22"/>
                      <a:pt x="59" y="22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50" y="9"/>
                      <a:pt x="50" y="9"/>
                      <a:pt x="50" y="9"/>
                    </a:cubicBezTo>
                    <a:cubicBezTo>
                      <a:pt x="42" y="11"/>
                      <a:pt x="36" y="13"/>
                      <a:pt x="30" y="17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11" y="24"/>
                      <a:pt x="11" y="24"/>
                      <a:pt x="11" y="24"/>
                    </a:cubicBezTo>
                    <a:cubicBezTo>
                      <a:pt x="17" y="31"/>
                      <a:pt x="17" y="31"/>
                      <a:pt x="17" y="31"/>
                    </a:cubicBezTo>
                    <a:cubicBezTo>
                      <a:pt x="13" y="36"/>
                      <a:pt x="10" y="43"/>
                      <a:pt x="9" y="50"/>
                    </a:cubicBezTo>
                    <a:cubicBezTo>
                      <a:pt x="0" y="50"/>
                      <a:pt x="0" y="50"/>
                      <a:pt x="0" y="50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9" y="69"/>
                      <a:pt x="9" y="69"/>
                      <a:pt x="9" y="69"/>
                    </a:cubicBezTo>
                    <a:cubicBezTo>
                      <a:pt x="10" y="76"/>
                      <a:pt x="13" y="83"/>
                      <a:pt x="17" y="8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5" name="Freeform 60"/>
              <p:cNvSpPr>
                <a:spLocks noEditPoints="1"/>
              </p:cNvSpPr>
              <p:nvPr/>
            </p:nvSpPr>
            <p:spPr bwMode="auto">
              <a:xfrm>
                <a:off x="-1355725" y="3586163"/>
                <a:ext cx="300038" cy="300038"/>
              </a:xfrm>
              <a:custGeom>
                <a:avLst/>
                <a:gdLst>
                  <a:gd name="T0" fmla="*/ 74 w 80"/>
                  <a:gd name="T1" fmla="*/ 33 h 80"/>
                  <a:gd name="T2" fmla="*/ 80 w 80"/>
                  <a:gd name="T3" fmla="*/ 31 h 80"/>
                  <a:gd name="T4" fmla="*/ 74 w 80"/>
                  <a:gd name="T5" fmla="*/ 17 h 80"/>
                  <a:gd name="T6" fmla="*/ 68 w 80"/>
                  <a:gd name="T7" fmla="*/ 20 h 80"/>
                  <a:gd name="T8" fmla="*/ 60 w 80"/>
                  <a:gd name="T9" fmla="*/ 11 h 80"/>
                  <a:gd name="T10" fmla="*/ 62 w 80"/>
                  <a:gd name="T11" fmla="*/ 5 h 80"/>
                  <a:gd name="T12" fmla="*/ 48 w 80"/>
                  <a:gd name="T13" fmla="*/ 0 h 80"/>
                  <a:gd name="T14" fmla="*/ 46 w 80"/>
                  <a:gd name="T15" fmla="*/ 5 h 80"/>
                  <a:gd name="T16" fmla="*/ 40 w 80"/>
                  <a:gd name="T17" fmla="*/ 5 h 80"/>
                  <a:gd name="T18" fmla="*/ 40 w 80"/>
                  <a:gd name="T19" fmla="*/ 16 h 80"/>
                  <a:gd name="T20" fmla="*/ 62 w 80"/>
                  <a:gd name="T21" fmla="*/ 31 h 80"/>
                  <a:gd name="T22" fmla="*/ 49 w 80"/>
                  <a:gd name="T23" fmla="*/ 61 h 80"/>
                  <a:gd name="T24" fmla="*/ 49 w 80"/>
                  <a:gd name="T25" fmla="*/ 61 h 80"/>
                  <a:gd name="T26" fmla="*/ 40 w 80"/>
                  <a:gd name="T27" fmla="*/ 63 h 80"/>
                  <a:gd name="T28" fmla="*/ 40 w 80"/>
                  <a:gd name="T29" fmla="*/ 63 h 80"/>
                  <a:gd name="T30" fmla="*/ 40 w 80"/>
                  <a:gd name="T31" fmla="*/ 75 h 80"/>
                  <a:gd name="T32" fmla="*/ 46 w 80"/>
                  <a:gd name="T33" fmla="*/ 74 h 80"/>
                  <a:gd name="T34" fmla="*/ 49 w 80"/>
                  <a:gd name="T35" fmla="*/ 80 h 80"/>
                  <a:gd name="T36" fmla="*/ 63 w 80"/>
                  <a:gd name="T37" fmla="*/ 74 h 80"/>
                  <a:gd name="T38" fmla="*/ 60 w 80"/>
                  <a:gd name="T39" fmla="*/ 68 h 80"/>
                  <a:gd name="T40" fmla="*/ 69 w 80"/>
                  <a:gd name="T41" fmla="*/ 60 h 80"/>
                  <a:gd name="T42" fmla="*/ 74 w 80"/>
                  <a:gd name="T43" fmla="*/ 62 h 80"/>
                  <a:gd name="T44" fmla="*/ 80 w 80"/>
                  <a:gd name="T45" fmla="*/ 48 h 80"/>
                  <a:gd name="T46" fmla="*/ 74 w 80"/>
                  <a:gd name="T47" fmla="*/ 46 h 80"/>
                  <a:gd name="T48" fmla="*/ 74 w 80"/>
                  <a:gd name="T49" fmla="*/ 33 h 80"/>
                  <a:gd name="T50" fmla="*/ 40 w 80"/>
                  <a:gd name="T51" fmla="*/ 5 h 80"/>
                  <a:gd name="T52" fmla="*/ 33 w 80"/>
                  <a:gd name="T53" fmla="*/ 5 h 80"/>
                  <a:gd name="T54" fmla="*/ 31 w 80"/>
                  <a:gd name="T55" fmla="*/ 0 h 80"/>
                  <a:gd name="T56" fmla="*/ 17 w 80"/>
                  <a:gd name="T57" fmla="*/ 6 h 80"/>
                  <a:gd name="T58" fmla="*/ 20 w 80"/>
                  <a:gd name="T59" fmla="*/ 11 h 80"/>
                  <a:gd name="T60" fmla="*/ 11 w 80"/>
                  <a:gd name="T61" fmla="*/ 20 h 80"/>
                  <a:gd name="T62" fmla="*/ 5 w 80"/>
                  <a:gd name="T63" fmla="*/ 18 h 80"/>
                  <a:gd name="T64" fmla="*/ 0 w 80"/>
                  <a:gd name="T65" fmla="*/ 32 h 80"/>
                  <a:gd name="T66" fmla="*/ 5 w 80"/>
                  <a:gd name="T67" fmla="*/ 34 h 80"/>
                  <a:gd name="T68" fmla="*/ 6 w 80"/>
                  <a:gd name="T69" fmla="*/ 46 h 80"/>
                  <a:gd name="T70" fmla="*/ 0 w 80"/>
                  <a:gd name="T71" fmla="*/ 49 h 80"/>
                  <a:gd name="T72" fmla="*/ 6 w 80"/>
                  <a:gd name="T73" fmla="*/ 62 h 80"/>
                  <a:gd name="T74" fmla="*/ 11 w 80"/>
                  <a:gd name="T75" fmla="*/ 60 h 80"/>
                  <a:gd name="T76" fmla="*/ 20 w 80"/>
                  <a:gd name="T77" fmla="*/ 69 h 80"/>
                  <a:gd name="T78" fmla="*/ 18 w 80"/>
                  <a:gd name="T79" fmla="*/ 74 h 80"/>
                  <a:gd name="T80" fmla="*/ 32 w 80"/>
                  <a:gd name="T81" fmla="*/ 80 h 80"/>
                  <a:gd name="T82" fmla="*/ 34 w 80"/>
                  <a:gd name="T83" fmla="*/ 74 h 80"/>
                  <a:gd name="T84" fmla="*/ 40 w 80"/>
                  <a:gd name="T85" fmla="*/ 75 h 80"/>
                  <a:gd name="T86" fmla="*/ 40 w 80"/>
                  <a:gd name="T87" fmla="*/ 63 h 80"/>
                  <a:gd name="T88" fmla="*/ 18 w 80"/>
                  <a:gd name="T89" fmla="*/ 49 h 80"/>
                  <a:gd name="T90" fmla="*/ 31 w 80"/>
                  <a:gd name="T91" fmla="*/ 18 h 80"/>
                  <a:gd name="T92" fmla="*/ 40 w 80"/>
                  <a:gd name="T93" fmla="*/ 16 h 80"/>
                  <a:gd name="T94" fmla="*/ 40 w 80"/>
                  <a:gd name="T95" fmla="*/ 16 h 80"/>
                  <a:gd name="T96" fmla="*/ 40 w 80"/>
                  <a:gd name="T97" fmla="*/ 5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80" h="80">
                    <a:moveTo>
                      <a:pt x="74" y="33"/>
                    </a:moveTo>
                    <a:cubicBezTo>
                      <a:pt x="80" y="31"/>
                      <a:pt x="80" y="31"/>
                      <a:pt x="80" y="31"/>
                    </a:cubicBezTo>
                    <a:cubicBezTo>
                      <a:pt x="74" y="17"/>
                      <a:pt x="74" y="17"/>
                      <a:pt x="74" y="17"/>
                    </a:cubicBezTo>
                    <a:cubicBezTo>
                      <a:pt x="68" y="20"/>
                      <a:pt x="68" y="20"/>
                      <a:pt x="68" y="20"/>
                    </a:cubicBezTo>
                    <a:cubicBezTo>
                      <a:pt x="66" y="16"/>
                      <a:pt x="63" y="13"/>
                      <a:pt x="60" y="11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5"/>
                      <a:pt x="46" y="5"/>
                      <a:pt x="46" y="5"/>
                    </a:cubicBezTo>
                    <a:cubicBezTo>
                      <a:pt x="44" y="5"/>
                      <a:pt x="42" y="5"/>
                      <a:pt x="40" y="5"/>
                    </a:cubicBezTo>
                    <a:cubicBezTo>
                      <a:pt x="40" y="16"/>
                      <a:pt x="40" y="16"/>
                      <a:pt x="40" y="16"/>
                    </a:cubicBezTo>
                    <a:cubicBezTo>
                      <a:pt x="49" y="16"/>
                      <a:pt x="58" y="22"/>
                      <a:pt x="62" y="31"/>
                    </a:cubicBezTo>
                    <a:cubicBezTo>
                      <a:pt x="67" y="43"/>
                      <a:pt x="61" y="56"/>
                      <a:pt x="49" y="61"/>
                    </a:cubicBezTo>
                    <a:cubicBezTo>
                      <a:pt x="49" y="61"/>
                      <a:pt x="49" y="61"/>
                      <a:pt x="49" y="61"/>
                    </a:cubicBezTo>
                    <a:cubicBezTo>
                      <a:pt x="46" y="63"/>
                      <a:pt x="43" y="63"/>
                      <a:pt x="40" y="63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40" y="75"/>
                      <a:pt x="40" y="75"/>
                      <a:pt x="40" y="75"/>
                    </a:cubicBezTo>
                    <a:cubicBezTo>
                      <a:pt x="42" y="75"/>
                      <a:pt x="44" y="75"/>
                      <a:pt x="46" y="74"/>
                    </a:cubicBezTo>
                    <a:cubicBezTo>
                      <a:pt x="49" y="80"/>
                      <a:pt x="49" y="80"/>
                      <a:pt x="49" y="80"/>
                    </a:cubicBezTo>
                    <a:cubicBezTo>
                      <a:pt x="63" y="74"/>
                      <a:pt x="63" y="74"/>
                      <a:pt x="63" y="74"/>
                    </a:cubicBezTo>
                    <a:cubicBezTo>
                      <a:pt x="60" y="68"/>
                      <a:pt x="60" y="68"/>
                      <a:pt x="60" y="68"/>
                    </a:cubicBezTo>
                    <a:cubicBezTo>
                      <a:pt x="64" y="66"/>
                      <a:pt x="67" y="63"/>
                      <a:pt x="69" y="60"/>
                    </a:cubicBezTo>
                    <a:cubicBezTo>
                      <a:pt x="74" y="62"/>
                      <a:pt x="74" y="62"/>
                      <a:pt x="74" y="62"/>
                    </a:cubicBezTo>
                    <a:cubicBezTo>
                      <a:pt x="80" y="48"/>
                      <a:pt x="80" y="48"/>
                      <a:pt x="80" y="48"/>
                    </a:cubicBezTo>
                    <a:cubicBezTo>
                      <a:pt x="74" y="46"/>
                      <a:pt x="74" y="46"/>
                      <a:pt x="74" y="46"/>
                    </a:cubicBezTo>
                    <a:cubicBezTo>
                      <a:pt x="75" y="42"/>
                      <a:pt x="75" y="37"/>
                      <a:pt x="74" y="33"/>
                    </a:cubicBezTo>
                    <a:close/>
                    <a:moveTo>
                      <a:pt x="40" y="5"/>
                    </a:moveTo>
                    <a:cubicBezTo>
                      <a:pt x="38" y="5"/>
                      <a:pt x="36" y="5"/>
                      <a:pt x="33" y="5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20" y="11"/>
                      <a:pt x="20" y="11"/>
                      <a:pt x="20" y="11"/>
                    </a:cubicBezTo>
                    <a:cubicBezTo>
                      <a:pt x="16" y="14"/>
                      <a:pt x="13" y="17"/>
                      <a:pt x="11" y="20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5" y="34"/>
                      <a:pt x="5" y="34"/>
                      <a:pt x="5" y="34"/>
                    </a:cubicBezTo>
                    <a:cubicBezTo>
                      <a:pt x="5" y="38"/>
                      <a:pt x="5" y="42"/>
                      <a:pt x="6" y="4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6" y="62"/>
                      <a:pt x="6" y="62"/>
                      <a:pt x="6" y="62"/>
                    </a:cubicBezTo>
                    <a:cubicBezTo>
                      <a:pt x="11" y="60"/>
                      <a:pt x="11" y="60"/>
                      <a:pt x="11" y="60"/>
                    </a:cubicBezTo>
                    <a:cubicBezTo>
                      <a:pt x="14" y="63"/>
                      <a:pt x="17" y="66"/>
                      <a:pt x="20" y="69"/>
                    </a:cubicBezTo>
                    <a:cubicBezTo>
                      <a:pt x="18" y="74"/>
                      <a:pt x="18" y="74"/>
                      <a:pt x="18" y="74"/>
                    </a:cubicBezTo>
                    <a:cubicBezTo>
                      <a:pt x="32" y="80"/>
                      <a:pt x="32" y="80"/>
                      <a:pt x="32" y="80"/>
                    </a:cubicBezTo>
                    <a:cubicBezTo>
                      <a:pt x="34" y="74"/>
                      <a:pt x="34" y="74"/>
                      <a:pt x="34" y="74"/>
                    </a:cubicBezTo>
                    <a:cubicBezTo>
                      <a:pt x="36" y="75"/>
                      <a:pt x="38" y="75"/>
                      <a:pt x="40" y="75"/>
                    </a:cubicBezTo>
                    <a:cubicBezTo>
                      <a:pt x="40" y="63"/>
                      <a:pt x="40" y="63"/>
                      <a:pt x="40" y="63"/>
                    </a:cubicBezTo>
                    <a:cubicBezTo>
                      <a:pt x="31" y="63"/>
                      <a:pt x="22" y="58"/>
                      <a:pt x="18" y="49"/>
                    </a:cubicBezTo>
                    <a:cubicBezTo>
                      <a:pt x="13" y="37"/>
                      <a:pt x="19" y="23"/>
                      <a:pt x="31" y="18"/>
                    </a:cubicBezTo>
                    <a:cubicBezTo>
                      <a:pt x="34" y="17"/>
                      <a:pt x="37" y="16"/>
                      <a:pt x="40" y="16"/>
                    </a:cubicBezTo>
                    <a:cubicBezTo>
                      <a:pt x="40" y="16"/>
                      <a:pt x="40" y="16"/>
                      <a:pt x="40" y="16"/>
                    </a:cubicBezTo>
                    <a:lnTo>
                      <a:pt x="40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6" name="Rectangle 61"/>
              <p:cNvSpPr>
                <a:spLocks noChangeArrowheads="1"/>
              </p:cNvSpPr>
              <p:nvPr/>
            </p:nvSpPr>
            <p:spPr bwMode="auto">
              <a:xfrm>
                <a:off x="-3163888" y="6438900"/>
                <a:ext cx="82550" cy="5492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7" name="Rectangle 62"/>
              <p:cNvSpPr>
                <a:spLocks noChangeArrowheads="1"/>
              </p:cNvSpPr>
              <p:nvPr/>
            </p:nvSpPr>
            <p:spPr bwMode="auto">
              <a:xfrm>
                <a:off x="-3282950" y="6740525"/>
                <a:ext cx="82550" cy="2476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8" name="Rectangle 63"/>
              <p:cNvSpPr>
                <a:spLocks noChangeArrowheads="1"/>
              </p:cNvSpPr>
              <p:nvPr/>
            </p:nvSpPr>
            <p:spPr bwMode="auto">
              <a:xfrm>
                <a:off x="-3403600" y="6521450"/>
                <a:ext cx="82550" cy="4667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19" name="Rectangle 64"/>
              <p:cNvSpPr>
                <a:spLocks noChangeArrowheads="1"/>
              </p:cNvSpPr>
              <p:nvPr/>
            </p:nvSpPr>
            <p:spPr bwMode="auto">
              <a:xfrm>
                <a:off x="-3524250" y="6669088"/>
                <a:ext cx="82550" cy="3190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0" name="Rectangle 65"/>
              <p:cNvSpPr>
                <a:spLocks noChangeArrowheads="1"/>
              </p:cNvSpPr>
              <p:nvPr/>
            </p:nvSpPr>
            <p:spPr bwMode="auto">
              <a:xfrm>
                <a:off x="-3644900" y="6615113"/>
                <a:ext cx="82550" cy="3730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1" name="Rectangle 66"/>
              <p:cNvSpPr>
                <a:spLocks noChangeArrowheads="1"/>
              </p:cNvSpPr>
              <p:nvPr/>
            </p:nvSpPr>
            <p:spPr bwMode="auto">
              <a:xfrm>
                <a:off x="-3163888" y="6375400"/>
                <a:ext cx="82550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2" name="Rectangle 67"/>
              <p:cNvSpPr>
                <a:spLocks noChangeArrowheads="1"/>
              </p:cNvSpPr>
              <p:nvPr/>
            </p:nvSpPr>
            <p:spPr bwMode="auto">
              <a:xfrm>
                <a:off x="-3403600" y="6461125"/>
                <a:ext cx="82550" cy="381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3" name="Rectangle 68"/>
              <p:cNvSpPr>
                <a:spLocks noChangeArrowheads="1"/>
              </p:cNvSpPr>
              <p:nvPr/>
            </p:nvSpPr>
            <p:spPr bwMode="auto">
              <a:xfrm>
                <a:off x="-3524250" y="6608763"/>
                <a:ext cx="82550" cy="365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4" name="Rectangle 69"/>
              <p:cNvSpPr>
                <a:spLocks noChangeArrowheads="1"/>
              </p:cNvSpPr>
              <p:nvPr/>
            </p:nvSpPr>
            <p:spPr bwMode="auto">
              <a:xfrm>
                <a:off x="-3644900" y="6556375"/>
                <a:ext cx="82550" cy="365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5" name="Rectangle 70"/>
              <p:cNvSpPr>
                <a:spLocks noChangeArrowheads="1"/>
              </p:cNvSpPr>
              <p:nvPr/>
            </p:nvSpPr>
            <p:spPr bwMode="auto">
              <a:xfrm>
                <a:off x="-3282950" y="6680200"/>
                <a:ext cx="82550" cy="365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6" name="Freeform 71"/>
              <p:cNvSpPr/>
              <p:nvPr/>
            </p:nvSpPr>
            <p:spPr bwMode="auto">
              <a:xfrm>
                <a:off x="-4775200" y="2060575"/>
                <a:ext cx="560388" cy="331788"/>
              </a:xfrm>
              <a:custGeom>
                <a:avLst/>
                <a:gdLst>
                  <a:gd name="T0" fmla="*/ 84 w 149"/>
                  <a:gd name="T1" fmla="*/ 0 h 88"/>
                  <a:gd name="T2" fmla="*/ 84 w 149"/>
                  <a:gd name="T3" fmla="*/ 15 h 88"/>
                  <a:gd name="T4" fmla="*/ 0 w 149"/>
                  <a:gd name="T5" fmla="*/ 88 h 88"/>
                  <a:gd name="T6" fmla="*/ 84 w 149"/>
                  <a:gd name="T7" fmla="*/ 71 h 88"/>
                  <a:gd name="T8" fmla="*/ 84 w 149"/>
                  <a:gd name="T9" fmla="*/ 86 h 88"/>
                  <a:gd name="T10" fmla="*/ 149 w 149"/>
                  <a:gd name="T11" fmla="*/ 43 h 88"/>
                  <a:gd name="T12" fmla="*/ 84 w 149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9" h="88">
                    <a:moveTo>
                      <a:pt x="84" y="0"/>
                    </a:moveTo>
                    <a:cubicBezTo>
                      <a:pt x="84" y="15"/>
                      <a:pt x="84" y="15"/>
                      <a:pt x="84" y="15"/>
                    </a:cubicBezTo>
                    <a:cubicBezTo>
                      <a:pt x="9" y="15"/>
                      <a:pt x="0" y="88"/>
                      <a:pt x="0" y="88"/>
                    </a:cubicBezTo>
                    <a:cubicBezTo>
                      <a:pt x="0" y="88"/>
                      <a:pt x="23" y="71"/>
                      <a:pt x="84" y="71"/>
                    </a:cubicBezTo>
                    <a:cubicBezTo>
                      <a:pt x="84" y="86"/>
                      <a:pt x="84" y="86"/>
                      <a:pt x="84" y="86"/>
                    </a:cubicBezTo>
                    <a:cubicBezTo>
                      <a:pt x="149" y="43"/>
                      <a:pt x="149" y="43"/>
                      <a:pt x="149" y="43"/>
                    </a:cubicBezTo>
                    <a:lnTo>
                      <a:pt x="8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7" name="Freeform 72"/>
              <p:cNvSpPr/>
              <p:nvPr/>
            </p:nvSpPr>
            <p:spPr bwMode="auto">
              <a:xfrm>
                <a:off x="-4832350" y="2354263"/>
                <a:ext cx="557213" cy="330200"/>
              </a:xfrm>
              <a:custGeom>
                <a:avLst/>
                <a:gdLst>
                  <a:gd name="T0" fmla="*/ 65 w 148"/>
                  <a:gd name="T1" fmla="*/ 88 h 88"/>
                  <a:gd name="T2" fmla="*/ 65 w 148"/>
                  <a:gd name="T3" fmla="*/ 73 h 88"/>
                  <a:gd name="T4" fmla="*/ 148 w 148"/>
                  <a:gd name="T5" fmla="*/ 0 h 88"/>
                  <a:gd name="T6" fmla="*/ 65 w 148"/>
                  <a:gd name="T7" fmla="*/ 17 h 88"/>
                  <a:gd name="T8" fmla="*/ 65 w 148"/>
                  <a:gd name="T9" fmla="*/ 2 h 88"/>
                  <a:gd name="T10" fmla="*/ 0 w 148"/>
                  <a:gd name="T11" fmla="*/ 45 h 88"/>
                  <a:gd name="T12" fmla="*/ 65 w 148"/>
                  <a:gd name="T13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8" h="88">
                    <a:moveTo>
                      <a:pt x="65" y="88"/>
                    </a:moveTo>
                    <a:cubicBezTo>
                      <a:pt x="65" y="73"/>
                      <a:pt x="65" y="73"/>
                      <a:pt x="65" y="73"/>
                    </a:cubicBezTo>
                    <a:cubicBezTo>
                      <a:pt x="140" y="73"/>
                      <a:pt x="148" y="0"/>
                      <a:pt x="148" y="0"/>
                    </a:cubicBezTo>
                    <a:cubicBezTo>
                      <a:pt x="148" y="0"/>
                      <a:pt x="126" y="17"/>
                      <a:pt x="65" y="17"/>
                    </a:cubicBezTo>
                    <a:cubicBezTo>
                      <a:pt x="65" y="2"/>
                      <a:pt x="65" y="2"/>
                      <a:pt x="65" y="2"/>
                    </a:cubicBezTo>
                    <a:cubicBezTo>
                      <a:pt x="0" y="45"/>
                      <a:pt x="0" y="45"/>
                      <a:pt x="0" y="45"/>
                    </a:cubicBezTo>
                    <a:lnTo>
                      <a:pt x="65" y="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8" name="Freeform 73"/>
              <p:cNvSpPr>
                <a:spLocks noEditPoints="1"/>
              </p:cNvSpPr>
              <p:nvPr/>
            </p:nvSpPr>
            <p:spPr bwMode="auto">
              <a:xfrm>
                <a:off x="-2119313" y="1884363"/>
                <a:ext cx="703263" cy="698500"/>
              </a:xfrm>
              <a:custGeom>
                <a:avLst/>
                <a:gdLst>
                  <a:gd name="T0" fmla="*/ 140 w 187"/>
                  <a:gd name="T1" fmla="*/ 174 h 186"/>
                  <a:gd name="T2" fmla="*/ 174 w 187"/>
                  <a:gd name="T3" fmla="*/ 140 h 186"/>
                  <a:gd name="T4" fmla="*/ 185 w 187"/>
                  <a:gd name="T5" fmla="*/ 112 h 186"/>
                  <a:gd name="T6" fmla="*/ 185 w 187"/>
                  <a:gd name="T7" fmla="*/ 74 h 186"/>
                  <a:gd name="T8" fmla="*/ 174 w 187"/>
                  <a:gd name="T9" fmla="*/ 47 h 186"/>
                  <a:gd name="T10" fmla="*/ 140 w 187"/>
                  <a:gd name="T11" fmla="*/ 12 h 186"/>
                  <a:gd name="T12" fmla="*/ 128 w 187"/>
                  <a:gd name="T13" fmla="*/ 6 h 186"/>
                  <a:gd name="T14" fmla="*/ 100 w 187"/>
                  <a:gd name="T15" fmla="*/ 0 h 186"/>
                  <a:gd name="T16" fmla="*/ 104 w 187"/>
                  <a:gd name="T17" fmla="*/ 9 h 186"/>
                  <a:gd name="T18" fmla="*/ 115 w 187"/>
                  <a:gd name="T19" fmla="*/ 9 h 186"/>
                  <a:gd name="T20" fmla="*/ 126 w 187"/>
                  <a:gd name="T21" fmla="*/ 12 h 186"/>
                  <a:gd name="T22" fmla="*/ 123 w 187"/>
                  <a:gd name="T23" fmla="*/ 14 h 186"/>
                  <a:gd name="T24" fmla="*/ 108 w 187"/>
                  <a:gd name="T25" fmla="*/ 20 h 186"/>
                  <a:gd name="T26" fmla="*/ 110 w 187"/>
                  <a:gd name="T27" fmla="*/ 29 h 186"/>
                  <a:gd name="T28" fmla="*/ 119 w 187"/>
                  <a:gd name="T29" fmla="*/ 36 h 186"/>
                  <a:gd name="T30" fmla="*/ 132 w 187"/>
                  <a:gd name="T31" fmla="*/ 18 h 186"/>
                  <a:gd name="T32" fmla="*/ 142 w 187"/>
                  <a:gd name="T33" fmla="*/ 21 h 186"/>
                  <a:gd name="T34" fmla="*/ 150 w 187"/>
                  <a:gd name="T35" fmla="*/ 25 h 186"/>
                  <a:gd name="T36" fmla="*/ 154 w 187"/>
                  <a:gd name="T37" fmla="*/ 38 h 186"/>
                  <a:gd name="T38" fmla="*/ 151 w 187"/>
                  <a:gd name="T39" fmla="*/ 45 h 186"/>
                  <a:gd name="T40" fmla="*/ 146 w 187"/>
                  <a:gd name="T41" fmla="*/ 40 h 186"/>
                  <a:gd name="T42" fmla="*/ 135 w 187"/>
                  <a:gd name="T43" fmla="*/ 41 h 186"/>
                  <a:gd name="T44" fmla="*/ 143 w 187"/>
                  <a:gd name="T45" fmla="*/ 46 h 186"/>
                  <a:gd name="T46" fmla="*/ 123 w 187"/>
                  <a:gd name="T47" fmla="*/ 54 h 186"/>
                  <a:gd name="T48" fmla="*/ 113 w 187"/>
                  <a:gd name="T49" fmla="*/ 60 h 186"/>
                  <a:gd name="T50" fmla="*/ 101 w 187"/>
                  <a:gd name="T51" fmla="*/ 72 h 186"/>
                  <a:gd name="T52" fmla="*/ 108 w 187"/>
                  <a:gd name="T53" fmla="*/ 110 h 186"/>
                  <a:gd name="T54" fmla="*/ 118 w 187"/>
                  <a:gd name="T55" fmla="*/ 113 h 186"/>
                  <a:gd name="T56" fmla="*/ 129 w 187"/>
                  <a:gd name="T57" fmla="*/ 116 h 186"/>
                  <a:gd name="T58" fmla="*/ 146 w 187"/>
                  <a:gd name="T59" fmla="*/ 126 h 186"/>
                  <a:gd name="T60" fmla="*/ 155 w 187"/>
                  <a:gd name="T61" fmla="*/ 135 h 186"/>
                  <a:gd name="T62" fmla="*/ 169 w 187"/>
                  <a:gd name="T63" fmla="*/ 139 h 186"/>
                  <a:gd name="T64" fmla="*/ 107 w 187"/>
                  <a:gd name="T65" fmla="*/ 163 h 186"/>
                  <a:gd name="T66" fmla="*/ 1 w 187"/>
                  <a:gd name="T67" fmla="*/ 79 h 186"/>
                  <a:gd name="T68" fmla="*/ 3 w 187"/>
                  <a:gd name="T69" fmla="*/ 116 h 186"/>
                  <a:gd name="T70" fmla="*/ 20 w 187"/>
                  <a:gd name="T71" fmla="*/ 151 h 186"/>
                  <a:gd name="T72" fmla="*/ 59 w 187"/>
                  <a:gd name="T73" fmla="*/ 180 h 186"/>
                  <a:gd name="T74" fmla="*/ 95 w 187"/>
                  <a:gd name="T75" fmla="*/ 148 h 186"/>
                  <a:gd name="T76" fmla="*/ 92 w 187"/>
                  <a:gd name="T77" fmla="*/ 133 h 186"/>
                  <a:gd name="T78" fmla="*/ 97 w 187"/>
                  <a:gd name="T79" fmla="*/ 119 h 186"/>
                  <a:gd name="T80" fmla="*/ 85 w 187"/>
                  <a:gd name="T81" fmla="*/ 115 h 186"/>
                  <a:gd name="T82" fmla="*/ 73 w 187"/>
                  <a:gd name="T83" fmla="*/ 107 h 186"/>
                  <a:gd name="T84" fmla="*/ 54 w 187"/>
                  <a:gd name="T85" fmla="*/ 99 h 186"/>
                  <a:gd name="T86" fmla="*/ 45 w 187"/>
                  <a:gd name="T87" fmla="*/ 83 h 186"/>
                  <a:gd name="T88" fmla="*/ 41 w 187"/>
                  <a:gd name="T89" fmla="*/ 81 h 186"/>
                  <a:gd name="T90" fmla="*/ 40 w 187"/>
                  <a:gd name="T91" fmla="*/ 84 h 186"/>
                  <a:gd name="T92" fmla="*/ 34 w 187"/>
                  <a:gd name="T93" fmla="*/ 69 h 186"/>
                  <a:gd name="T94" fmla="*/ 34 w 187"/>
                  <a:gd name="T95" fmla="*/ 53 h 186"/>
                  <a:gd name="T96" fmla="*/ 41 w 187"/>
                  <a:gd name="T97" fmla="*/ 36 h 186"/>
                  <a:gd name="T98" fmla="*/ 40 w 187"/>
                  <a:gd name="T99" fmla="*/ 26 h 186"/>
                  <a:gd name="T100" fmla="*/ 84 w 187"/>
                  <a:gd name="T101" fmla="*/ 7 h 186"/>
                  <a:gd name="T102" fmla="*/ 100 w 187"/>
                  <a:gd name="T103" fmla="*/ 0 h 186"/>
                  <a:gd name="T104" fmla="*/ 58 w 187"/>
                  <a:gd name="T105" fmla="*/ 7 h 186"/>
                  <a:gd name="T106" fmla="*/ 27 w 187"/>
                  <a:gd name="T107" fmla="*/ 27 h 186"/>
                  <a:gd name="T108" fmla="*/ 6 w 187"/>
                  <a:gd name="T109" fmla="*/ 59 h 186"/>
                  <a:gd name="T110" fmla="*/ 99 w 187"/>
                  <a:gd name="T111" fmla="*/ 117 h 186"/>
                  <a:gd name="T112" fmla="*/ 86 w 187"/>
                  <a:gd name="T113" fmla="*/ 103 h 186"/>
                  <a:gd name="T114" fmla="*/ 83 w 187"/>
                  <a:gd name="T115" fmla="*/ 94 h 186"/>
                  <a:gd name="T116" fmla="*/ 67 w 187"/>
                  <a:gd name="T117" fmla="*/ 97 h 186"/>
                  <a:gd name="T118" fmla="*/ 75 w 187"/>
                  <a:gd name="T119" fmla="*/ 77 h 186"/>
                  <a:gd name="T120" fmla="*/ 92 w 187"/>
                  <a:gd name="T121" fmla="*/ 77 h 186"/>
                  <a:gd name="T122" fmla="*/ 97 w 187"/>
                  <a:gd name="T123" fmla="*/ 77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7" h="186">
                    <a:moveTo>
                      <a:pt x="100" y="186"/>
                    </a:moveTo>
                    <a:cubicBezTo>
                      <a:pt x="105" y="186"/>
                      <a:pt x="109" y="185"/>
                      <a:pt x="114" y="184"/>
                    </a:cubicBezTo>
                    <a:cubicBezTo>
                      <a:pt x="117" y="183"/>
                      <a:pt x="120" y="183"/>
                      <a:pt x="123" y="182"/>
                    </a:cubicBezTo>
                    <a:cubicBezTo>
                      <a:pt x="125" y="181"/>
                      <a:pt x="126" y="181"/>
                      <a:pt x="128" y="180"/>
                    </a:cubicBezTo>
                    <a:cubicBezTo>
                      <a:pt x="130" y="179"/>
                      <a:pt x="133" y="178"/>
                      <a:pt x="136" y="176"/>
                    </a:cubicBezTo>
                    <a:cubicBezTo>
                      <a:pt x="137" y="176"/>
                      <a:pt x="139" y="175"/>
                      <a:pt x="140" y="174"/>
                    </a:cubicBezTo>
                    <a:cubicBezTo>
                      <a:pt x="146" y="171"/>
                      <a:pt x="151" y="167"/>
                      <a:pt x="156" y="162"/>
                    </a:cubicBezTo>
                    <a:cubicBezTo>
                      <a:pt x="157" y="161"/>
                      <a:pt x="158" y="160"/>
                      <a:pt x="159" y="159"/>
                    </a:cubicBezTo>
                    <a:cubicBezTo>
                      <a:pt x="160" y="158"/>
                      <a:pt x="161" y="157"/>
                      <a:pt x="162" y="156"/>
                    </a:cubicBezTo>
                    <a:cubicBezTo>
                      <a:pt x="164" y="154"/>
                      <a:pt x="165" y="152"/>
                      <a:pt x="167" y="151"/>
                    </a:cubicBezTo>
                    <a:cubicBezTo>
                      <a:pt x="169" y="148"/>
                      <a:pt x="171" y="145"/>
                      <a:pt x="173" y="142"/>
                    </a:cubicBezTo>
                    <a:cubicBezTo>
                      <a:pt x="173" y="141"/>
                      <a:pt x="174" y="140"/>
                      <a:pt x="174" y="140"/>
                    </a:cubicBezTo>
                    <a:cubicBezTo>
                      <a:pt x="175" y="138"/>
                      <a:pt x="176" y="137"/>
                      <a:pt x="177" y="136"/>
                    </a:cubicBezTo>
                    <a:cubicBezTo>
                      <a:pt x="177" y="135"/>
                      <a:pt x="177" y="134"/>
                      <a:pt x="178" y="134"/>
                    </a:cubicBezTo>
                    <a:cubicBezTo>
                      <a:pt x="178" y="132"/>
                      <a:pt x="179" y="131"/>
                      <a:pt x="179" y="129"/>
                    </a:cubicBezTo>
                    <a:cubicBezTo>
                      <a:pt x="180" y="128"/>
                      <a:pt x="181" y="127"/>
                      <a:pt x="181" y="125"/>
                    </a:cubicBezTo>
                    <a:cubicBezTo>
                      <a:pt x="182" y="122"/>
                      <a:pt x="183" y="119"/>
                      <a:pt x="184" y="116"/>
                    </a:cubicBezTo>
                    <a:cubicBezTo>
                      <a:pt x="184" y="115"/>
                      <a:pt x="185" y="113"/>
                      <a:pt x="185" y="112"/>
                    </a:cubicBezTo>
                    <a:cubicBezTo>
                      <a:pt x="185" y="110"/>
                      <a:pt x="185" y="109"/>
                      <a:pt x="186" y="107"/>
                    </a:cubicBezTo>
                    <a:cubicBezTo>
                      <a:pt x="186" y="106"/>
                      <a:pt x="186" y="104"/>
                      <a:pt x="186" y="103"/>
                    </a:cubicBezTo>
                    <a:cubicBezTo>
                      <a:pt x="187" y="99"/>
                      <a:pt x="187" y="96"/>
                      <a:pt x="187" y="93"/>
                    </a:cubicBezTo>
                    <a:cubicBezTo>
                      <a:pt x="187" y="90"/>
                      <a:pt x="187" y="87"/>
                      <a:pt x="186" y="83"/>
                    </a:cubicBezTo>
                    <a:cubicBezTo>
                      <a:pt x="186" y="82"/>
                      <a:pt x="186" y="80"/>
                      <a:pt x="186" y="79"/>
                    </a:cubicBezTo>
                    <a:cubicBezTo>
                      <a:pt x="185" y="77"/>
                      <a:pt x="185" y="76"/>
                      <a:pt x="185" y="74"/>
                    </a:cubicBezTo>
                    <a:cubicBezTo>
                      <a:pt x="185" y="73"/>
                      <a:pt x="184" y="71"/>
                      <a:pt x="184" y="70"/>
                    </a:cubicBezTo>
                    <a:cubicBezTo>
                      <a:pt x="183" y="67"/>
                      <a:pt x="182" y="64"/>
                      <a:pt x="181" y="61"/>
                    </a:cubicBezTo>
                    <a:cubicBezTo>
                      <a:pt x="181" y="60"/>
                      <a:pt x="181" y="60"/>
                      <a:pt x="180" y="59"/>
                    </a:cubicBezTo>
                    <a:cubicBezTo>
                      <a:pt x="179" y="57"/>
                      <a:pt x="179" y="55"/>
                      <a:pt x="178" y="53"/>
                    </a:cubicBezTo>
                    <a:cubicBezTo>
                      <a:pt x="177" y="52"/>
                      <a:pt x="177" y="51"/>
                      <a:pt x="177" y="51"/>
                    </a:cubicBezTo>
                    <a:cubicBezTo>
                      <a:pt x="176" y="49"/>
                      <a:pt x="175" y="48"/>
                      <a:pt x="174" y="47"/>
                    </a:cubicBezTo>
                    <a:cubicBezTo>
                      <a:pt x="172" y="43"/>
                      <a:pt x="170" y="39"/>
                      <a:pt x="167" y="35"/>
                    </a:cubicBezTo>
                    <a:cubicBezTo>
                      <a:pt x="165" y="34"/>
                      <a:pt x="164" y="32"/>
                      <a:pt x="162" y="30"/>
                    </a:cubicBezTo>
                    <a:cubicBezTo>
                      <a:pt x="161" y="29"/>
                      <a:pt x="160" y="28"/>
                      <a:pt x="159" y="27"/>
                    </a:cubicBezTo>
                    <a:cubicBezTo>
                      <a:pt x="158" y="26"/>
                      <a:pt x="157" y="25"/>
                      <a:pt x="156" y="24"/>
                    </a:cubicBezTo>
                    <a:cubicBezTo>
                      <a:pt x="154" y="22"/>
                      <a:pt x="152" y="20"/>
                      <a:pt x="149" y="18"/>
                    </a:cubicBezTo>
                    <a:cubicBezTo>
                      <a:pt x="146" y="16"/>
                      <a:pt x="143" y="14"/>
                      <a:pt x="140" y="12"/>
                    </a:cubicBezTo>
                    <a:cubicBezTo>
                      <a:pt x="139" y="11"/>
                      <a:pt x="137" y="11"/>
                      <a:pt x="136" y="10"/>
                    </a:cubicBezTo>
                    <a:cubicBezTo>
                      <a:pt x="135" y="10"/>
                      <a:pt x="135" y="9"/>
                      <a:pt x="134" y="9"/>
                    </a:cubicBezTo>
                    <a:cubicBezTo>
                      <a:pt x="133" y="9"/>
                      <a:pt x="133" y="8"/>
                      <a:pt x="132" y="8"/>
                    </a:cubicBezTo>
                    <a:cubicBezTo>
                      <a:pt x="131" y="8"/>
                      <a:pt x="131" y="8"/>
                      <a:pt x="131" y="7"/>
                    </a:cubicBezTo>
                    <a:cubicBezTo>
                      <a:pt x="130" y="7"/>
                      <a:pt x="129" y="7"/>
                      <a:pt x="128" y="6"/>
                    </a:cubicBezTo>
                    <a:cubicBezTo>
                      <a:pt x="128" y="6"/>
                      <a:pt x="128" y="6"/>
                      <a:pt x="128" y="6"/>
                    </a:cubicBezTo>
                    <a:cubicBezTo>
                      <a:pt x="126" y="6"/>
                      <a:pt x="125" y="5"/>
                      <a:pt x="124" y="5"/>
                    </a:cubicBezTo>
                    <a:cubicBezTo>
                      <a:pt x="124" y="5"/>
                      <a:pt x="124" y="5"/>
                      <a:pt x="123" y="5"/>
                    </a:cubicBezTo>
                    <a:cubicBezTo>
                      <a:pt x="121" y="4"/>
                      <a:pt x="118" y="3"/>
                      <a:pt x="115" y="2"/>
                    </a:cubicBezTo>
                    <a:cubicBezTo>
                      <a:pt x="114" y="2"/>
                      <a:pt x="113" y="2"/>
                      <a:pt x="112" y="2"/>
                    </a:cubicBezTo>
                    <a:cubicBezTo>
                      <a:pt x="111" y="1"/>
                      <a:pt x="111" y="1"/>
                      <a:pt x="110" y="1"/>
                    </a:cubicBezTo>
                    <a:cubicBezTo>
                      <a:pt x="107" y="1"/>
                      <a:pt x="103" y="0"/>
                      <a:pt x="100" y="0"/>
                    </a:cubicBezTo>
                    <a:cubicBezTo>
                      <a:pt x="100" y="5"/>
                      <a:pt x="100" y="5"/>
                      <a:pt x="100" y="5"/>
                    </a:cubicBezTo>
                    <a:cubicBezTo>
                      <a:pt x="104" y="5"/>
                      <a:pt x="107" y="6"/>
                      <a:pt x="111" y="6"/>
                    </a:cubicBezTo>
                    <a:cubicBezTo>
                      <a:pt x="111" y="7"/>
                      <a:pt x="110" y="7"/>
                      <a:pt x="109" y="7"/>
                    </a:cubicBezTo>
                    <a:cubicBezTo>
                      <a:pt x="109" y="7"/>
                      <a:pt x="108" y="8"/>
                      <a:pt x="108" y="8"/>
                    </a:cubicBezTo>
                    <a:cubicBezTo>
                      <a:pt x="106" y="8"/>
                      <a:pt x="104" y="8"/>
                      <a:pt x="103" y="8"/>
                    </a:cubicBezTo>
                    <a:cubicBezTo>
                      <a:pt x="103" y="8"/>
                      <a:pt x="104" y="9"/>
                      <a:pt x="104" y="9"/>
                    </a:cubicBezTo>
                    <a:cubicBezTo>
                      <a:pt x="106" y="10"/>
                      <a:pt x="107" y="10"/>
                      <a:pt x="109" y="10"/>
                    </a:cubicBezTo>
                    <a:cubicBezTo>
                      <a:pt x="110" y="10"/>
                      <a:pt x="111" y="10"/>
                      <a:pt x="112" y="9"/>
                    </a:cubicBezTo>
                    <a:cubicBezTo>
                      <a:pt x="112" y="9"/>
                      <a:pt x="112" y="8"/>
                      <a:pt x="113" y="8"/>
                    </a:cubicBezTo>
                    <a:cubicBezTo>
                      <a:pt x="113" y="7"/>
                      <a:pt x="113" y="7"/>
                      <a:pt x="114" y="7"/>
                    </a:cubicBezTo>
                    <a:cubicBezTo>
                      <a:pt x="115" y="7"/>
                      <a:pt x="116" y="7"/>
                      <a:pt x="117" y="8"/>
                    </a:cubicBezTo>
                    <a:cubicBezTo>
                      <a:pt x="116" y="8"/>
                      <a:pt x="115" y="8"/>
                      <a:pt x="115" y="9"/>
                    </a:cubicBezTo>
                    <a:cubicBezTo>
                      <a:pt x="116" y="10"/>
                      <a:pt x="118" y="9"/>
                      <a:pt x="118" y="8"/>
                    </a:cubicBezTo>
                    <a:cubicBezTo>
                      <a:pt x="119" y="8"/>
                      <a:pt x="119" y="8"/>
                      <a:pt x="119" y="8"/>
                    </a:cubicBezTo>
                    <a:cubicBezTo>
                      <a:pt x="120" y="9"/>
                      <a:pt x="122" y="9"/>
                      <a:pt x="123" y="10"/>
                    </a:cubicBezTo>
                    <a:cubicBezTo>
                      <a:pt x="125" y="11"/>
                      <a:pt x="127" y="11"/>
                      <a:pt x="129" y="12"/>
                    </a:cubicBezTo>
                    <a:cubicBezTo>
                      <a:pt x="129" y="12"/>
                      <a:pt x="128" y="13"/>
                      <a:pt x="128" y="13"/>
                    </a:cubicBezTo>
                    <a:cubicBezTo>
                      <a:pt x="127" y="13"/>
                      <a:pt x="127" y="12"/>
                      <a:pt x="126" y="12"/>
                    </a:cubicBezTo>
                    <a:cubicBezTo>
                      <a:pt x="126" y="13"/>
                      <a:pt x="127" y="13"/>
                      <a:pt x="128" y="14"/>
                    </a:cubicBezTo>
                    <a:cubicBezTo>
                      <a:pt x="129" y="15"/>
                      <a:pt x="129" y="15"/>
                      <a:pt x="130" y="16"/>
                    </a:cubicBezTo>
                    <a:cubicBezTo>
                      <a:pt x="129" y="18"/>
                      <a:pt x="128" y="16"/>
                      <a:pt x="126" y="16"/>
                    </a:cubicBezTo>
                    <a:cubicBezTo>
                      <a:pt x="125" y="16"/>
                      <a:pt x="123" y="19"/>
                      <a:pt x="122" y="16"/>
                    </a:cubicBezTo>
                    <a:cubicBezTo>
                      <a:pt x="122" y="15"/>
                      <a:pt x="123" y="15"/>
                      <a:pt x="124" y="14"/>
                    </a:cubicBezTo>
                    <a:cubicBezTo>
                      <a:pt x="123" y="14"/>
                      <a:pt x="123" y="14"/>
                      <a:pt x="123" y="14"/>
                    </a:cubicBezTo>
                    <a:cubicBezTo>
                      <a:pt x="122" y="14"/>
                      <a:pt x="122" y="15"/>
                      <a:pt x="121" y="15"/>
                    </a:cubicBezTo>
                    <a:cubicBezTo>
                      <a:pt x="121" y="15"/>
                      <a:pt x="120" y="16"/>
                      <a:pt x="119" y="16"/>
                    </a:cubicBezTo>
                    <a:cubicBezTo>
                      <a:pt x="119" y="16"/>
                      <a:pt x="118" y="16"/>
                      <a:pt x="117" y="16"/>
                    </a:cubicBezTo>
                    <a:cubicBezTo>
                      <a:pt x="116" y="16"/>
                      <a:pt x="115" y="17"/>
                      <a:pt x="114" y="18"/>
                    </a:cubicBezTo>
                    <a:cubicBezTo>
                      <a:pt x="113" y="18"/>
                      <a:pt x="113" y="18"/>
                      <a:pt x="112" y="18"/>
                    </a:cubicBezTo>
                    <a:cubicBezTo>
                      <a:pt x="111" y="18"/>
                      <a:pt x="110" y="19"/>
                      <a:pt x="108" y="20"/>
                    </a:cubicBezTo>
                    <a:cubicBezTo>
                      <a:pt x="107" y="20"/>
                      <a:pt x="106" y="21"/>
                      <a:pt x="105" y="22"/>
                    </a:cubicBezTo>
                    <a:cubicBezTo>
                      <a:pt x="104" y="22"/>
                      <a:pt x="103" y="24"/>
                      <a:pt x="103" y="24"/>
                    </a:cubicBezTo>
                    <a:cubicBezTo>
                      <a:pt x="103" y="25"/>
                      <a:pt x="105" y="25"/>
                      <a:pt x="105" y="25"/>
                    </a:cubicBezTo>
                    <a:cubicBezTo>
                      <a:pt x="105" y="26"/>
                      <a:pt x="104" y="27"/>
                      <a:pt x="104" y="27"/>
                    </a:cubicBezTo>
                    <a:cubicBezTo>
                      <a:pt x="105" y="28"/>
                      <a:pt x="106" y="27"/>
                      <a:pt x="107" y="27"/>
                    </a:cubicBezTo>
                    <a:cubicBezTo>
                      <a:pt x="108" y="27"/>
                      <a:pt x="109" y="29"/>
                      <a:pt x="110" y="29"/>
                    </a:cubicBezTo>
                    <a:cubicBezTo>
                      <a:pt x="111" y="30"/>
                      <a:pt x="112" y="30"/>
                      <a:pt x="113" y="31"/>
                    </a:cubicBezTo>
                    <a:cubicBezTo>
                      <a:pt x="115" y="31"/>
                      <a:pt x="116" y="30"/>
                      <a:pt x="117" y="31"/>
                    </a:cubicBezTo>
                    <a:cubicBezTo>
                      <a:pt x="117" y="32"/>
                      <a:pt x="115" y="33"/>
                      <a:pt x="115" y="33"/>
                    </a:cubicBezTo>
                    <a:cubicBezTo>
                      <a:pt x="116" y="34"/>
                      <a:pt x="115" y="35"/>
                      <a:pt x="115" y="36"/>
                    </a:cubicBezTo>
                    <a:cubicBezTo>
                      <a:pt x="115" y="36"/>
                      <a:pt x="115" y="37"/>
                      <a:pt x="116" y="38"/>
                    </a:cubicBezTo>
                    <a:cubicBezTo>
                      <a:pt x="117" y="38"/>
                      <a:pt x="119" y="37"/>
                      <a:pt x="119" y="36"/>
                    </a:cubicBezTo>
                    <a:cubicBezTo>
                      <a:pt x="120" y="34"/>
                      <a:pt x="119" y="33"/>
                      <a:pt x="120" y="32"/>
                    </a:cubicBezTo>
                    <a:cubicBezTo>
                      <a:pt x="125" y="32"/>
                      <a:pt x="129" y="30"/>
                      <a:pt x="129" y="25"/>
                    </a:cubicBezTo>
                    <a:cubicBezTo>
                      <a:pt x="129" y="24"/>
                      <a:pt x="128" y="24"/>
                      <a:pt x="128" y="23"/>
                    </a:cubicBezTo>
                    <a:cubicBezTo>
                      <a:pt x="129" y="23"/>
                      <a:pt x="130" y="22"/>
                      <a:pt x="130" y="21"/>
                    </a:cubicBezTo>
                    <a:cubicBezTo>
                      <a:pt x="130" y="21"/>
                      <a:pt x="131" y="20"/>
                      <a:pt x="131" y="20"/>
                    </a:cubicBezTo>
                    <a:cubicBezTo>
                      <a:pt x="131" y="19"/>
                      <a:pt x="132" y="18"/>
                      <a:pt x="132" y="18"/>
                    </a:cubicBezTo>
                    <a:cubicBezTo>
                      <a:pt x="132" y="18"/>
                      <a:pt x="132" y="18"/>
                      <a:pt x="132" y="18"/>
                    </a:cubicBezTo>
                    <a:cubicBezTo>
                      <a:pt x="133" y="18"/>
                      <a:pt x="133" y="18"/>
                      <a:pt x="134" y="18"/>
                    </a:cubicBezTo>
                    <a:cubicBezTo>
                      <a:pt x="134" y="18"/>
                      <a:pt x="135" y="19"/>
                      <a:pt x="136" y="19"/>
                    </a:cubicBezTo>
                    <a:cubicBezTo>
                      <a:pt x="137" y="19"/>
                      <a:pt x="137" y="18"/>
                      <a:pt x="138" y="18"/>
                    </a:cubicBezTo>
                    <a:cubicBezTo>
                      <a:pt x="139" y="19"/>
                      <a:pt x="139" y="20"/>
                      <a:pt x="140" y="20"/>
                    </a:cubicBezTo>
                    <a:cubicBezTo>
                      <a:pt x="141" y="21"/>
                      <a:pt x="142" y="21"/>
                      <a:pt x="142" y="21"/>
                    </a:cubicBezTo>
                    <a:cubicBezTo>
                      <a:pt x="142" y="22"/>
                      <a:pt x="141" y="22"/>
                      <a:pt x="141" y="23"/>
                    </a:cubicBezTo>
                    <a:cubicBezTo>
                      <a:pt x="141" y="23"/>
                      <a:pt x="141" y="23"/>
                      <a:pt x="141" y="23"/>
                    </a:cubicBezTo>
                    <a:cubicBezTo>
                      <a:pt x="141" y="24"/>
                      <a:pt x="142" y="25"/>
                      <a:pt x="142" y="25"/>
                    </a:cubicBezTo>
                    <a:cubicBezTo>
                      <a:pt x="143" y="25"/>
                      <a:pt x="144" y="25"/>
                      <a:pt x="145" y="25"/>
                    </a:cubicBezTo>
                    <a:cubicBezTo>
                      <a:pt x="146" y="24"/>
                      <a:pt x="146" y="23"/>
                      <a:pt x="147" y="23"/>
                    </a:cubicBezTo>
                    <a:cubicBezTo>
                      <a:pt x="148" y="24"/>
                      <a:pt x="149" y="24"/>
                      <a:pt x="150" y="25"/>
                    </a:cubicBezTo>
                    <a:cubicBezTo>
                      <a:pt x="150" y="26"/>
                      <a:pt x="150" y="26"/>
                      <a:pt x="150" y="26"/>
                    </a:cubicBezTo>
                    <a:cubicBezTo>
                      <a:pt x="150" y="27"/>
                      <a:pt x="150" y="28"/>
                      <a:pt x="150" y="29"/>
                    </a:cubicBezTo>
                    <a:cubicBezTo>
                      <a:pt x="150" y="31"/>
                      <a:pt x="152" y="31"/>
                      <a:pt x="153" y="32"/>
                    </a:cubicBezTo>
                    <a:cubicBezTo>
                      <a:pt x="154" y="32"/>
                      <a:pt x="154" y="33"/>
                      <a:pt x="154" y="33"/>
                    </a:cubicBezTo>
                    <a:cubicBezTo>
                      <a:pt x="155" y="34"/>
                      <a:pt x="155" y="34"/>
                      <a:pt x="155" y="34"/>
                    </a:cubicBezTo>
                    <a:cubicBezTo>
                      <a:pt x="155" y="36"/>
                      <a:pt x="154" y="36"/>
                      <a:pt x="154" y="38"/>
                    </a:cubicBezTo>
                    <a:cubicBezTo>
                      <a:pt x="154" y="39"/>
                      <a:pt x="153" y="39"/>
                      <a:pt x="153" y="40"/>
                    </a:cubicBezTo>
                    <a:cubicBezTo>
                      <a:pt x="153" y="41"/>
                      <a:pt x="155" y="40"/>
                      <a:pt x="156" y="41"/>
                    </a:cubicBezTo>
                    <a:cubicBezTo>
                      <a:pt x="156" y="42"/>
                      <a:pt x="156" y="43"/>
                      <a:pt x="155" y="44"/>
                    </a:cubicBezTo>
                    <a:cubicBezTo>
                      <a:pt x="156" y="44"/>
                      <a:pt x="156" y="46"/>
                      <a:pt x="155" y="46"/>
                    </a:cubicBezTo>
                    <a:cubicBezTo>
                      <a:pt x="154" y="46"/>
                      <a:pt x="154" y="45"/>
                      <a:pt x="153" y="45"/>
                    </a:cubicBezTo>
                    <a:cubicBezTo>
                      <a:pt x="152" y="45"/>
                      <a:pt x="152" y="45"/>
                      <a:pt x="151" y="45"/>
                    </a:cubicBezTo>
                    <a:cubicBezTo>
                      <a:pt x="151" y="45"/>
                      <a:pt x="150" y="44"/>
                      <a:pt x="150" y="44"/>
                    </a:cubicBezTo>
                    <a:cubicBezTo>
                      <a:pt x="148" y="44"/>
                      <a:pt x="147" y="45"/>
                      <a:pt x="146" y="44"/>
                    </a:cubicBezTo>
                    <a:cubicBezTo>
                      <a:pt x="147" y="42"/>
                      <a:pt x="149" y="41"/>
                      <a:pt x="151" y="39"/>
                    </a:cubicBezTo>
                    <a:cubicBezTo>
                      <a:pt x="151" y="39"/>
                      <a:pt x="152" y="39"/>
                      <a:pt x="152" y="38"/>
                    </a:cubicBezTo>
                    <a:cubicBezTo>
                      <a:pt x="151" y="37"/>
                      <a:pt x="150" y="38"/>
                      <a:pt x="149" y="38"/>
                    </a:cubicBezTo>
                    <a:cubicBezTo>
                      <a:pt x="148" y="39"/>
                      <a:pt x="147" y="39"/>
                      <a:pt x="146" y="40"/>
                    </a:cubicBezTo>
                    <a:cubicBezTo>
                      <a:pt x="145" y="40"/>
                      <a:pt x="142" y="39"/>
                      <a:pt x="141" y="40"/>
                    </a:cubicBezTo>
                    <a:cubicBezTo>
                      <a:pt x="141" y="41"/>
                      <a:pt x="143" y="40"/>
                      <a:pt x="142" y="42"/>
                    </a:cubicBezTo>
                    <a:cubicBezTo>
                      <a:pt x="142" y="42"/>
                      <a:pt x="141" y="42"/>
                      <a:pt x="141" y="41"/>
                    </a:cubicBezTo>
                    <a:cubicBezTo>
                      <a:pt x="140" y="41"/>
                      <a:pt x="140" y="40"/>
                      <a:pt x="140" y="40"/>
                    </a:cubicBezTo>
                    <a:cubicBezTo>
                      <a:pt x="140" y="40"/>
                      <a:pt x="138" y="39"/>
                      <a:pt x="137" y="40"/>
                    </a:cubicBezTo>
                    <a:cubicBezTo>
                      <a:pt x="136" y="40"/>
                      <a:pt x="135" y="40"/>
                      <a:pt x="135" y="41"/>
                    </a:cubicBezTo>
                    <a:cubicBezTo>
                      <a:pt x="136" y="42"/>
                      <a:pt x="138" y="41"/>
                      <a:pt x="138" y="42"/>
                    </a:cubicBezTo>
                    <a:cubicBezTo>
                      <a:pt x="138" y="43"/>
                      <a:pt x="136" y="44"/>
                      <a:pt x="136" y="46"/>
                    </a:cubicBezTo>
                    <a:cubicBezTo>
                      <a:pt x="136" y="46"/>
                      <a:pt x="137" y="47"/>
                      <a:pt x="138" y="47"/>
                    </a:cubicBezTo>
                    <a:cubicBezTo>
                      <a:pt x="138" y="48"/>
                      <a:pt x="139" y="47"/>
                      <a:pt x="139" y="47"/>
                    </a:cubicBezTo>
                    <a:cubicBezTo>
                      <a:pt x="140" y="47"/>
                      <a:pt x="140" y="48"/>
                      <a:pt x="140" y="48"/>
                    </a:cubicBezTo>
                    <a:cubicBezTo>
                      <a:pt x="141" y="47"/>
                      <a:pt x="142" y="46"/>
                      <a:pt x="143" y="46"/>
                    </a:cubicBezTo>
                    <a:cubicBezTo>
                      <a:pt x="144" y="48"/>
                      <a:pt x="142" y="48"/>
                      <a:pt x="140" y="49"/>
                    </a:cubicBezTo>
                    <a:cubicBezTo>
                      <a:pt x="139" y="49"/>
                      <a:pt x="137" y="50"/>
                      <a:pt x="135" y="50"/>
                    </a:cubicBezTo>
                    <a:cubicBezTo>
                      <a:pt x="135" y="51"/>
                      <a:pt x="132" y="53"/>
                      <a:pt x="132" y="51"/>
                    </a:cubicBezTo>
                    <a:cubicBezTo>
                      <a:pt x="132" y="50"/>
                      <a:pt x="133" y="50"/>
                      <a:pt x="133" y="49"/>
                    </a:cubicBezTo>
                    <a:cubicBezTo>
                      <a:pt x="132" y="49"/>
                      <a:pt x="130" y="50"/>
                      <a:pt x="129" y="50"/>
                    </a:cubicBezTo>
                    <a:cubicBezTo>
                      <a:pt x="127" y="51"/>
                      <a:pt x="124" y="51"/>
                      <a:pt x="123" y="54"/>
                    </a:cubicBezTo>
                    <a:cubicBezTo>
                      <a:pt x="123" y="54"/>
                      <a:pt x="123" y="55"/>
                      <a:pt x="123" y="55"/>
                    </a:cubicBezTo>
                    <a:cubicBezTo>
                      <a:pt x="123" y="56"/>
                      <a:pt x="121" y="56"/>
                      <a:pt x="121" y="56"/>
                    </a:cubicBezTo>
                    <a:cubicBezTo>
                      <a:pt x="120" y="56"/>
                      <a:pt x="119" y="57"/>
                      <a:pt x="118" y="57"/>
                    </a:cubicBezTo>
                    <a:cubicBezTo>
                      <a:pt x="118" y="57"/>
                      <a:pt x="117" y="57"/>
                      <a:pt x="117" y="57"/>
                    </a:cubicBezTo>
                    <a:cubicBezTo>
                      <a:pt x="116" y="58"/>
                      <a:pt x="116" y="59"/>
                      <a:pt x="115" y="59"/>
                    </a:cubicBezTo>
                    <a:cubicBezTo>
                      <a:pt x="114" y="60"/>
                      <a:pt x="114" y="60"/>
                      <a:pt x="113" y="60"/>
                    </a:cubicBezTo>
                    <a:cubicBezTo>
                      <a:pt x="113" y="61"/>
                      <a:pt x="113" y="62"/>
                      <a:pt x="112" y="62"/>
                    </a:cubicBezTo>
                    <a:cubicBezTo>
                      <a:pt x="111" y="62"/>
                      <a:pt x="111" y="62"/>
                      <a:pt x="110" y="62"/>
                    </a:cubicBezTo>
                    <a:cubicBezTo>
                      <a:pt x="110" y="63"/>
                      <a:pt x="111" y="65"/>
                      <a:pt x="110" y="66"/>
                    </a:cubicBezTo>
                    <a:cubicBezTo>
                      <a:pt x="109" y="67"/>
                      <a:pt x="108" y="68"/>
                      <a:pt x="106" y="69"/>
                    </a:cubicBezTo>
                    <a:cubicBezTo>
                      <a:pt x="105" y="69"/>
                      <a:pt x="105" y="69"/>
                      <a:pt x="103" y="70"/>
                    </a:cubicBezTo>
                    <a:cubicBezTo>
                      <a:pt x="103" y="70"/>
                      <a:pt x="102" y="71"/>
                      <a:pt x="101" y="72"/>
                    </a:cubicBezTo>
                    <a:cubicBezTo>
                      <a:pt x="101" y="72"/>
                      <a:pt x="100" y="72"/>
                      <a:pt x="100" y="73"/>
                    </a:cubicBezTo>
                    <a:cubicBezTo>
                      <a:pt x="100" y="116"/>
                      <a:pt x="100" y="116"/>
                      <a:pt x="100" y="116"/>
                    </a:cubicBezTo>
                    <a:cubicBezTo>
                      <a:pt x="100" y="116"/>
                      <a:pt x="101" y="115"/>
                      <a:pt x="101" y="115"/>
                    </a:cubicBezTo>
                    <a:cubicBezTo>
                      <a:pt x="102" y="114"/>
                      <a:pt x="102" y="113"/>
                      <a:pt x="103" y="112"/>
                    </a:cubicBezTo>
                    <a:cubicBezTo>
                      <a:pt x="104" y="112"/>
                      <a:pt x="105" y="112"/>
                      <a:pt x="106" y="111"/>
                    </a:cubicBezTo>
                    <a:cubicBezTo>
                      <a:pt x="107" y="111"/>
                      <a:pt x="107" y="111"/>
                      <a:pt x="108" y="110"/>
                    </a:cubicBezTo>
                    <a:cubicBezTo>
                      <a:pt x="108" y="110"/>
                      <a:pt x="109" y="109"/>
                      <a:pt x="109" y="110"/>
                    </a:cubicBezTo>
                    <a:cubicBezTo>
                      <a:pt x="110" y="111"/>
                      <a:pt x="108" y="111"/>
                      <a:pt x="109" y="112"/>
                    </a:cubicBezTo>
                    <a:cubicBezTo>
                      <a:pt x="110" y="113"/>
                      <a:pt x="111" y="111"/>
                      <a:pt x="112" y="111"/>
                    </a:cubicBezTo>
                    <a:cubicBezTo>
                      <a:pt x="112" y="111"/>
                      <a:pt x="114" y="111"/>
                      <a:pt x="114" y="112"/>
                    </a:cubicBezTo>
                    <a:cubicBezTo>
                      <a:pt x="115" y="112"/>
                      <a:pt x="115" y="113"/>
                      <a:pt x="116" y="113"/>
                    </a:cubicBezTo>
                    <a:cubicBezTo>
                      <a:pt x="117" y="113"/>
                      <a:pt x="117" y="113"/>
                      <a:pt x="118" y="113"/>
                    </a:cubicBezTo>
                    <a:cubicBezTo>
                      <a:pt x="119" y="113"/>
                      <a:pt x="120" y="114"/>
                      <a:pt x="121" y="114"/>
                    </a:cubicBezTo>
                    <a:cubicBezTo>
                      <a:pt x="122" y="114"/>
                      <a:pt x="122" y="113"/>
                      <a:pt x="123" y="113"/>
                    </a:cubicBezTo>
                    <a:cubicBezTo>
                      <a:pt x="125" y="112"/>
                      <a:pt x="125" y="113"/>
                      <a:pt x="126" y="114"/>
                    </a:cubicBezTo>
                    <a:cubicBezTo>
                      <a:pt x="127" y="114"/>
                      <a:pt x="127" y="113"/>
                      <a:pt x="128" y="113"/>
                    </a:cubicBezTo>
                    <a:cubicBezTo>
                      <a:pt x="127" y="114"/>
                      <a:pt x="128" y="115"/>
                      <a:pt x="128" y="115"/>
                    </a:cubicBezTo>
                    <a:cubicBezTo>
                      <a:pt x="129" y="116"/>
                      <a:pt x="128" y="116"/>
                      <a:pt x="129" y="116"/>
                    </a:cubicBezTo>
                    <a:cubicBezTo>
                      <a:pt x="129" y="117"/>
                      <a:pt x="130" y="117"/>
                      <a:pt x="131" y="117"/>
                    </a:cubicBezTo>
                    <a:cubicBezTo>
                      <a:pt x="132" y="118"/>
                      <a:pt x="132" y="119"/>
                      <a:pt x="133" y="120"/>
                    </a:cubicBezTo>
                    <a:cubicBezTo>
                      <a:pt x="134" y="121"/>
                      <a:pt x="135" y="122"/>
                      <a:pt x="136" y="122"/>
                    </a:cubicBezTo>
                    <a:cubicBezTo>
                      <a:pt x="137" y="122"/>
                      <a:pt x="138" y="121"/>
                      <a:pt x="139" y="121"/>
                    </a:cubicBezTo>
                    <a:cubicBezTo>
                      <a:pt x="141" y="122"/>
                      <a:pt x="143" y="123"/>
                      <a:pt x="144" y="124"/>
                    </a:cubicBezTo>
                    <a:cubicBezTo>
                      <a:pt x="145" y="124"/>
                      <a:pt x="146" y="125"/>
                      <a:pt x="146" y="126"/>
                    </a:cubicBezTo>
                    <a:cubicBezTo>
                      <a:pt x="146" y="126"/>
                      <a:pt x="146" y="127"/>
                      <a:pt x="146" y="127"/>
                    </a:cubicBezTo>
                    <a:cubicBezTo>
                      <a:pt x="147" y="129"/>
                      <a:pt x="148" y="129"/>
                      <a:pt x="148" y="131"/>
                    </a:cubicBezTo>
                    <a:cubicBezTo>
                      <a:pt x="148" y="132"/>
                      <a:pt x="149" y="132"/>
                      <a:pt x="149" y="133"/>
                    </a:cubicBezTo>
                    <a:cubicBezTo>
                      <a:pt x="150" y="133"/>
                      <a:pt x="151" y="134"/>
                      <a:pt x="151" y="134"/>
                    </a:cubicBezTo>
                    <a:cubicBezTo>
                      <a:pt x="152" y="134"/>
                      <a:pt x="152" y="134"/>
                      <a:pt x="152" y="134"/>
                    </a:cubicBezTo>
                    <a:cubicBezTo>
                      <a:pt x="154" y="134"/>
                      <a:pt x="154" y="134"/>
                      <a:pt x="155" y="135"/>
                    </a:cubicBezTo>
                    <a:cubicBezTo>
                      <a:pt x="156" y="135"/>
                      <a:pt x="157" y="135"/>
                      <a:pt x="157" y="135"/>
                    </a:cubicBezTo>
                    <a:cubicBezTo>
                      <a:pt x="158" y="136"/>
                      <a:pt x="158" y="137"/>
                      <a:pt x="158" y="137"/>
                    </a:cubicBezTo>
                    <a:cubicBezTo>
                      <a:pt x="159" y="137"/>
                      <a:pt x="160" y="137"/>
                      <a:pt x="160" y="137"/>
                    </a:cubicBezTo>
                    <a:cubicBezTo>
                      <a:pt x="161" y="137"/>
                      <a:pt x="163" y="138"/>
                      <a:pt x="164" y="138"/>
                    </a:cubicBezTo>
                    <a:cubicBezTo>
                      <a:pt x="164" y="138"/>
                      <a:pt x="165" y="138"/>
                      <a:pt x="165" y="138"/>
                    </a:cubicBezTo>
                    <a:cubicBezTo>
                      <a:pt x="167" y="138"/>
                      <a:pt x="168" y="139"/>
                      <a:pt x="169" y="139"/>
                    </a:cubicBezTo>
                    <a:cubicBezTo>
                      <a:pt x="156" y="159"/>
                      <a:pt x="137" y="173"/>
                      <a:pt x="114" y="179"/>
                    </a:cubicBezTo>
                    <a:cubicBezTo>
                      <a:pt x="114" y="178"/>
                      <a:pt x="114" y="177"/>
                      <a:pt x="114" y="176"/>
                    </a:cubicBezTo>
                    <a:cubicBezTo>
                      <a:pt x="114" y="174"/>
                      <a:pt x="114" y="173"/>
                      <a:pt x="114" y="171"/>
                    </a:cubicBezTo>
                    <a:cubicBezTo>
                      <a:pt x="113" y="170"/>
                      <a:pt x="113" y="168"/>
                      <a:pt x="113" y="167"/>
                    </a:cubicBezTo>
                    <a:cubicBezTo>
                      <a:pt x="112" y="166"/>
                      <a:pt x="110" y="165"/>
                      <a:pt x="109" y="164"/>
                    </a:cubicBezTo>
                    <a:cubicBezTo>
                      <a:pt x="108" y="164"/>
                      <a:pt x="107" y="163"/>
                      <a:pt x="107" y="163"/>
                    </a:cubicBezTo>
                    <a:cubicBezTo>
                      <a:pt x="105" y="162"/>
                      <a:pt x="102" y="161"/>
                      <a:pt x="101" y="159"/>
                    </a:cubicBezTo>
                    <a:cubicBezTo>
                      <a:pt x="101" y="159"/>
                      <a:pt x="101" y="158"/>
                      <a:pt x="101" y="157"/>
                    </a:cubicBezTo>
                    <a:cubicBezTo>
                      <a:pt x="100" y="157"/>
                      <a:pt x="100" y="156"/>
                      <a:pt x="100" y="156"/>
                    </a:cubicBezTo>
                    <a:lnTo>
                      <a:pt x="100" y="186"/>
                    </a:lnTo>
                    <a:close/>
                    <a:moveTo>
                      <a:pt x="2" y="74"/>
                    </a:moveTo>
                    <a:cubicBezTo>
                      <a:pt x="2" y="76"/>
                      <a:pt x="1" y="77"/>
                      <a:pt x="1" y="79"/>
                    </a:cubicBezTo>
                    <a:cubicBezTo>
                      <a:pt x="1" y="80"/>
                      <a:pt x="1" y="82"/>
                      <a:pt x="0" y="83"/>
                    </a:cubicBezTo>
                    <a:cubicBezTo>
                      <a:pt x="0" y="87"/>
                      <a:pt x="0" y="90"/>
                      <a:pt x="0" y="93"/>
                    </a:cubicBezTo>
                    <a:cubicBezTo>
                      <a:pt x="0" y="96"/>
                      <a:pt x="0" y="99"/>
                      <a:pt x="0" y="103"/>
                    </a:cubicBezTo>
                    <a:cubicBezTo>
                      <a:pt x="1" y="104"/>
                      <a:pt x="1" y="106"/>
                      <a:pt x="1" y="107"/>
                    </a:cubicBezTo>
                    <a:cubicBezTo>
                      <a:pt x="1" y="109"/>
                      <a:pt x="2" y="110"/>
                      <a:pt x="2" y="112"/>
                    </a:cubicBezTo>
                    <a:cubicBezTo>
                      <a:pt x="2" y="113"/>
                      <a:pt x="3" y="115"/>
                      <a:pt x="3" y="116"/>
                    </a:cubicBezTo>
                    <a:cubicBezTo>
                      <a:pt x="4" y="119"/>
                      <a:pt x="5" y="122"/>
                      <a:pt x="6" y="125"/>
                    </a:cubicBezTo>
                    <a:cubicBezTo>
                      <a:pt x="6" y="127"/>
                      <a:pt x="7" y="128"/>
                      <a:pt x="7" y="129"/>
                    </a:cubicBezTo>
                    <a:cubicBezTo>
                      <a:pt x="8" y="131"/>
                      <a:pt x="9" y="132"/>
                      <a:pt x="9" y="134"/>
                    </a:cubicBezTo>
                    <a:cubicBezTo>
                      <a:pt x="10" y="134"/>
                      <a:pt x="10" y="135"/>
                      <a:pt x="10" y="136"/>
                    </a:cubicBezTo>
                    <a:cubicBezTo>
                      <a:pt x="11" y="137"/>
                      <a:pt x="12" y="138"/>
                      <a:pt x="12" y="140"/>
                    </a:cubicBezTo>
                    <a:cubicBezTo>
                      <a:pt x="15" y="143"/>
                      <a:pt x="17" y="147"/>
                      <a:pt x="20" y="151"/>
                    </a:cubicBezTo>
                    <a:cubicBezTo>
                      <a:pt x="21" y="152"/>
                      <a:pt x="23" y="154"/>
                      <a:pt x="24" y="156"/>
                    </a:cubicBezTo>
                    <a:cubicBezTo>
                      <a:pt x="25" y="157"/>
                      <a:pt x="26" y="158"/>
                      <a:pt x="27" y="159"/>
                    </a:cubicBezTo>
                    <a:cubicBezTo>
                      <a:pt x="28" y="160"/>
                      <a:pt x="29" y="161"/>
                      <a:pt x="31" y="162"/>
                    </a:cubicBezTo>
                    <a:cubicBezTo>
                      <a:pt x="36" y="167"/>
                      <a:pt x="41" y="171"/>
                      <a:pt x="47" y="174"/>
                    </a:cubicBezTo>
                    <a:cubicBezTo>
                      <a:pt x="48" y="175"/>
                      <a:pt x="50" y="176"/>
                      <a:pt x="51" y="176"/>
                    </a:cubicBezTo>
                    <a:cubicBezTo>
                      <a:pt x="54" y="178"/>
                      <a:pt x="56" y="179"/>
                      <a:pt x="59" y="180"/>
                    </a:cubicBezTo>
                    <a:cubicBezTo>
                      <a:pt x="61" y="181"/>
                      <a:pt x="62" y="181"/>
                      <a:pt x="63" y="182"/>
                    </a:cubicBezTo>
                    <a:cubicBezTo>
                      <a:pt x="73" y="185"/>
                      <a:pt x="83" y="186"/>
                      <a:pt x="93" y="186"/>
                    </a:cubicBezTo>
                    <a:cubicBezTo>
                      <a:pt x="96" y="186"/>
                      <a:pt x="98" y="186"/>
                      <a:pt x="100" y="186"/>
                    </a:cubicBezTo>
                    <a:cubicBezTo>
                      <a:pt x="100" y="156"/>
                      <a:pt x="100" y="156"/>
                      <a:pt x="100" y="156"/>
                    </a:cubicBezTo>
                    <a:cubicBezTo>
                      <a:pt x="99" y="156"/>
                      <a:pt x="99" y="155"/>
                      <a:pt x="99" y="154"/>
                    </a:cubicBezTo>
                    <a:cubicBezTo>
                      <a:pt x="97" y="153"/>
                      <a:pt x="96" y="150"/>
                      <a:pt x="95" y="148"/>
                    </a:cubicBezTo>
                    <a:cubicBezTo>
                      <a:pt x="95" y="147"/>
                      <a:pt x="94" y="146"/>
                      <a:pt x="93" y="145"/>
                    </a:cubicBezTo>
                    <a:cubicBezTo>
                      <a:pt x="93" y="145"/>
                      <a:pt x="92" y="144"/>
                      <a:pt x="91" y="144"/>
                    </a:cubicBezTo>
                    <a:cubicBezTo>
                      <a:pt x="91" y="143"/>
                      <a:pt x="90" y="142"/>
                      <a:pt x="91" y="141"/>
                    </a:cubicBezTo>
                    <a:cubicBezTo>
                      <a:pt x="91" y="140"/>
                      <a:pt x="93" y="139"/>
                      <a:pt x="93" y="138"/>
                    </a:cubicBezTo>
                    <a:cubicBezTo>
                      <a:pt x="93" y="138"/>
                      <a:pt x="92" y="137"/>
                      <a:pt x="91" y="136"/>
                    </a:cubicBezTo>
                    <a:cubicBezTo>
                      <a:pt x="91" y="135"/>
                      <a:pt x="92" y="134"/>
                      <a:pt x="92" y="133"/>
                    </a:cubicBezTo>
                    <a:cubicBezTo>
                      <a:pt x="92" y="132"/>
                      <a:pt x="93" y="132"/>
                      <a:pt x="93" y="131"/>
                    </a:cubicBezTo>
                    <a:cubicBezTo>
                      <a:pt x="93" y="131"/>
                      <a:pt x="94" y="131"/>
                      <a:pt x="94" y="130"/>
                    </a:cubicBezTo>
                    <a:cubicBezTo>
                      <a:pt x="95" y="130"/>
                      <a:pt x="95" y="129"/>
                      <a:pt x="95" y="129"/>
                    </a:cubicBezTo>
                    <a:cubicBezTo>
                      <a:pt x="96" y="128"/>
                      <a:pt x="97" y="127"/>
                      <a:pt x="98" y="126"/>
                    </a:cubicBezTo>
                    <a:cubicBezTo>
                      <a:pt x="98" y="126"/>
                      <a:pt x="98" y="122"/>
                      <a:pt x="98" y="121"/>
                    </a:cubicBezTo>
                    <a:cubicBezTo>
                      <a:pt x="98" y="120"/>
                      <a:pt x="97" y="119"/>
                      <a:pt x="97" y="119"/>
                    </a:cubicBezTo>
                    <a:cubicBezTo>
                      <a:pt x="96" y="117"/>
                      <a:pt x="96" y="116"/>
                      <a:pt x="95" y="116"/>
                    </a:cubicBezTo>
                    <a:cubicBezTo>
                      <a:pt x="94" y="116"/>
                      <a:pt x="93" y="117"/>
                      <a:pt x="93" y="117"/>
                    </a:cubicBezTo>
                    <a:cubicBezTo>
                      <a:pt x="93" y="118"/>
                      <a:pt x="93" y="119"/>
                      <a:pt x="92" y="119"/>
                    </a:cubicBezTo>
                    <a:cubicBezTo>
                      <a:pt x="91" y="119"/>
                      <a:pt x="91" y="118"/>
                      <a:pt x="89" y="118"/>
                    </a:cubicBezTo>
                    <a:cubicBezTo>
                      <a:pt x="89" y="117"/>
                      <a:pt x="88" y="117"/>
                      <a:pt x="88" y="117"/>
                    </a:cubicBezTo>
                    <a:cubicBezTo>
                      <a:pt x="87" y="117"/>
                      <a:pt x="86" y="115"/>
                      <a:pt x="85" y="115"/>
                    </a:cubicBezTo>
                    <a:cubicBezTo>
                      <a:pt x="84" y="114"/>
                      <a:pt x="84" y="115"/>
                      <a:pt x="83" y="114"/>
                    </a:cubicBezTo>
                    <a:cubicBezTo>
                      <a:pt x="83" y="113"/>
                      <a:pt x="83" y="112"/>
                      <a:pt x="83" y="112"/>
                    </a:cubicBezTo>
                    <a:cubicBezTo>
                      <a:pt x="82" y="111"/>
                      <a:pt x="81" y="109"/>
                      <a:pt x="80" y="108"/>
                    </a:cubicBezTo>
                    <a:cubicBezTo>
                      <a:pt x="79" y="108"/>
                      <a:pt x="78" y="108"/>
                      <a:pt x="77" y="108"/>
                    </a:cubicBezTo>
                    <a:cubicBezTo>
                      <a:pt x="76" y="107"/>
                      <a:pt x="76" y="107"/>
                      <a:pt x="75" y="107"/>
                    </a:cubicBezTo>
                    <a:cubicBezTo>
                      <a:pt x="74" y="107"/>
                      <a:pt x="74" y="107"/>
                      <a:pt x="73" y="107"/>
                    </a:cubicBezTo>
                    <a:cubicBezTo>
                      <a:pt x="71" y="106"/>
                      <a:pt x="70" y="102"/>
                      <a:pt x="68" y="103"/>
                    </a:cubicBezTo>
                    <a:cubicBezTo>
                      <a:pt x="67" y="103"/>
                      <a:pt x="66" y="104"/>
                      <a:pt x="65" y="104"/>
                    </a:cubicBezTo>
                    <a:cubicBezTo>
                      <a:pt x="64" y="104"/>
                      <a:pt x="62" y="103"/>
                      <a:pt x="61" y="102"/>
                    </a:cubicBezTo>
                    <a:cubicBezTo>
                      <a:pt x="60" y="102"/>
                      <a:pt x="58" y="101"/>
                      <a:pt x="57" y="101"/>
                    </a:cubicBezTo>
                    <a:cubicBezTo>
                      <a:pt x="57" y="100"/>
                      <a:pt x="56" y="100"/>
                      <a:pt x="55" y="99"/>
                    </a:cubicBezTo>
                    <a:cubicBezTo>
                      <a:pt x="55" y="99"/>
                      <a:pt x="54" y="99"/>
                      <a:pt x="54" y="99"/>
                    </a:cubicBezTo>
                    <a:cubicBezTo>
                      <a:pt x="53" y="99"/>
                      <a:pt x="52" y="98"/>
                      <a:pt x="51" y="97"/>
                    </a:cubicBezTo>
                    <a:cubicBezTo>
                      <a:pt x="51" y="97"/>
                      <a:pt x="50" y="96"/>
                      <a:pt x="50" y="95"/>
                    </a:cubicBezTo>
                    <a:cubicBezTo>
                      <a:pt x="50" y="95"/>
                      <a:pt x="51" y="94"/>
                      <a:pt x="51" y="93"/>
                    </a:cubicBezTo>
                    <a:cubicBezTo>
                      <a:pt x="51" y="91"/>
                      <a:pt x="49" y="89"/>
                      <a:pt x="48" y="88"/>
                    </a:cubicBezTo>
                    <a:cubicBezTo>
                      <a:pt x="47" y="87"/>
                      <a:pt x="46" y="86"/>
                      <a:pt x="45" y="85"/>
                    </a:cubicBezTo>
                    <a:cubicBezTo>
                      <a:pt x="45" y="84"/>
                      <a:pt x="45" y="84"/>
                      <a:pt x="45" y="83"/>
                    </a:cubicBezTo>
                    <a:cubicBezTo>
                      <a:pt x="45" y="83"/>
                      <a:pt x="44" y="82"/>
                      <a:pt x="44" y="81"/>
                    </a:cubicBezTo>
                    <a:cubicBezTo>
                      <a:pt x="43" y="80"/>
                      <a:pt x="42" y="79"/>
                      <a:pt x="42" y="78"/>
                    </a:cubicBezTo>
                    <a:cubicBezTo>
                      <a:pt x="42" y="77"/>
                      <a:pt x="42" y="76"/>
                      <a:pt x="42" y="75"/>
                    </a:cubicBezTo>
                    <a:cubicBezTo>
                      <a:pt x="41" y="73"/>
                      <a:pt x="38" y="74"/>
                      <a:pt x="39" y="76"/>
                    </a:cubicBezTo>
                    <a:cubicBezTo>
                      <a:pt x="39" y="77"/>
                      <a:pt x="40" y="78"/>
                      <a:pt x="40" y="79"/>
                    </a:cubicBezTo>
                    <a:cubicBezTo>
                      <a:pt x="40" y="79"/>
                      <a:pt x="40" y="80"/>
                      <a:pt x="41" y="81"/>
                    </a:cubicBezTo>
                    <a:cubicBezTo>
                      <a:pt x="41" y="82"/>
                      <a:pt x="42" y="82"/>
                      <a:pt x="42" y="83"/>
                    </a:cubicBezTo>
                    <a:cubicBezTo>
                      <a:pt x="42" y="85"/>
                      <a:pt x="42" y="86"/>
                      <a:pt x="43" y="87"/>
                    </a:cubicBezTo>
                    <a:cubicBezTo>
                      <a:pt x="43" y="88"/>
                      <a:pt x="44" y="88"/>
                      <a:pt x="44" y="89"/>
                    </a:cubicBezTo>
                    <a:cubicBezTo>
                      <a:pt x="43" y="90"/>
                      <a:pt x="42" y="89"/>
                      <a:pt x="42" y="88"/>
                    </a:cubicBezTo>
                    <a:cubicBezTo>
                      <a:pt x="41" y="88"/>
                      <a:pt x="40" y="87"/>
                      <a:pt x="40" y="86"/>
                    </a:cubicBezTo>
                    <a:cubicBezTo>
                      <a:pt x="40" y="86"/>
                      <a:pt x="40" y="85"/>
                      <a:pt x="40" y="84"/>
                    </a:cubicBezTo>
                    <a:cubicBezTo>
                      <a:pt x="40" y="83"/>
                      <a:pt x="37" y="83"/>
                      <a:pt x="37" y="81"/>
                    </a:cubicBezTo>
                    <a:cubicBezTo>
                      <a:pt x="37" y="81"/>
                      <a:pt x="38" y="80"/>
                      <a:pt x="38" y="80"/>
                    </a:cubicBezTo>
                    <a:cubicBezTo>
                      <a:pt x="38" y="79"/>
                      <a:pt x="37" y="78"/>
                      <a:pt x="37" y="77"/>
                    </a:cubicBezTo>
                    <a:cubicBezTo>
                      <a:pt x="36" y="76"/>
                      <a:pt x="36" y="75"/>
                      <a:pt x="36" y="74"/>
                    </a:cubicBezTo>
                    <a:cubicBezTo>
                      <a:pt x="36" y="73"/>
                      <a:pt x="36" y="72"/>
                      <a:pt x="36" y="71"/>
                    </a:cubicBezTo>
                    <a:cubicBezTo>
                      <a:pt x="36" y="70"/>
                      <a:pt x="35" y="69"/>
                      <a:pt x="34" y="69"/>
                    </a:cubicBezTo>
                    <a:cubicBezTo>
                      <a:pt x="33" y="69"/>
                      <a:pt x="32" y="69"/>
                      <a:pt x="32" y="68"/>
                    </a:cubicBezTo>
                    <a:cubicBezTo>
                      <a:pt x="32" y="67"/>
                      <a:pt x="31" y="66"/>
                      <a:pt x="31" y="65"/>
                    </a:cubicBezTo>
                    <a:cubicBezTo>
                      <a:pt x="31" y="64"/>
                      <a:pt x="31" y="63"/>
                      <a:pt x="31" y="62"/>
                    </a:cubicBezTo>
                    <a:cubicBezTo>
                      <a:pt x="31" y="60"/>
                      <a:pt x="31" y="59"/>
                      <a:pt x="31" y="58"/>
                    </a:cubicBezTo>
                    <a:cubicBezTo>
                      <a:pt x="32" y="57"/>
                      <a:pt x="33" y="56"/>
                      <a:pt x="33" y="55"/>
                    </a:cubicBezTo>
                    <a:cubicBezTo>
                      <a:pt x="34" y="55"/>
                      <a:pt x="34" y="54"/>
                      <a:pt x="34" y="53"/>
                    </a:cubicBezTo>
                    <a:cubicBezTo>
                      <a:pt x="35" y="52"/>
                      <a:pt x="36" y="51"/>
                      <a:pt x="37" y="49"/>
                    </a:cubicBezTo>
                    <a:cubicBezTo>
                      <a:pt x="39" y="48"/>
                      <a:pt x="40" y="47"/>
                      <a:pt x="40" y="45"/>
                    </a:cubicBezTo>
                    <a:cubicBezTo>
                      <a:pt x="41" y="44"/>
                      <a:pt x="41" y="43"/>
                      <a:pt x="41" y="43"/>
                    </a:cubicBezTo>
                    <a:cubicBezTo>
                      <a:pt x="41" y="42"/>
                      <a:pt x="39" y="41"/>
                      <a:pt x="39" y="40"/>
                    </a:cubicBezTo>
                    <a:cubicBezTo>
                      <a:pt x="39" y="39"/>
                      <a:pt x="40" y="39"/>
                      <a:pt x="41" y="38"/>
                    </a:cubicBezTo>
                    <a:cubicBezTo>
                      <a:pt x="41" y="38"/>
                      <a:pt x="41" y="37"/>
                      <a:pt x="41" y="36"/>
                    </a:cubicBezTo>
                    <a:cubicBezTo>
                      <a:pt x="41" y="35"/>
                      <a:pt x="40" y="34"/>
                      <a:pt x="41" y="33"/>
                    </a:cubicBezTo>
                    <a:cubicBezTo>
                      <a:pt x="41" y="33"/>
                      <a:pt x="42" y="32"/>
                      <a:pt x="41" y="31"/>
                    </a:cubicBezTo>
                    <a:cubicBezTo>
                      <a:pt x="41" y="30"/>
                      <a:pt x="40" y="32"/>
                      <a:pt x="39" y="31"/>
                    </a:cubicBezTo>
                    <a:cubicBezTo>
                      <a:pt x="38" y="31"/>
                      <a:pt x="39" y="30"/>
                      <a:pt x="39" y="29"/>
                    </a:cubicBezTo>
                    <a:cubicBezTo>
                      <a:pt x="39" y="28"/>
                      <a:pt x="39" y="28"/>
                      <a:pt x="39" y="28"/>
                    </a:cubicBezTo>
                    <a:cubicBezTo>
                      <a:pt x="39" y="27"/>
                      <a:pt x="40" y="26"/>
                      <a:pt x="40" y="26"/>
                    </a:cubicBezTo>
                    <a:cubicBezTo>
                      <a:pt x="39" y="26"/>
                      <a:pt x="39" y="25"/>
                      <a:pt x="38" y="24"/>
                    </a:cubicBezTo>
                    <a:cubicBezTo>
                      <a:pt x="49" y="15"/>
                      <a:pt x="63" y="9"/>
                      <a:pt x="78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78" y="6"/>
                      <a:pt x="78" y="7"/>
                      <a:pt x="78" y="7"/>
                    </a:cubicBezTo>
                    <a:cubicBezTo>
                      <a:pt x="79" y="6"/>
                      <a:pt x="80" y="7"/>
                      <a:pt x="81" y="7"/>
                    </a:cubicBezTo>
                    <a:cubicBezTo>
                      <a:pt x="82" y="7"/>
                      <a:pt x="83" y="6"/>
                      <a:pt x="84" y="7"/>
                    </a:cubicBezTo>
                    <a:cubicBezTo>
                      <a:pt x="86" y="7"/>
                      <a:pt x="88" y="9"/>
                      <a:pt x="90" y="8"/>
                    </a:cubicBezTo>
                    <a:cubicBezTo>
                      <a:pt x="90" y="7"/>
                      <a:pt x="90" y="7"/>
                      <a:pt x="90" y="6"/>
                    </a:cubicBezTo>
                    <a:cubicBezTo>
                      <a:pt x="91" y="6"/>
                      <a:pt x="91" y="5"/>
                      <a:pt x="91" y="5"/>
                    </a:cubicBezTo>
                    <a:cubicBezTo>
                      <a:pt x="92" y="5"/>
                      <a:pt x="93" y="5"/>
                      <a:pt x="93" y="5"/>
                    </a:cubicBezTo>
                    <a:cubicBezTo>
                      <a:pt x="96" y="5"/>
                      <a:pt x="98" y="5"/>
                      <a:pt x="100" y="5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98" y="0"/>
                      <a:pt x="97" y="0"/>
                      <a:pt x="95" y="0"/>
                    </a:cubicBezTo>
                    <a:cubicBezTo>
                      <a:pt x="94" y="0"/>
                      <a:pt x="94" y="0"/>
                      <a:pt x="93" y="0"/>
                    </a:cubicBezTo>
                    <a:cubicBezTo>
                      <a:pt x="92" y="0"/>
                      <a:pt x="91" y="0"/>
                      <a:pt x="90" y="0"/>
                    </a:cubicBezTo>
                    <a:cubicBezTo>
                      <a:pt x="81" y="0"/>
                      <a:pt x="72" y="2"/>
                      <a:pt x="63" y="5"/>
                    </a:cubicBezTo>
                    <a:cubicBezTo>
                      <a:pt x="62" y="5"/>
                      <a:pt x="61" y="6"/>
                      <a:pt x="59" y="6"/>
                    </a:cubicBezTo>
                    <a:cubicBezTo>
                      <a:pt x="59" y="6"/>
                      <a:pt x="58" y="6"/>
                      <a:pt x="58" y="7"/>
                    </a:cubicBezTo>
                    <a:cubicBezTo>
                      <a:pt x="57" y="7"/>
                      <a:pt x="56" y="7"/>
                      <a:pt x="55" y="8"/>
                    </a:cubicBezTo>
                    <a:cubicBezTo>
                      <a:pt x="54" y="9"/>
                      <a:pt x="52" y="9"/>
                      <a:pt x="51" y="10"/>
                    </a:cubicBezTo>
                    <a:cubicBezTo>
                      <a:pt x="49" y="11"/>
                      <a:pt x="48" y="11"/>
                      <a:pt x="47" y="12"/>
                    </a:cubicBezTo>
                    <a:cubicBezTo>
                      <a:pt x="42" y="15"/>
                      <a:pt x="37" y="19"/>
                      <a:pt x="32" y="22"/>
                    </a:cubicBezTo>
                    <a:cubicBezTo>
                      <a:pt x="32" y="23"/>
                      <a:pt x="31" y="23"/>
                      <a:pt x="31" y="24"/>
                    </a:cubicBezTo>
                    <a:cubicBezTo>
                      <a:pt x="29" y="25"/>
                      <a:pt x="28" y="26"/>
                      <a:pt x="27" y="27"/>
                    </a:cubicBezTo>
                    <a:cubicBezTo>
                      <a:pt x="26" y="28"/>
                      <a:pt x="25" y="29"/>
                      <a:pt x="24" y="30"/>
                    </a:cubicBezTo>
                    <a:cubicBezTo>
                      <a:pt x="23" y="32"/>
                      <a:pt x="21" y="34"/>
                      <a:pt x="20" y="35"/>
                    </a:cubicBezTo>
                    <a:cubicBezTo>
                      <a:pt x="17" y="39"/>
                      <a:pt x="15" y="43"/>
                      <a:pt x="12" y="47"/>
                    </a:cubicBezTo>
                    <a:cubicBezTo>
                      <a:pt x="12" y="48"/>
                      <a:pt x="11" y="49"/>
                      <a:pt x="10" y="51"/>
                    </a:cubicBezTo>
                    <a:cubicBezTo>
                      <a:pt x="10" y="51"/>
                      <a:pt x="10" y="52"/>
                      <a:pt x="9" y="53"/>
                    </a:cubicBezTo>
                    <a:cubicBezTo>
                      <a:pt x="8" y="55"/>
                      <a:pt x="7" y="57"/>
                      <a:pt x="6" y="59"/>
                    </a:cubicBezTo>
                    <a:cubicBezTo>
                      <a:pt x="6" y="60"/>
                      <a:pt x="6" y="60"/>
                      <a:pt x="6" y="61"/>
                    </a:cubicBezTo>
                    <a:cubicBezTo>
                      <a:pt x="5" y="64"/>
                      <a:pt x="4" y="67"/>
                      <a:pt x="3" y="70"/>
                    </a:cubicBezTo>
                    <a:cubicBezTo>
                      <a:pt x="3" y="71"/>
                      <a:pt x="2" y="73"/>
                      <a:pt x="2" y="74"/>
                    </a:cubicBezTo>
                    <a:close/>
                    <a:moveTo>
                      <a:pt x="100" y="73"/>
                    </a:moveTo>
                    <a:cubicBezTo>
                      <a:pt x="100" y="116"/>
                      <a:pt x="100" y="116"/>
                      <a:pt x="100" y="116"/>
                    </a:cubicBezTo>
                    <a:cubicBezTo>
                      <a:pt x="100" y="117"/>
                      <a:pt x="99" y="117"/>
                      <a:pt x="99" y="117"/>
                    </a:cubicBezTo>
                    <a:cubicBezTo>
                      <a:pt x="98" y="117"/>
                      <a:pt x="97" y="116"/>
                      <a:pt x="96" y="115"/>
                    </a:cubicBezTo>
                    <a:cubicBezTo>
                      <a:pt x="94" y="114"/>
                      <a:pt x="93" y="116"/>
                      <a:pt x="91" y="116"/>
                    </a:cubicBezTo>
                    <a:cubicBezTo>
                      <a:pt x="89" y="116"/>
                      <a:pt x="87" y="113"/>
                      <a:pt x="87" y="112"/>
                    </a:cubicBezTo>
                    <a:cubicBezTo>
                      <a:pt x="87" y="111"/>
                      <a:pt x="88" y="109"/>
                      <a:pt x="88" y="108"/>
                    </a:cubicBezTo>
                    <a:cubicBezTo>
                      <a:pt x="88" y="107"/>
                      <a:pt x="88" y="106"/>
                      <a:pt x="88" y="105"/>
                    </a:cubicBezTo>
                    <a:cubicBezTo>
                      <a:pt x="88" y="104"/>
                      <a:pt x="87" y="103"/>
                      <a:pt x="86" y="103"/>
                    </a:cubicBezTo>
                    <a:cubicBezTo>
                      <a:pt x="84" y="103"/>
                      <a:pt x="82" y="104"/>
                      <a:pt x="79" y="103"/>
                    </a:cubicBezTo>
                    <a:cubicBezTo>
                      <a:pt x="79" y="102"/>
                      <a:pt x="80" y="102"/>
                      <a:pt x="80" y="101"/>
                    </a:cubicBezTo>
                    <a:cubicBezTo>
                      <a:pt x="80" y="101"/>
                      <a:pt x="80" y="100"/>
                      <a:pt x="80" y="100"/>
                    </a:cubicBezTo>
                    <a:cubicBezTo>
                      <a:pt x="81" y="99"/>
                      <a:pt x="81" y="99"/>
                      <a:pt x="82" y="98"/>
                    </a:cubicBezTo>
                    <a:cubicBezTo>
                      <a:pt x="82" y="97"/>
                      <a:pt x="82" y="97"/>
                      <a:pt x="82" y="96"/>
                    </a:cubicBezTo>
                    <a:cubicBezTo>
                      <a:pt x="82" y="95"/>
                      <a:pt x="83" y="95"/>
                      <a:pt x="83" y="94"/>
                    </a:cubicBezTo>
                    <a:cubicBezTo>
                      <a:pt x="83" y="94"/>
                      <a:pt x="83" y="93"/>
                      <a:pt x="82" y="93"/>
                    </a:cubicBezTo>
                    <a:cubicBezTo>
                      <a:pt x="80" y="93"/>
                      <a:pt x="79" y="93"/>
                      <a:pt x="78" y="93"/>
                    </a:cubicBezTo>
                    <a:cubicBezTo>
                      <a:pt x="76" y="94"/>
                      <a:pt x="77" y="97"/>
                      <a:pt x="75" y="98"/>
                    </a:cubicBezTo>
                    <a:cubicBezTo>
                      <a:pt x="74" y="98"/>
                      <a:pt x="73" y="98"/>
                      <a:pt x="72" y="98"/>
                    </a:cubicBezTo>
                    <a:cubicBezTo>
                      <a:pt x="71" y="98"/>
                      <a:pt x="70" y="99"/>
                      <a:pt x="70" y="99"/>
                    </a:cubicBezTo>
                    <a:cubicBezTo>
                      <a:pt x="69" y="99"/>
                      <a:pt x="67" y="98"/>
                      <a:pt x="67" y="97"/>
                    </a:cubicBezTo>
                    <a:cubicBezTo>
                      <a:pt x="66" y="97"/>
                      <a:pt x="65" y="94"/>
                      <a:pt x="65" y="94"/>
                    </a:cubicBezTo>
                    <a:cubicBezTo>
                      <a:pt x="64" y="91"/>
                      <a:pt x="65" y="88"/>
                      <a:pt x="66" y="86"/>
                    </a:cubicBezTo>
                    <a:cubicBezTo>
                      <a:pt x="66" y="86"/>
                      <a:pt x="67" y="85"/>
                      <a:pt x="67" y="85"/>
                    </a:cubicBezTo>
                    <a:cubicBezTo>
                      <a:pt x="67" y="84"/>
                      <a:pt x="67" y="83"/>
                      <a:pt x="67" y="82"/>
                    </a:cubicBezTo>
                    <a:cubicBezTo>
                      <a:pt x="68" y="81"/>
                      <a:pt x="69" y="80"/>
                      <a:pt x="71" y="79"/>
                    </a:cubicBezTo>
                    <a:cubicBezTo>
                      <a:pt x="72" y="79"/>
                      <a:pt x="73" y="77"/>
                      <a:pt x="75" y="77"/>
                    </a:cubicBezTo>
                    <a:cubicBezTo>
                      <a:pt x="76" y="77"/>
                      <a:pt x="77" y="78"/>
                      <a:pt x="78" y="78"/>
                    </a:cubicBezTo>
                    <a:cubicBezTo>
                      <a:pt x="79" y="78"/>
                      <a:pt x="79" y="78"/>
                      <a:pt x="80" y="78"/>
                    </a:cubicBezTo>
                    <a:cubicBezTo>
                      <a:pt x="82" y="79"/>
                      <a:pt x="82" y="77"/>
                      <a:pt x="84" y="76"/>
                    </a:cubicBezTo>
                    <a:cubicBezTo>
                      <a:pt x="85" y="76"/>
                      <a:pt x="87" y="76"/>
                      <a:pt x="88" y="76"/>
                    </a:cubicBezTo>
                    <a:cubicBezTo>
                      <a:pt x="89" y="76"/>
                      <a:pt x="90" y="77"/>
                      <a:pt x="90" y="77"/>
                    </a:cubicBezTo>
                    <a:cubicBezTo>
                      <a:pt x="91" y="77"/>
                      <a:pt x="92" y="77"/>
                      <a:pt x="92" y="77"/>
                    </a:cubicBezTo>
                    <a:cubicBezTo>
                      <a:pt x="93" y="77"/>
                      <a:pt x="94" y="78"/>
                      <a:pt x="94" y="79"/>
                    </a:cubicBezTo>
                    <a:cubicBezTo>
                      <a:pt x="94" y="80"/>
                      <a:pt x="93" y="81"/>
                      <a:pt x="93" y="82"/>
                    </a:cubicBezTo>
                    <a:cubicBezTo>
                      <a:pt x="94" y="83"/>
                      <a:pt x="96" y="83"/>
                      <a:pt x="97" y="83"/>
                    </a:cubicBezTo>
                    <a:cubicBezTo>
                      <a:pt x="98" y="83"/>
                      <a:pt x="98" y="81"/>
                      <a:pt x="97" y="80"/>
                    </a:cubicBezTo>
                    <a:cubicBezTo>
                      <a:pt x="97" y="80"/>
                      <a:pt x="98" y="79"/>
                      <a:pt x="97" y="79"/>
                    </a:cubicBezTo>
                    <a:cubicBezTo>
                      <a:pt x="97" y="78"/>
                      <a:pt x="97" y="78"/>
                      <a:pt x="97" y="77"/>
                    </a:cubicBezTo>
                    <a:cubicBezTo>
                      <a:pt x="97" y="75"/>
                      <a:pt x="98" y="74"/>
                      <a:pt x="100" y="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29" name="Freeform 74"/>
              <p:cNvSpPr/>
              <p:nvPr/>
            </p:nvSpPr>
            <p:spPr bwMode="auto">
              <a:xfrm>
                <a:off x="-4767263" y="6270625"/>
                <a:ext cx="231775" cy="228600"/>
              </a:xfrm>
              <a:custGeom>
                <a:avLst/>
                <a:gdLst>
                  <a:gd name="T0" fmla="*/ 14 w 62"/>
                  <a:gd name="T1" fmla="*/ 56 h 61"/>
                  <a:gd name="T2" fmla="*/ 31 w 62"/>
                  <a:gd name="T3" fmla="*/ 61 h 61"/>
                  <a:gd name="T4" fmla="*/ 62 w 62"/>
                  <a:gd name="T5" fmla="*/ 31 h 61"/>
                  <a:gd name="T6" fmla="*/ 31 w 62"/>
                  <a:gd name="T7" fmla="*/ 0 h 61"/>
                  <a:gd name="T8" fmla="*/ 0 w 62"/>
                  <a:gd name="T9" fmla="*/ 26 h 61"/>
                  <a:gd name="T10" fmla="*/ 31 w 62"/>
                  <a:gd name="T11" fmla="*/ 26 h 61"/>
                  <a:gd name="T12" fmla="*/ 41 w 62"/>
                  <a:gd name="T13" fmla="*/ 26 h 61"/>
                  <a:gd name="T14" fmla="*/ 34 w 62"/>
                  <a:gd name="T15" fmla="*/ 34 h 61"/>
                  <a:gd name="T16" fmla="*/ 14 w 62"/>
                  <a:gd name="T17" fmla="*/ 56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2" h="61">
                    <a:moveTo>
                      <a:pt x="14" y="56"/>
                    </a:moveTo>
                    <a:cubicBezTo>
                      <a:pt x="19" y="60"/>
                      <a:pt x="25" y="61"/>
                      <a:pt x="31" y="61"/>
                    </a:cubicBezTo>
                    <a:cubicBezTo>
                      <a:pt x="48" y="61"/>
                      <a:pt x="62" y="48"/>
                      <a:pt x="62" y="31"/>
                    </a:cubicBezTo>
                    <a:cubicBezTo>
                      <a:pt x="62" y="14"/>
                      <a:pt x="48" y="0"/>
                      <a:pt x="31" y="0"/>
                    </a:cubicBezTo>
                    <a:cubicBezTo>
                      <a:pt x="15" y="0"/>
                      <a:pt x="3" y="11"/>
                      <a:pt x="0" y="26"/>
                    </a:cubicBezTo>
                    <a:cubicBezTo>
                      <a:pt x="31" y="26"/>
                      <a:pt x="31" y="26"/>
                      <a:pt x="31" y="26"/>
                    </a:cubicBezTo>
                    <a:cubicBezTo>
                      <a:pt x="41" y="26"/>
                      <a:pt x="41" y="26"/>
                      <a:pt x="41" y="26"/>
                    </a:cubicBezTo>
                    <a:cubicBezTo>
                      <a:pt x="34" y="34"/>
                      <a:pt x="34" y="34"/>
                      <a:pt x="34" y="34"/>
                    </a:cubicBezTo>
                    <a:lnTo>
                      <a:pt x="14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0" name="Freeform 75"/>
              <p:cNvSpPr/>
              <p:nvPr/>
            </p:nvSpPr>
            <p:spPr bwMode="auto">
              <a:xfrm>
                <a:off x="-5129213" y="6386513"/>
                <a:ext cx="477838" cy="447675"/>
              </a:xfrm>
              <a:custGeom>
                <a:avLst/>
                <a:gdLst>
                  <a:gd name="T0" fmla="*/ 57 w 127"/>
                  <a:gd name="T1" fmla="*/ 63 h 119"/>
                  <a:gd name="T2" fmla="*/ 57 w 127"/>
                  <a:gd name="T3" fmla="*/ 67 h 119"/>
                  <a:gd name="T4" fmla="*/ 57 w 127"/>
                  <a:gd name="T5" fmla="*/ 70 h 119"/>
                  <a:gd name="T6" fmla="*/ 57 w 127"/>
                  <a:gd name="T7" fmla="*/ 109 h 119"/>
                  <a:gd name="T8" fmla="*/ 42 w 127"/>
                  <a:gd name="T9" fmla="*/ 119 h 119"/>
                  <a:gd name="T10" fmla="*/ 83 w 127"/>
                  <a:gd name="T11" fmla="*/ 119 h 119"/>
                  <a:gd name="T12" fmla="*/ 70 w 127"/>
                  <a:gd name="T13" fmla="*/ 109 h 119"/>
                  <a:gd name="T14" fmla="*/ 70 w 127"/>
                  <a:gd name="T15" fmla="*/ 70 h 119"/>
                  <a:gd name="T16" fmla="*/ 70 w 127"/>
                  <a:gd name="T17" fmla="*/ 67 h 119"/>
                  <a:gd name="T18" fmla="*/ 70 w 127"/>
                  <a:gd name="T19" fmla="*/ 63 h 119"/>
                  <a:gd name="T20" fmla="*/ 106 w 127"/>
                  <a:gd name="T21" fmla="*/ 23 h 119"/>
                  <a:gd name="T22" fmla="*/ 127 w 127"/>
                  <a:gd name="T23" fmla="*/ 0 h 119"/>
                  <a:gd name="T24" fmla="*/ 96 w 127"/>
                  <a:gd name="T25" fmla="*/ 0 h 119"/>
                  <a:gd name="T26" fmla="*/ 0 w 127"/>
                  <a:gd name="T27" fmla="*/ 0 h 119"/>
                  <a:gd name="T28" fmla="*/ 57 w 127"/>
                  <a:gd name="T29" fmla="*/ 63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7" h="119">
                    <a:moveTo>
                      <a:pt x="57" y="63"/>
                    </a:moveTo>
                    <a:cubicBezTo>
                      <a:pt x="57" y="67"/>
                      <a:pt x="57" y="67"/>
                      <a:pt x="57" y="67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57" y="109"/>
                      <a:pt x="57" y="109"/>
                      <a:pt x="57" y="109"/>
                    </a:cubicBezTo>
                    <a:cubicBezTo>
                      <a:pt x="48" y="110"/>
                      <a:pt x="42" y="114"/>
                      <a:pt x="42" y="119"/>
                    </a:cubicBezTo>
                    <a:cubicBezTo>
                      <a:pt x="83" y="119"/>
                      <a:pt x="83" y="119"/>
                      <a:pt x="83" y="119"/>
                    </a:cubicBezTo>
                    <a:cubicBezTo>
                      <a:pt x="83" y="114"/>
                      <a:pt x="78" y="110"/>
                      <a:pt x="70" y="109"/>
                    </a:cubicBezTo>
                    <a:cubicBezTo>
                      <a:pt x="70" y="70"/>
                      <a:pt x="70" y="70"/>
                      <a:pt x="70" y="70"/>
                    </a:cubicBezTo>
                    <a:cubicBezTo>
                      <a:pt x="70" y="67"/>
                      <a:pt x="70" y="67"/>
                      <a:pt x="70" y="67"/>
                    </a:cubicBezTo>
                    <a:cubicBezTo>
                      <a:pt x="70" y="63"/>
                      <a:pt x="70" y="63"/>
                      <a:pt x="70" y="63"/>
                    </a:cubicBezTo>
                    <a:cubicBezTo>
                      <a:pt x="106" y="23"/>
                      <a:pt x="106" y="23"/>
                      <a:pt x="106" y="23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57" y="6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1" name="Freeform 76"/>
              <p:cNvSpPr/>
              <p:nvPr/>
            </p:nvSpPr>
            <p:spPr bwMode="auto">
              <a:xfrm>
                <a:off x="-2576513" y="8853488"/>
                <a:ext cx="539750" cy="142875"/>
              </a:xfrm>
              <a:custGeom>
                <a:avLst/>
                <a:gdLst>
                  <a:gd name="T0" fmla="*/ 222 w 340"/>
                  <a:gd name="T1" fmla="*/ 45 h 90"/>
                  <a:gd name="T2" fmla="*/ 118 w 340"/>
                  <a:gd name="T3" fmla="*/ 45 h 90"/>
                  <a:gd name="T4" fmla="*/ 118 w 340"/>
                  <a:gd name="T5" fmla="*/ 0 h 90"/>
                  <a:gd name="T6" fmla="*/ 0 w 340"/>
                  <a:gd name="T7" fmla="*/ 0 h 90"/>
                  <a:gd name="T8" fmla="*/ 0 w 340"/>
                  <a:gd name="T9" fmla="*/ 90 h 90"/>
                  <a:gd name="T10" fmla="*/ 340 w 340"/>
                  <a:gd name="T11" fmla="*/ 90 h 90"/>
                  <a:gd name="T12" fmla="*/ 340 w 340"/>
                  <a:gd name="T13" fmla="*/ 0 h 90"/>
                  <a:gd name="T14" fmla="*/ 222 w 340"/>
                  <a:gd name="T15" fmla="*/ 0 h 90"/>
                  <a:gd name="T16" fmla="*/ 222 w 340"/>
                  <a:gd name="T17" fmla="*/ 45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0" h="90">
                    <a:moveTo>
                      <a:pt x="222" y="45"/>
                    </a:moveTo>
                    <a:lnTo>
                      <a:pt x="118" y="45"/>
                    </a:lnTo>
                    <a:lnTo>
                      <a:pt x="118" y="0"/>
                    </a:lnTo>
                    <a:lnTo>
                      <a:pt x="0" y="0"/>
                    </a:lnTo>
                    <a:lnTo>
                      <a:pt x="0" y="90"/>
                    </a:lnTo>
                    <a:lnTo>
                      <a:pt x="340" y="90"/>
                    </a:lnTo>
                    <a:lnTo>
                      <a:pt x="340" y="0"/>
                    </a:lnTo>
                    <a:lnTo>
                      <a:pt x="222" y="0"/>
                    </a:lnTo>
                    <a:lnTo>
                      <a:pt x="222" y="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2" name="Rectangle 77"/>
              <p:cNvSpPr>
                <a:spLocks noChangeArrowheads="1"/>
              </p:cNvSpPr>
              <p:nvPr/>
            </p:nvSpPr>
            <p:spPr bwMode="auto">
              <a:xfrm>
                <a:off x="-2359025" y="8853488"/>
                <a:ext cx="104775" cy="412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3" name="Freeform 78"/>
              <p:cNvSpPr>
                <a:spLocks noEditPoints="1"/>
              </p:cNvSpPr>
              <p:nvPr/>
            </p:nvSpPr>
            <p:spPr bwMode="auto">
              <a:xfrm>
                <a:off x="-2576513" y="8537575"/>
                <a:ext cx="539750" cy="285750"/>
              </a:xfrm>
              <a:custGeom>
                <a:avLst/>
                <a:gdLst>
                  <a:gd name="T0" fmla="*/ 253 w 340"/>
                  <a:gd name="T1" fmla="*/ 0 h 180"/>
                  <a:gd name="T2" fmla="*/ 170 w 340"/>
                  <a:gd name="T3" fmla="*/ 0 h 180"/>
                  <a:gd name="T4" fmla="*/ 170 w 340"/>
                  <a:gd name="T5" fmla="*/ 31 h 180"/>
                  <a:gd name="T6" fmla="*/ 224 w 340"/>
                  <a:gd name="T7" fmla="*/ 31 h 180"/>
                  <a:gd name="T8" fmla="*/ 224 w 340"/>
                  <a:gd name="T9" fmla="*/ 67 h 180"/>
                  <a:gd name="T10" fmla="*/ 170 w 340"/>
                  <a:gd name="T11" fmla="*/ 67 h 180"/>
                  <a:gd name="T12" fmla="*/ 170 w 340"/>
                  <a:gd name="T13" fmla="*/ 180 h 180"/>
                  <a:gd name="T14" fmla="*/ 222 w 340"/>
                  <a:gd name="T15" fmla="*/ 180 h 180"/>
                  <a:gd name="T16" fmla="*/ 340 w 340"/>
                  <a:gd name="T17" fmla="*/ 180 h 180"/>
                  <a:gd name="T18" fmla="*/ 340 w 340"/>
                  <a:gd name="T19" fmla="*/ 67 h 180"/>
                  <a:gd name="T20" fmla="*/ 253 w 340"/>
                  <a:gd name="T21" fmla="*/ 67 h 180"/>
                  <a:gd name="T22" fmla="*/ 253 w 340"/>
                  <a:gd name="T23" fmla="*/ 0 h 180"/>
                  <a:gd name="T24" fmla="*/ 170 w 340"/>
                  <a:gd name="T25" fmla="*/ 0 h 180"/>
                  <a:gd name="T26" fmla="*/ 87 w 340"/>
                  <a:gd name="T27" fmla="*/ 0 h 180"/>
                  <a:gd name="T28" fmla="*/ 87 w 340"/>
                  <a:gd name="T29" fmla="*/ 67 h 180"/>
                  <a:gd name="T30" fmla="*/ 0 w 340"/>
                  <a:gd name="T31" fmla="*/ 67 h 180"/>
                  <a:gd name="T32" fmla="*/ 0 w 340"/>
                  <a:gd name="T33" fmla="*/ 180 h 180"/>
                  <a:gd name="T34" fmla="*/ 118 w 340"/>
                  <a:gd name="T35" fmla="*/ 180 h 180"/>
                  <a:gd name="T36" fmla="*/ 170 w 340"/>
                  <a:gd name="T37" fmla="*/ 180 h 180"/>
                  <a:gd name="T38" fmla="*/ 170 w 340"/>
                  <a:gd name="T39" fmla="*/ 67 h 180"/>
                  <a:gd name="T40" fmla="*/ 116 w 340"/>
                  <a:gd name="T41" fmla="*/ 67 h 180"/>
                  <a:gd name="T42" fmla="*/ 116 w 340"/>
                  <a:gd name="T43" fmla="*/ 67 h 180"/>
                  <a:gd name="T44" fmla="*/ 116 w 340"/>
                  <a:gd name="T45" fmla="*/ 31 h 180"/>
                  <a:gd name="T46" fmla="*/ 170 w 340"/>
                  <a:gd name="T47" fmla="*/ 31 h 180"/>
                  <a:gd name="T48" fmla="*/ 170 w 340"/>
                  <a:gd name="T49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40" h="180">
                    <a:moveTo>
                      <a:pt x="253" y="0"/>
                    </a:moveTo>
                    <a:lnTo>
                      <a:pt x="170" y="0"/>
                    </a:lnTo>
                    <a:lnTo>
                      <a:pt x="170" y="31"/>
                    </a:lnTo>
                    <a:lnTo>
                      <a:pt x="224" y="31"/>
                    </a:lnTo>
                    <a:lnTo>
                      <a:pt x="224" y="67"/>
                    </a:lnTo>
                    <a:lnTo>
                      <a:pt x="170" y="67"/>
                    </a:lnTo>
                    <a:lnTo>
                      <a:pt x="170" y="180"/>
                    </a:lnTo>
                    <a:lnTo>
                      <a:pt x="222" y="180"/>
                    </a:lnTo>
                    <a:lnTo>
                      <a:pt x="340" y="180"/>
                    </a:lnTo>
                    <a:lnTo>
                      <a:pt x="340" y="67"/>
                    </a:lnTo>
                    <a:lnTo>
                      <a:pt x="253" y="67"/>
                    </a:lnTo>
                    <a:lnTo>
                      <a:pt x="253" y="0"/>
                    </a:lnTo>
                    <a:close/>
                    <a:moveTo>
                      <a:pt x="170" y="0"/>
                    </a:moveTo>
                    <a:lnTo>
                      <a:pt x="87" y="0"/>
                    </a:lnTo>
                    <a:lnTo>
                      <a:pt x="87" y="67"/>
                    </a:lnTo>
                    <a:lnTo>
                      <a:pt x="0" y="67"/>
                    </a:lnTo>
                    <a:lnTo>
                      <a:pt x="0" y="180"/>
                    </a:lnTo>
                    <a:lnTo>
                      <a:pt x="118" y="180"/>
                    </a:lnTo>
                    <a:lnTo>
                      <a:pt x="170" y="180"/>
                    </a:lnTo>
                    <a:lnTo>
                      <a:pt x="170" y="67"/>
                    </a:lnTo>
                    <a:lnTo>
                      <a:pt x="116" y="67"/>
                    </a:lnTo>
                    <a:lnTo>
                      <a:pt x="116" y="67"/>
                    </a:lnTo>
                    <a:lnTo>
                      <a:pt x="116" y="31"/>
                    </a:lnTo>
                    <a:lnTo>
                      <a:pt x="170" y="31"/>
                    </a:lnTo>
                    <a:lnTo>
                      <a:pt x="17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4" name="Freeform 79"/>
              <p:cNvSpPr/>
              <p:nvPr/>
            </p:nvSpPr>
            <p:spPr bwMode="auto">
              <a:xfrm>
                <a:off x="-6281738" y="1944688"/>
                <a:ext cx="393700" cy="349250"/>
              </a:xfrm>
              <a:custGeom>
                <a:avLst/>
                <a:gdLst>
                  <a:gd name="T0" fmla="*/ 0 w 248"/>
                  <a:gd name="T1" fmla="*/ 88 h 220"/>
                  <a:gd name="T2" fmla="*/ 0 w 248"/>
                  <a:gd name="T3" fmla="*/ 189 h 220"/>
                  <a:gd name="T4" fmla="*/ 5 w 248"/>
                  <a:gd name="T5" fmla="*/ 189 h 220"/>
                  <a:gd name="T6" fmla="*/ 40 w 248"/>
                  <a:gd name="T7" fmla="*/ 189 h 220"/>
                  <a:gd name="T8" fmla="*/ 50 w 248"/>
                  <a:gd name="T9" fmla="*/ 189 h 220"/>
                  <a:gd name="T10" fmla="*/ 50 w 248"/>
                  <a:gd name="T11" fmla="*/ 199 h 220"/>
                  <a:gd name="T12" fmla="*/ 50 w 248"/>
                  <a:gd name="T13" fmla="*/ 220 h 220"/>
                  <a:gd name="T14" fmla="*/ 64 w 248"/>
                  <a:gd name="T15" fmla="*/ 220 h 220"/>
                  <a:gd name="T16" fmla="*/ 64 w 248"/>
                  <a:gd name="T17" fmla="*/ 199 h 220"/>
                  <a:gd name="T18" fmla="*/ 64 w 248"/>
                  <a:gd name="T19" fmla="*/ 189 h 220"/>
                  <a:gd name="T20" fmla="*/ 73 w 248"/>
                  <a:gd name="T21" fmla="*/ 189 h 220"/>
                  <a:gd name="T22" fmla="*/ 109 w 248"/>
                  <a:gd name="T23" fmla="*/ 189 h 220"/>
                  <a:gd name="T24" fmla="*/ 118 w 248"/>
                  <a:gd name="T25" fmla="*/ 189 h 220"/>
                  <a:gd name="T26" fmla="*/ 118 w 248"/>
                  <a:gd name="T27" fmla="*/ 199 h 220"/>
                  <a:gd name="T28" fmla="*/ 118 w 248"/>
                  <a:gd name="T29" fmla="*/ 220 h 220"/>
                  <a:gd name="T30" fmla="*/ 130 w 248"/>
                  <a:gd name="T31" fmla="*/ 220 h 220"/>
                  <a:gd name="T32" fmla="*/ 130 w 248"/>
                  <a:gd name="T33" fmla="*/ 199 h 220"/>
                  <a:gd name="T34" fmla="*/ 130 w 248"/>
                  <a:gd name="T35" fmla="*/ 189 h 220"/>
                  <a:gd name="T36" fmla="*/ 139 w 248"/>
                  <a:gd name="T37" fmla="*/ 189 h 220"/>
                  <a:gd name="T38" fmla="*/ 175 w 248"/>
                  <a:gd name="T39" fmla="*/ 189 h 220"/>
                  <a:gd name="T40" fmla="*/ 184 w 248"/>
                  <a:gd name="T41" fmla="*/ 189 h 220"/>
                  <a:gd name="T42" fmla="*/ 184 w 248"/>
                  <a:gd name="T43" fmla="*/ 199 h 220"/>
                  <a:gd name="T44" fmla="*/ 184 w 248"/>
                  <a:gd name="T45" fmla="*/ 220 h 220"/>
                  <a:gd name="T46" fmla="*/ 199 w 248"/>
                  <a:gd name="T47" fmla="*/ 220 h 220"/>
                  <a:gd name="T48" fmla="*/ 199 w 248"/>
                  <a:gd name="T49" fmla="*/ 199 h 220"/>
                  <a:gd name="T50" fmla="*/ 199 w 248"/>
                  <a:gd name="T51" fmla="*/ 189 h 220"/>
                  <a:gd name="T52" fmla="*/ 208 w 248"/>
                  <a:gd name="T53" fmla="*/ 189 h 220"/>
                  <a:gd name="T54" fmla="*/ 241 w 248"/>
                  <a:gd name="T55" fmla="*/ 189 h 220"/>
                  <a:gd name="T56" fmla="*/ 248 w 248"/>
                  <a:gd name="T57" fmla="*/ 189 h 220"/>
                  <a:gd name="T58" fmla="*/ 248 w 248"/>
                  <a:gd name="T59" fmla="*/ 88 h 220"/>
                  <a:gd name="T60" fmla="*/ 232 w 248"/>
                  <a:gd name="T61" fmla="*/ 88 h 220"/>
                  <a:gd name="T62" fmla="*/ 232 w 248"/>
                  <a:gd name="T63" fmla="*/ 109 h 220"/>
                  <a:gd name="T64" fmla="*/ 208 w 248"/>
                  <a:gd name="T65" fmla="*/ 109 h 220"/>
                  <a:gd name="T66" fmla="*/ 208 w 248"/>
                  <a:gd name="T67" fmla="*/ 88 h 220"/>
                  <a:gd name="T68" fmla="*/ 184 w 248"/>
                  <a:gd name="T69" fmla="*/ 88 h 220"/>
                  <a:gd name="T70" fmla="*/ 184 w 248"/>
                  <a:gd name="T71" fmla="*/ 109 h 220"/>
                  <a:gd name="T72" fmla="*/ 161 w 248"/>
                  <a:gd name="T73" fmla="*/ 109 h 220"/>
                  <a:gd name="T74" fmla="*/ 161 w 248"/>
                  <a:gd name="T75" fmla="*/ 88 h 220"/>
                  <a:gd name="T76" fmla="*/ 139 w 248"/>
                  <a:gd name="T77" fmla="*/ 88 h 220"/>
                  <a:gd name="T78" fmla="*/ 139 w 248"/>
                  <a:gd name="T79" fmla="*/ 0 h 220"/>
                  <a:gd name="T80" fmla="*/ 109 w 248"/>
                  <a:gd name="T81" fmla="*/ 0 h 220"/>
                  <a:gd name="T82" fmla="*/ 109 w 248"/>
                  <a:gd name="T83" fmla="*/ 88 h 220"/>
                  <a:gd name="T84" fmla="*/ 87 w 248"/>
                  <a:gd name="T85" fmla="*/ 88 h 220"/>
                  <a:gd name="T86" fmla="*/ 87 w 248"/>
                  <a:gd name="T87" fmla="*/ 109 h 220"/>
                  <a:gd name="T88" fmla="*/ 64 w 248"/>
                  <a:gd name="T89" fmla="*/ 109 h 220"/>
                  <a:gd name="T90" fmla="*/ 64 w 248"/>
                  <a:gd name="T91" fmla="*/ 88 h 220"/>
                  <a:gd name="T92" fmla="*/ 40 w 248"/>
                  <a:gd name="T93" fmla="*/ 88 h 220"/>
                  <a:gd name="T94" fmla="*/ 40 w 248"/>
                  <a:gd name="T95" fmla="*/ 109 h 220"/>
                  <a:gd name="T96" fmla="*/ 16 w 248"/>
                  <a:gd name="T97" fmla="*/ 109 h 220"/>
                  <a:gd name="T98" fmla="*/ 16 w 248"/>
                  <a:gd name="T99" fmla="*/ 88 h 220"/>
                  <a:gd name="T100" fmla="*/ 0 w 248"/>
                  <a:gd name="T101" fmla="*/ 88 h 2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48" h="220">
                    <a:moveTo>
                      <a:pt x="0" y="88"/>
                    </a:moveTo>
                    <a:lnTo>
                      <a:pt x="0" y="189"/>
                    </a:lnTo>
                    <a:lnTo>
                      <a:pt x="5" y="189"/>
                    </a:lnTo>
                    <a:lnTo>
                      <a:pt x="40" y="189"/>
                    </a:lnTo>
                    <a:lnTo>
                      <a:pt x="50" y="189"/>
                    </a:lnTo>
                    <a:lnTo>
                      <a:pt x="50" y="199"/>
                    </a:lnTo>
                    <a:lnTo>
                      <a:pt x="50" y="220"/>
                    </a:lnTo>
                    <a:lnTo>
                      <a:pt x="64" y="220"/>
                    </a:lnTo>
                    <a:lnTo>
                      <a:pt x="64" y="199"/>
                    </a:lnTo>
                    <a:lnTo>
                      <a:pt x="64" y="189"/>
                    </a:lnTo>
                    <a:lnTo>
                      <a:pt x="73" y="189"/>
                    </a:lnTo>
                    <a:lnTo>
                      <a:pt x="109" y="189"/>
                    </a:lnTo>
                    <a:lnTo>
                      <a:pt x="118" y="189"/>
                    </a:lnTo>
                    <a:lnTo>
                      <a:pt x="118" y="199"/>
                    </a:lnTo>
                    <a:lnTo>
                      <a:pt x="118" y="220"/>
                    </a:lnTo>
                    <a:lnTo>
                      <a:pt x="130" y="220"/>
                    </a:lnTo>
                    <a:lnTo>
                      <a:pt x="130" y="199"/>
                    </a:lnTo>
                    <a:lnTo>
                      <a:pt x="130" y="189"/>
                    </a:lnTo>
                    <a:lnTo>
                      <a:pt x="139" y="189"/>
                    </a:lnTo>
                    <a:lnTo>
                      <a:pt x="175" y="189"/>
                    </a:lnTo>
                    <a:lnTo>
                      <a:pt x="184" y="189"/>
                    </a:lnTo>
                    <a:lnTo>
                      <a:pt x="184" y="199"/>
                    </a:lnTo>
                    <a:lnTo>
                      <a:pt x="184" y="220"/>
                    </a:lnTo>
                    <a:lnTo>
                      <a:pt x="199" y="220"/>
                    </a:lnTo>
                    <a:lnTo>
                      <a:pt x="199" y="199"/>
                    </a:lnTo>
                    <a:lnTo>
                      <a:pt x="199" y="189"/>
                    </a:lnTo>
                    <a:lnTo>
                      <a:pt x="208" y="189"/>
                    </a:lnTo>
                    <a:lnTo>
                      <a:pt x="241" y="189"/>
                    </a:lnTo>
                    <a:lnTo>
                      <a:pt x="248" y="189"/>
                    </a:lnTo>
                    <a:lnTo>
                      <a:pt x="248" y="88"/>
                    </a:lnTo>
                    <a:lnTo>
                      <a:pt x="232" y="88"/>
                    </a:lnTo>
                    <a:lnTo>
                      <a:pt x="232" y="109"/>
                    </a:lnTo>
                    <a:lnTo>
                      <a:pt x="208" y="109"/>
                    </a:lnTo>
                    <a:lnTo>
                      <a:pt x="208" y="88"/>
                    </a:lnTo>
                    <a:lnTo>
                      <a:pt x="184" y="88"/>
                    </a:lnTo>
                    <a:lnTo>
                      <a:pt x="184" y="109"/>
                    </a:lnTo>
                    <a:lnTo>
                      <a:pt x="161" y="109"/>
                    </a:lnTo>
                    <a:lnTo>
                      <a:pt x="161" y="88"/>
                    </a:lnTo>
                    <a:lnTo>
                      <a:pt x="139" y="88"/>
                    </a:lnTo>
                    <a:lnTo>
                      <a:pt x="139" y="0"/>
                    </a:lnTo>
                    <a:lnTo>
                      <a:pt x="109" y="0"/>
                    </a:lnTo>
                    <a:lnTo>
                      <a:pt x="109" y="88"/>
                    </a:lnTo>
                    <a:lnTo>
                      <a:pt x="87" y="88"/>
                    </a:lnTo>
                    <a:lnTo>
                      <a:pt x="87" y="109"/>
                    </a:lnTo>
                    <a:lnTo>
                      <a:pt x="64" y="109"/>
                    </a:lnTo>
                    <a:lnTo>
                      <a:pt x="64" y="88"/>
                    </a:lnTo>
                    <a:lnTo>
                      <a:pt x="40" y="88"/>
                    </a:lnTo>
                    <a:lnTo>
                      <a:pt x="40" y="109"/>
                    </a:lnTo>
                    <a:lnTo>
                      <a:pt x="16" y="109"/>
                    </a:lnTo>
                    <a:lnTo>
                      <a:pt x="16" y="88"/>
                    </a:lnTo>
                    <a:lnTo>
                      <a:pt x="0" y="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5" name="Freeform 80"/>
              <p:cNvSpPr/>
              <p:nvPr/>
            </p:nvSpPr>
            <p:spPr bwMode="auto">
              <a:xfrm>
                <a:off x="-6361113" y="2260600"/>
                <a:ext cx="552450" cy="285750"/>
              </a:xfrm>
              <a:custGeom>
                <a:avLst/>
                <a:gdLst>
                  <a:gd name="T0" fmla="*/ 348 w 348"/>
                  <a:gd name="T1" fmla="*/ 0 h 180"/>
                  <a:gd name="T2" fmla="*/ 324 w 348"/>
                  <a:gd name="T3" fmla="*/ 0 h 180"/>
                  <a:gd name="T4" fmla="*/ 324 w 348"/>
                  <a:gd name="T5" fmla="*/ 31 h 180"/>
                  <a:gd name="T6" fmla="*/ 298 w 348"/>
                  <a:gd name="T7" fmla="*/ 31 h 180"/>
                  <a:gd name="T8" fmla="*/ 291 w 348"/>
                  <a:gd name="T9" fmla="*/ 31 h 180"/>
                  <a:gd name="T10" fmla="*/ 291 w 348"/>
                  <a:gd name="T11" fmla="*/ 0 h 180"/>
                  <a:gd name="T12" fmla="*/ 258 w 348"/>
                  <a:gd name="T13" fmla="*/ 0 h 180"/>
                  <a:gd name="T14" fmla="*/ 258 w 348"/>
                  <a:gd name="T15" fmla="*/ 31 h 180"/>
                  <a:gd name="T16" fmla="*/ 225 w 348"/>
                  <a:gd name="T17" fmla="*/ 31 h 180"/>
                  <a:gd name="T18" fmla="*/ 225 w 348"/>
                  <a:gd name="T19" fmla="*/ 0 h 180"/>
                  <a:gd name="T20" fmla="*/ 189 w 348"/>
                  <a:gd name="T21" fmla="*/ 0 h 180"/>
                  <a:gd name="T22" fmla="*/ 189 w 348"/>
                  <a:gd name="T23" fmla="*/ 31 h 180"/>
                  <a:gd name="T24" fmla="*/ 159 w 348"/>
                  <a:gd name="T25" fmla="*/ 31 h 180"/>
                  <a:gd name="T26" fmla="*/ 159 w 348"/>
                  <a:gd name="T27" fmla="*/ 0 h 180"/>
                  <a:gd name="T28" fmla="*/ 123 w 348"/>
                  <a:gd name="T29" fmla="*/ 0 h 180"/>
                  <a:gd name="T30" fmla="*/ 123 w 348"/>
                  <a:gd name="T31" fmla="*/ 31 h 180"/>
                  <a:gd name="T32" fmla="*/ 90 w 348"/>
                  <a:gd name="T33" fmla="*/ 31 h 180"/>
                  <a:gd name="T34" fmla="*/ 90 w 348"/>
                  <a:gd name="T35" fmla="*/ 0 h 180"/>
                  <a:gd name="T36" fmla="*/ 55 w 348"/>
                  <a:gd name="T37" fmla="*/ 0 h 180"/>
                  <a:gd name="T38" fmla="*/ 55 w 348"/>
                  <a:gd name="T39" fmla="*/ 31 h 180"/>
                  <a:gd name="T40" fmla="*/ 50 w 348"/>
                  <a:gd name="T41" fmla="*/ 31 h 180"/>
                  <a:gd name="T42" fmla="*/ 24 w 348"/>
                  <a:gd name="T43" fmla="*/ 31 h 180"/>
                  <a:gd name="T44" fmla="*/ 24 w 348"/>
                  <a:gd name="T45" fmla="*/ 0 h 180"/>
                  <a:gd name="T46" fmla="*/ 0 w 348"/>
                  <a:gd name="T47" fmla="*/ 0 h 180"/>
                  <a:gd name="T48" fmla="*/ 0 w 348"/>
                  <a:gd name="T49" fmla="*/ 180 h 180"/>
                  <a:gd name="T50" fmla="*/ 133 w 348"/>
                  <a:gd name="T51" fmla="*/ 180 h 180"/>
                  <a:gd name="T52" fmla="*/ 133 w 348"/>
                  <a:gd name="T53" fmla="*/ 109 h 180"/>
                  <a:gd name="T54" fmla="*/ 225 w 348"/>
                  <a:gd name="T55" fmla="*/ 109 h 180"/>
                  <a:gd name="T56" fmla="*/ 225 w 348"/>
                  <a:gd name="T57" fmla="*/ 180 h 180"/>
                  <a:gd name="T58" fmla="*/ 348 w 348"/>
                  <a:gd name="T59" fmla="*/ 180 h 180"/>
                  <a:gd name="T60" fmla="*/ 348 w 348"/>
                  <a:gd name="T61" fmla="*/ 0 h 1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348" h="180">
                    <a:moveTo>
                      <a:pt x="348" y="0"/>
                    </a:moveTo>
                    <a:lnTo>
                      <a:pt x="324" y="0"/>
                    </a:lnTo>
                    <a:lnTo>
                      <a:pt x="324" y="31"/>
                    </a:lnTo>
                    <a:lnTo>
                      <a:pt x="298" y="31"/>
                    </a:lnTo>
                    <a:lnTo>
                      <a:pt x="291" y="31"/>
                    </a:lnTo>
                    <a:lnTo>
                      <a:pt x="291" y="0"/>
                    </a:lnTo>
                    <a:lnTo>
                      <a:pt x="258" y="0"/>
                    </a:lnTo>
                    <a:lnTo>
                      <a:pt x="258" y="31"/>
                    </a:lnTo>
                    <a:lnTo>
                      <a:pt x="225" y="31"/>
                    </a:lnTo>
                    <a:lnTo>
                      <a:pt x="225" y="0"/>
                    </a:lnTo>
                    <a:lnTo>
                      <a:pt x="189" y="0"/>
                    </a:lnTo>
                    <a:lnTo>
                      <a:pt x="189" y="31"/>
                    </a:lnTo>
                    <a:lnTo>
                      <a:pt x="159" y="31"/>
                    </a:lnTo>
                    <a:lnTo>
                      <a:pt x="159" y="0"/>
                    </a:lnTo>
                    <a:lnTo>
                      <a:pt x="123" y="0"/>
                    </a:lnTo>
                    <a:lnTo>
                      <a:pt x="123" y="31"/>
                    </a:lnTo>
                    <a:lnTo>
                      <a:pt x="90" y="31"/>
                    </a:lnTo>
                    <a:lnTo>
                      <a:pt x="90" y="0"/>
                    </a:lnTo>
                    <a:lnTo>
                      <a:pt x="55" y="0"/>
                    </a:lnTo>
                    <a:lnTo>
                      <a:pt x="55" y="31"/>
                    </a:lnTo>
                    <a:lnTo>
                      <a:pt x="50" y="31"/>
                    </a:lnTo>
                    <a:lnTo>
                      <a:pt x="24" y="31"/>
                    </a:lnTo>
                    <a:lnTo>
                      <a:pt x="24" y="0"/>
                    </a:lnTo>
                    <a:lnTo>
                      <a:pt x="0" y="0"/>
                    </a:lnTo>
                    <a:lnTo>
                      <a:pt x="0" y="180"/>
                    </a:lnTo>
                    <a:lnTo>
                      <a:pt x="133" y="180"/>
                    </a:lnTo>
                    <a:lnTo>
                      <a:pt x="133" y="109"/>
                    </a:lnTo>
                    <a:lnTo>
                      <a:pt x="225" y="109"/>
                    </a:lnTo>
                    <a:lnTo>
                      <a:pt x="225" y="180"/>
                    </a:lnTo>
                    <a:lnTo>
                      <a:pt x="348" y="180"/>
                    </a:lnTo>
                    <a:lnTo>
                      <a:pt x="34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6" name="Freeform 81"/>
              <p:cNvSpPr/>
              <p:nvPr/>
            </p:nvSpPr>
            <p:spPr bwMode="auto">
              <a:xfrm>
                <a:off x="-6034088" y="1955800"/>
                <a:ext cx="157163" cy="101600"/>
              </a:xfrm>
              <a:custGeom>
                <a:avLst/>
                <a:gdLst>
                  <a:gd name="T0" fmla="*/ 0 w 99"/>
                  <a:gd name="T1" fmla="*/ 0 h 64"/>
                  <a:gd name="T2" fmla="*/ 0 w 99"/>
                  <a:gd name="T3" fmla="*/ 64 h 64"/>
                  <a:gd name="T4" fmla="*/ 99 w 99"/>
                  <a:gd name="T5" fmla="*/ 33 h 64"/>
                  <a:gd name="T6" fmla="*/ 0 w 99"/>
                  <a:gd name="T7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9" h="64">
                    <a:moveTo>
                      <a:pt x="0" y="0"/>
                    </a:moveTo>
                    <a:lnTo>
                      <a:pt x="0" y="64"/>
                    </a:lnTo>
                    <a:lnTo>
                      <a:pt x="99" y="33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7" name="Freeform 82"/>
              <p:cNvSpPr/>
              <p:nvPr/>
            </p:nvSpPr>
            <p:spPr bwMode="auto">
              <a:xfrm>
                <a:off x="-2108200" y="6784975"/>
                <a:ext cx="576263" cy="588963"/>
              </a:xfrm>
              <a:custGeom>
                <a:avLst/>
                <a:gdLst>
                  <a:gd name="T0" fmla="*/ 77 w 153"/>
                  <a:gd name="T1" fmla="*/ 0 h 157"/>
                  <a:gd name="T2" fmla="*/ 60 w 153"/>
                  <a:gd name="T3" fmla="*/ 34 h 157"/>
                  <a:gd name="T4" fmla="*/ 60 w 153"/>
                  <a:gd name="T5" fmla="*/ 58 h 157"/>
                  <a:gd name="T6" fmla="*/ 0 w 153"/>
                  <a:gd name="T7" fmla="*/ 83 h 157"/>
                  <a:gd name="T8" fmla="*/ 0 w 153"/>
                  <a:gd name="T9" fmla="*/ 100 h 157"/>
                  <a:gd name="T10" fmla="*/ 60 w 153"/>
                  <a:gd name="T11" fmla="*/ 88 h 157"/>
                  <a:gd name="T12" fmla="*/ 60 w 153"/>
                  <a:gd name="T13" fmla="*/ 122 h 157"/>
                  <a:gd name="T14" fmla="*/ 34 w 153"/>
                  <a:gd name="T15" fmla="*/ 140 h 157"/>
                  <a:gd name="T16" fmla="*/ 34 w 153"/>
                  <a:gd name="T17" fmla="*/ 157 h 157"/>
                  <a:gd name="T18" fmla="*/ 76 w 153"/>
                  <a:gd name="T19" fmla="*/ 142 h 157"/>
                  <a:gd name="T20" fmla="*/ 118 w 153"/>
                  <a:gd name="T21" fmla="*/ 157 h 157"/>
                  <a:gd name="T22" fmla="*/ 118 w 153"/>
                  <a:gd name="T23" fmla="*/ 140 h 157"/>
                  <a:gd name="T24" fmla="*/ 94 w 153"/>
                  <a:gd name="T25" fmla="*/ 122 h 157"/>
                  <a:gd name="T26" fmla="*/ 94 w 153"/>
                  <a:gd name="T27" fmla="*/ 88 h 157"/>
                  <a:gd name="T28" fmla="*/ 153 w 153"/>
                  <a:gd name="T29" fmla="*/ 100 h 157"/>
                  <a:gd name="T30" fmla="*/ 153 w 153"/>
                  <a:gd name="T31" fmla="*/ 83 h 157"/>
                  <a:gd name="T32" fmla="*/ 94 w 153"/>
                  <a:gd name="T33" fmla="*/ 58 h 157"/>
                  <a:gd name="T34" fmla="*/ 94 w 153"/>
                  <a:gd name="T35" fmla="*/ 34 h 157"/>
                  <a:gd name="T36" fmla="*/ 77 w 153"/>
                  <a:gd name="T37" fmla="*/ 0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3" h="157">
                    <a:moveTo>
                      <a:pt x="77" y="0"/>
                    </a:moveTo>
                    <a:cubicBezTo>
                      <a:pt x="67" y="0"/>
                      <a:pt x="60" y="24"/>
                      <a:pt x="60" y="34"/>
                    </a:cubicBezTo>
                    <a:cubicBezTo>
                      <a:pt x="60" y="58"/>
                      <a:pt x="60" y="58"/>
                      <a:pt x="60" y="58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60" y="88"/>
                      <a:pt x="60" y="88"/>
                      <a:pt x="60" y="88"/>
                    </a:cubicBezTo>
                    <a:cubicBezTo>
                      <a:pt x="60" y="122"/>
                      <a:pt x="60" y="122"/>
                      <a:pt x="60" y="122"/>
                    </a:cubicBezTo>
                    <a:cubicBezTo>
                      <a:pt x="34" y="140"/>
                      <a:pt x="34" y="140"/>
                      <a:pt x="34" y="140"/>
                    </a:cubicBezTo>
                    <a:cubicBezTo>
                      <a:pt x="34" y="157"/>
                      <a:pt x="34" y="157"/>
                      <a:pt x="34" y="157"/>
                    </a:cubicBezTo>
                    <a:cubicBezTo>
                      <a:pt x="76" y="142"/>
                      <a:pt x="76" y="142"/>
                      <a:pt x="76" y="142"/>
                    </a:cubicBezTo>
                    <a:cubicBezTo>
                      <a:pt x="118" y="157"/>
                      <a:pt x="118" y="157"/>
                      <a:pt x="118" y="157"/>
                    </a:cubicBezTo>
                    <a:cubicBezTo>
                      <a:pt x="118" y="140"/>
                      <a:pt x="118" y="140"/>
                      <a:pt x="118" y="140"/>
                    </a:cubicBezTo>
                    <a:cubicBezTo>
                      <a:pt x="94" y="122"/>
                      <a:pt x="94" y="122"/>
                      <a:pt x="94" y="122"/>
                    </a:cubicBezTo>
                    <a:cubicBezTo>
                      <a:pt x="94" y="88"/>
                      <a:pt x="94" y="88"/>
                      <a:pt x="94" y="88"/>
                    </a:cubicBezTo>
                    <a:cubicBezTo>
                      <a:pt x="153" y="100"/>
                      <a:pt x="153" y="100"/>
                      <a:pt x="153" y="100"/>
                    </a:cubicBezTo>
                    <a:cubicBezTo>
                      <a:pt x="153" y="83"/>
                      <a:pt x="153" y="83"/>
                      <a:pt x="153" y="83"/>
                    </a:cubicBezTo>
                    <a:cubicBezTo>
                      <a:pt x="94" y="58"/>
                      <a:pt x="94" y="58"/>
                      <a:pt x="94" y="58"/>
                    </a:cubicBezTo>
                    <a:cubicBezTo>
                      <a:pt x="94" y="34"/>
                      <a:pt x="94" y="34"/>
                      <a:pt x="94" y="34"/>
                    </a:cubicBezTo>
                    <a:cubicBezTo>
                      <a:pt x="94" y="24"/>
                      <a:pt x="86" y="0"/>
                      <a:pt x="7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8" name="Freeform 83"/>
              <p:cNvSpPr/>
              <p:nvPr/>
            </p:nvSpPr>
            <p:spPr bwMode="auto">
              <a:xfrm>
                <a:off x="-4557713" y="641350"/>
                <a:ext cx="571500" cy="150813"/>
              </a:xfrm>
              <a:custGeom>
                <a:avLst/>
                <a:gdLst>
                  <a:gd name="T0" fmla="*/ 50 w 360"/>
                  <a:gd name="T1" fmla="*/ 95 h 95"/>
                  <a:gd name="T2" fmla="*/ 57 w 360"/>
                  <a:gd name="T3" fmla="*/ 95 h 95"/>
                  <a:gd name="T4" fmla="*/ 303 w 360"/>
                  <a:gd name="T5" fmla="*/ 95 h 95"/>
                  <a:gd name="T6" fmla="*/ 308 w 360"/>
                  <a:gd name="T7" fmla="*/ 95 h 95"/>
                  <a:gd name="T8" fmla="*/ 360 w 360"/>
                  <a:gd name="T9" fmla="*/ 0 h 95"/>
                  <a:gd name="T10" fmla="*/ 358 w 360"/>
                  <a:gd name="T11" fmla="*/ 0 h 95"/>
                  <a:gd name="T12" fmla="*/ 306 w 360"/>
                  <a:gd name="T13" fmla="*/ 0 h 95"/>
                  <a:gd name="T14" fmla="*/ 263 w 360"/>
                  <a:gd name="T15" fmla="*/ 0 h 95"/>
                  <a:gd name="T16" fmla="*/ 97 w 360"/>
                  <a:gd name="T17" fmla="*/ 0 h 95"/>
                  <a:gd name="T18" fmla="*/ 55 w 360"/>
                  <a:gd name="T19" fmla="*/ 0 h 95"/>
                  <a:gd name="T20" fmla="*/ 0 w 360"/>
                  <a:gd name="T21" fmla="*/ 0 h 95"/>
                  <a:gd name="T22" fmla="*/ 50 w 360"/>
                  <a:gd name="T23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60" h="95">
                    <a:moveTo>
                      <a:pt x="50" y="95"/>
                    </a:moveTo>
                    <a:lnTo>
                      <a:pt x="57" y="95"/>
                    </a:lnTo>
                    <a:lnTo>
                      <a:pt x="303" y="95"/>
                    </a:lnTo>
                    <a:lnTo>
                      <a:pt x="308" y="95"/>
                    </a:lnTo>
                    <a:lnTo>
                      <a:pt x="360" y="0"/>
                    </a:lnTo>
                    <a:lnTo>
                      <a:pt x="358" y="0"/>
                    </a:lnTo>
                    <a:lnTo>
                      <a:pt x="306" y="0"/>
                    </a:lnTo>
                    <a:lnTo>
                      <a:pt x="263" y="0"/>
                    </a:lnTo>
                    <a:lnTo>
                      <a:pt x="97" y="0"/>
                    </a:lnTo>
                    <a:lnTo>
                      <a:pt x="55" y="0"/>
                    </a:lnTo>
                    <a:lnTo>
                      <a:pt x="0" y="0"/>
                    </a:lnTo>
                    <a:lnTo>
                      <a:pt x="5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39" name="Freeform 84"/>
              <p:cNvSpPr/>
              <p:nvPr/>
            </p:nvSpPr>
            <p:spPr bwMode="auto">
              <a:xfrm>
                <a:off x="-4557713" y="676275"/>
                <a:ext cx="568325" cy="269875"/>
              </a:xfrm>
              <a:custGeom>
                <a:avLst/>
                <a:gdLst>
                  <a:gd name="T0" fmla="*/ 0 w 151"/>
                  <a:gd name="T1" fmla="*/ 72 h 72"/>
                  <a:gd name="T2" fmla="*/ 151 w 151"/>
                  <a:gd name="T3" fmla="*/ 72 h 72"/>
                  <a:gd name="T4" fmla="*/ 151 w 151"/>
                  <a:gd name="T5" fmla="*/ 0 h 72"/>
                  <a:gd name="T6" fmla="*/ 134 w 151"/>
                  <a:gd name="T7" fmla="*/ 33 h 72"/>
                  <a:gd name="T8" fmla="*/ 133 w 151"/>
                  <a:gd name="T9" fmla="*/ 36 h 72"/>
                  <a:gd name="T10" fmla="*/ 130 w 151"/>
                  <a:gd name="T11" fmla="*/ 36 h 72"/>
                  <a:gd name="T12" fmla="*/ 125 w 151"/>
                  <a:gd name="T13" fmla="*/ 36 h 72"/>
                  <a:gd name="T14" fmla="*/ 87 w 151"/>
                  <a:gd name="T15" fmla="*/ 36 h 72"/>
                  <a:gd name="T16" fmla="*/ 88 w 151"/>
                  <a:gd name="T17" fmla="*/ 37 h 72"/>
                  <a:gd name="T18" fmla="*/ 86 w 151"/>
                  <a:gd name="T19" fmla="*/ 44 h 72"/>
                  <a:gd name="T20" fmla="*/ 76 w 151"/>
                  <a:gd name="T21" fmla="*/ 49 h 72"/>
                  <a:gd name="T22" fmla="*/ 66 w 151"/>
                  <a:gd name="T23" fmla="*/ 44 h 72"/>
                  <a:gd name="T24" fmla="*/ 64 w 151"/>
                  <a:gd name="T25" fmla="*/ 37 h 72"/>
                  <a:gd name="T26" fmla="*/ 64 w 151"/>
                  <a:gd name="T27" fmla="*/ 36 h 72"/>
                  <a:gd name="T28" fmla="*/ 27 w 151"/>
                  <a:gd name="T29" fmla="*/ 36 h 72"/>
                  <a:gd name="T30" fmla="*/ 21 w 151"/>
                  <a:gd name="T31" fmla="*/ 36 h 72"/>
                  <a:gd name="T32" fmla="*/ 18 w 151"/>
                  <a:gd name="T33" fmla="*/ 36 h 72"/>
                  <a:gd name="T34" fmla="*/ 16 w 151"/>
                  <a:gd name="T35" fmla="*/ 33 h 72"/>
                  <a:gd name="T36" fmla="*/ 0 w 151"/>
                  <a:gd name="T37" fmla="*/ 0 h 72"/>
                  <a:gd name="T38" fmla="*/ 0 w 151"/>
                  <a:gd name="T39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51" h="72">
                    <a:moveTo>
                      <a:pt x="0" y="72"/>
                    </a:moveTo>
                    <a:cubicBezTo>
                      <a:pt x="151" y="72"/>
                      <a:pt x="151" y="72"/>
                      <a:pt x="151" y="72"/>
                    </a:cubicBezTo>
                    <a:cubicBezTo>
                      <a:pt x="151" y="0"/>
                      <a:pt x="151" y="0"/>
                      <a:pt x="151" y="0"/>
                    </a:cubicBezTo>
                    <a:cubicBezTo>
                      <a:pt x="134" y="33"/>
                      <a:pt x="134" y="33"/>
                      <a:pt x="134" y="33"/>
                    </a:cubicBezTo>
                    <a:cubicBezTo>
                      <a:pt x="133" y="36"/>
                      <a:pt x="133" y="36"/>
                      <a:pt x="133" y="36"/>
                    </a:cubicBezTo>
                    <a:cubicBezTo>
                      <a:pt x="130" y="36"/>
                      <a:pt x="130" y="36"/>
                      <a:pt x="130" y="36"/>
                    </a:cubicBezTo>
                    <a:cubicBezTo>
                      <a:pt x="125" y="36"/>
                      <a:pt x="125" y="36"/>
                      <a:pt x="125" y="36"/>
                    </a:cubicBezTo>
                    <a:cubicBezTo>
                      <a:pt x="87" y="36"/>
                      <a:pt x="87" y="36"/>
                      <a:pt x="87" y="36"/>
                    </a:cubicBezTo>
                    <a:cubicBezTo>
                      <a:pt x="88" y="36"/>
                      <a:pt x="88" y="37"/>
                      <a:pt x="88" y="37"/>
                    </a:cubicBezTo>
                    <a:cubicBezTo>
                      <a:pt x="88" y="40"/>
                      <a:pt x="87" y="42"/>
                      <a:pt x="86" y="44"/>
                    </a:cubicBezTo>
                    <a:cubicBezTo>
                      <a:pt x="84" y="47"/>
                      <a:pt x="80" y="49"/>
                      <a:pt x="76" y="49"/>
                    </a:cubicBezTo>
                    <a:cubicBezTo>
                      <a:pt x="72" y="49"/>
                      <a:pt x="68" y="47"/>
                      <a:pt x="66" y="44"/>
                    </a:cubicBezTo>
                    <a:cubicBezTo>
                      <a:pt x="65" y="42"/>
                      <a:pt x="64" y="40"/>
                      <a:pt x="64" y="37"/>
                    </a:cubicBezTo>
                    <a:cubicBezTo>
                      <a:pt x="64" y="37"/>
                      <a:pt x="64" y="36"/>
                      <a:pt x="64" y="36"/>
                    </a:cubicBezTo>
                    <a:cubicBezTo>
                      <a:pt x="27" y="36"/>
                      <a:pt x="27" y="36"/>
                      <a:pt x="27" y="3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18" y="36"/>
                      <a:pt x="18" y="36"/>
                      <a:pt x="18" y="36"/>
                    </a:cubicBezTo>
                    <a:cubicBezTo>
                      <a:pt x="16" y="33"/>
                      <a:pt x="16" y="33"/>
                      <a:pt x="16" y="33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0" name="Freeform 85"/>
              <p:cNvSpPr/>
              <p:nvPr/>
            </p:nvSpPr>
            <p:spPr bwMode="auto">
              <a:xfrm>
                <a:off x="-4470400" y="439738"/>
                <a:ext cx="398463" cy="184150"/>
              </a:xfrm>
              <a:custGeom>
                <a:avLst/>
                <a:gdLst>
                  <a:gd name="T0" fmla="*/ 106 w 106"/>
                  <a:gd name="T1" fmla="*/ 49 h 49"/>
                  <a:gd name="T2" fmla="*/ 106 w 106"/>
                  <a:gd name="T3" fmla="*/ 21 h 49"/>
                  <a:gd name="T4" fmla="*/ 85 w 106"/>
                  <a:gd name="T5" fmla="*/ 0 h 49"/>
                  <a:gd name="T6" fmla="*/ 20 w 106"/>
                  <a:gd name="T7" fmla="*/ 0 h 49"/>
                  <a:gd name="T8" fmla="*/ 0 w 106"/>
                  <a:gd name="T9" fmla="*/ 21 h 49"/>
                  <a:gd name="T10" fmla="*/ 0 w 106"/>
                  <a:gd name="T11" fmla="*/ 49 h 49"/>
                  <a:gd name="T12" fmla="*/ 18 w 106"/>
                  <a:gd name="T13" fmla="*/ 49 h 49"/>
                  <a:gd name="T14" fmla="*/ 18 w 106"/>
                  <a:gd name="T15" fmla="*/ 21 h 49"/>
                  <a:gd name="T16" fmla="*/ 20 w 106"/>
                  <a:gd name="T17" fmla="*/ 18 h 49"/>
                  <a:gd name="T18" fmla="*/ 85 w 106"/>
                  <a:gd name="T19" fmla="*/ 18 h 49"/>
                  <a:gd name="T20" fmla="*/ 88 w 106"/>
                  <a:gd name="T21" fmla="*/ 21 h 49"/>
                  <a:gd name="T22" fmla="*/ 88 w 106"/>
                  <a:gd name="T23" fmla="*/ 49 h 49"/>
                  <a:gd name="T24" fmla="*/ 106 w 106"/>
                  <a:gd name="T25" fmla="*/ 49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" h="49">
                    <a:moveTo>
                      <a:pt x="106" y="49"/>
                    </a:moveTo>
                    <a:cubicBezTo>
                      <a:pt x="106" y="21"/>
                      <a:pt x="106" y="21"/>
                      <a:pt x="106" y="21"/>
                    </a:cubicBezTo>
                    <a:cubicBezTo>
                      <a:pt x="106" y="10"/>
                      <a:pt x="97" y="0"/>
                      <a:pt x="85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9" y="0"/>
                      <a:pt x="0" y="10"/>
                      <a:pt x="0" y="21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8" y="49"/>
                      <a:pt x="18" y="49"/>
                      <a:pt x="18" y="49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8" y="20"/>
                      <a:pt x="19" y="18"/>
                      <a:pt x="20" y="18"/>
                    </a:cubicBezTo>
                    <a:cubicBezTo>
                      <a:pt x="85" y="18"/>
                      <a:pt x="85" y="18"/>
                      <a:pt x="85" y="18"/>
                    </a:cubicBezTo>
                    <a:cubicBezTo>
                      <a:pt x="87" y="18"/>
                      <a:pt x="88" y="20"/>
                      <a:pt x="88" y="21"/>
                    </a:cubicBezTo>
                    <a:cubicBezTo>
                      <a:pt x="88" y="49"/>
                      <a:pt x="88" y="49"/>
                      <a:pt x="88" y="49"/>
                    </a:cubicBezTo>
                    <a:lnTo>
                      <a:pt x="106" y="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1" name="Freeform 86"/>
              <p:cNvSpPr>
                <a:spLocks noEditPoints="1"/>
              </p:cNvSpPr>
              <p:nvPr/>
            </p:nvSpPr>
            <p:spPr bwMode="auto">
              <a:xfrm>
                <a:off x="-5534025" y="1603375"/>
                <a:ext cx="706438" cy="706438"/>
              </a:xfrm>
              <a:custGeom>
                <a:avLst/>
                <a:gdLst>
                  <a:gd name="T0" fmla="*/ 94 w 188"/>
                  <a:gd name="T1" fmla="*/ 188 h 188"/>
                  <a:gd name="T2" fmla="*/ 188 w 188"/>
                  <a:gd name="T3" fmla="*/ 94 h 188"/>
                  <a:gd name="T4" fmla="*/ 94 w 188"/>
                  <a:gd name="T5" fmla="*/ 0 h 188"/>
                  <a:gd name="T6" fmla="*/ 94 w 188"/>
                  <a:gd name="T7" fmla="*/ 67 h 188"/>
                  <a:gd name="T8" fmla="*/ 121 w 188"/>
                  <a:gd name="T9" fmla="*/ 94 h 188"/>
                  <a:gd name="T10" fmla="*/ 94 w 188"/>
                  <a:gd name="T11" fmla="*/ 121 h 188"/>
                  <a:gd name="T12" fmla="*/ 94 w 188"/>
                  <a:gd name="T13" fmla="*/ 188 h 188"/>
                  <a:gd name="T14" fmla="*/ 94 w 188"/>
                  <a:gd name="T15" fmla="*/ 0 h 188"/>
                  <a:gd name="T16" fmla="*/ 0 w 188"/>
                  <a:gd name="T17" fmla="*/ 94 h 188"/>
                  <a:gd name="T18" fmla="*/ 94 w 188"/>
                  <a:gd name="T19" fmla="*/ 188 h 188"/>
                  <a:gd name="T20" fmla="*/ 94 w 188"/>
                  <a:gd name="T21" fmla="*/ 188 h 188"/>
                  <a:gd name="T22" fmla="*/ 94 w 188"/>
                  <a:gd name="T23" fmla="*/ 121 h 188"/>
                  <a:gd name="T24" fmla="*/ 94 w 188"/>
                  <a:gd name="T25" fmla="*/ 121 h 188"/>
                  <a:gd name="T26" fmla="*/ 94 w 188"/>
                  <a:gd name="T27" fmla="*/ 121 h 188"/>
                  <a:gd name="T28" fmla="*/ 67 w 188"/>
                  <a:gd name="T29" fmla="*/ 94 h 188"/>
                  <a:gd name="T30" fmla="*/ 94 w 188"/>
                  <a:gd name="T31" fmla="*/ 67 h 188"/>
                  <a:gd name="T32" fmla="*/ 94 w 188"/>
                  <a:gd name="T33" fmla="*/ 67 h 188"/>
                  <a:gd name="T34" fmla="*/ 94 w 188"/>
                  <a:gd name="T35" fmla="*/ 0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88" h="188">
                    <a:moveTo>
                      <a:pt x="94" y="188"/>
                    </a:moveTo>
                    <a:cubicBezTo>
                      <a:pt x="146" y="188"/>
                      <a:pt x="188" y="146"/>
                      <a:pt x="188" y="94"/>
                    </a:cubicBezTo>
                    <a:cubicBezTo>
                      <a:pt x="188" y="42"/>
                      <a:pt x="146" y="0"/>
                      <a:pt x="94" y="0"/>
                    </a:cubicBezTo>
                    <a:cubicBezTo>
                      <a:pt x="94" y="67"/>
                      <a:pt x="94" y="67"/>
                      <a:pt x="94" y="67"/>
                    </a:cubicBezTo>
                    <a:cubicBezTo>
                      <a:pt x="109" y="67"/>
                      <a:pt x="121" y="79"/>
                      <a:pt x="121" y="94"/>
                    </a:cubicBezTo>
                    <a:cubicBezTo>
                      <a:pt x="121" y="109"/>
                      <a:pt x="109" y="121"/>
                      <a:pt x="94" y="121"/>
                    </a:cubicBezTo>
                    <a:lnTo>
                      <a:pt x="94" y="188"/>
                    </a:lnTo>
                    <a:close/>
                    <a:moveTo>
                      <a:pt x="94" y="0"/>
                    </a:moveTo>
                    <a:cubicBezTo>
                      <a:pt x="42" y="0"/>
                      <a:pt x="0" y="42"/>
                      <a:pt x="0" y="94"/>
                    </a:cubicBezTo>
                    <a:cubicBezTo>
                      <a:pt x="0" y="146"/>
                      <a:pt x="42" y="188"/>
                      <a:pt x="94" y="188"/>
                    </a:cubicBezTo>
                    <a:cubicBezTo>
                      <a:pt x="94" y="188"/>
                      <a:pt x="94" y="188"/>
                      <a:pt x="94" y="188"/>
                    </a:cubicBezTo>
                    <a:cubicBezTo>
                      <a:pt x="94" y="121"/>
                      <a:pt x="94" y="121"/>
                      <a:pt x="94" y="121"/>
                    </a:cubicBezTo>
                    <a:cubicBezTo>
                      <a:pt x="94" y="121"/>
                      <a:pt x="94" y="121"/>
                      <a:pt x="94" y="121"/>
                    </a:cubicBezTo>
                    <a:cubicBezTo>
                      <a:pt x="94" y="121"/>
                      <a:pt x="94" y="121"/>
                      <a:pt x="94" y="121"/>
                    </a:cubicBezTo>
                    <a:cubicBezTo>
                      <a:pt x="79" y="121"/>
                      <a:pt x="67" y="109"/>
                      <a:pt x="67" y="94"/>
                    </a:cubicBezTo>
                    <a:cubicBezTo>
                      <a:pt x="67" y="79"/>
                      <a:pt x="79" y="67"/>
                      <a:pt x="94" y="67"/>
                    </a:cubicBezTo>
                    <a:cubicBezTo>
                      <a:pt x="94" y="67"/>
                      <a:pt x="94" y="67"/>
                      <a:pt x="94" y="67"/>
                    </a:cubicBezTo>
                    <a:cubicBezTo>
                      <a:pt x="94" y="0"/>
                      <a:pt x="94" y="0"/>
                      <a:pt x="9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2" name="Freeform 87"/>
              <p:cNvSpPr>
                <a:spLocks noEditPoints="1"/>
              </p:cNvSpPr>
              <p:nvPr/>
            </p:nvSpPr>
            <p:spPr bwMode="auto">
              <a:xfrm>
                <a:off x="-5264150" y="1873250"/>
                <a:ext cx="165100" cy="165100"/>
              </a:xfrm>
              <a:custGeom>
                <a:avLst/>
                <a:gdLst>
                  <a:gd name="T0" fmla="*/ 22 w 44"/>
                  <a:gd name="T1" fmla="*/ 44 h 44"/>
                  <a:gd name="T2" fmla="*/ 44 w 44"/>
                  <a:gd name="T3" fmla="*/ 22 h 44"/>
                  <a:gd name="T4" fmla="*/ 22 w 44"/>
                  <a:gd name="T5" fmla="*/ 0 h 44"/>
                  <a:gd name="T6" fmla="*/ 22 w 44"/>
                  <a:gd name="T7" fmla="*/ 6 h 44"/>
                  <a:gd name="T8" fmla="*/ 38 w 44"/>
                  <a:gd name="T9" fmla="*/ 22 h 44"/>
                  <a:gd name="T10" fmla="*/ 22 w 44"/>
                  <a:gd name="T11" fmla="*/ 37 h 44"/>
                  <a:gd name="T12" fmla="*/ 22 w 44"/>
                  <a:gd name="T13" fmla="*/ 44 h 44"/>
                  <a:gd name="T14" fmla="*/ 22 w 44"/>
                  <a:gd name="T15" fmla="*/ 0 h 44"/>
                  <a:gd name="T16" fmla="*/ 0 w 44"/>
                  <a:gd name="T17" fmla="*/ 22 h 44"/>
                  <a:gd name="T18" fmla="*/ 22 w 44"/>
                  <a:gd name="T19" fmla="*/ 44 h 44"/>
                  <a:gd name="T20" fmla="*/ 22 w 44"/>
                  <a:gd name="T21" fmla="*/ 44 h 44"/>
                  <a:gd name="T22" fmla="*/ 22 w 44"/>
                  <a:gd name="T23" fmla="*/ 37 h 44"/>
                  <a:gd name="T24" fmla="*/ 22 w 44"/>
                  <a:gd name="T25" fmla="*/ 37 h 44"/>
                  <a:gd name="T26" fmla="*/ 22 w 44"/>
                  <a:gd name="T27" fmla="*/ 37 h 44"/>
                  <a:gd name="T28" fmla="*/ 7 w 44"/>
                  <a:gd name="T29" fmla="*/ 22 h 44"/>
                  <a:gd name="T30" fmla="*/ 22 w 44"/>
                  <a:gd name="T31" fmla="*/ 6 h 44"/>
                  <a:gd name="T32" fmla="*/ 22 w 44"/>
                  <a:gd name="T33" fmla="*/ 6 h 44"/>
                  <a:gd name="T34" fmla="*/ 22 w 44"/>
                  <a:gd name="T35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44" h="44">
                    <a:moveTo>
                      <a:pt x="22" y="44"/>
                    </a:moveTo>
                    <a:cubicBezTo>
                      <a:pt x="34" y="44"/>
                      <a:pt x="44" y="34"/>
                      <a:pt x="44" y="22"/>
                    </a:cubicBezTo>
                    <a:cubicBezTo>
                      <a:pt x="44" y="10"/>
                      <a:pt x="34" y="0"/>
                      <a:pt x="22" y="0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31" y="6"/>
                      <a:pt x="38" y="13"/>
                      <a:pt x="38" y="22"/>
                    </a:cubicBezTo>
                    <a:cubicBezTo>
                      <a:pt x="38" y="30"/>
                      <a:pt x="31" y="37"/>
                      <a:pt x="22" y="37"/>
                    </a:cubicBezTo>
                    <a:lnTo>
                      <a:pt x="22" y="44"/>
                    </a:lnTo>
                    <a:close/>
                    <a:moveTo>
                      <a:pt x="22" y="0"/>
                    </a:moveTo>
                    <a:cubicBezTo>
                      <a:pt x="10" y="0"/>
                      <a:pt x="0" y="10"/>
                      <a:pt x="0" y="22"/>
                    </a:cubicBezTo>
                    <a:cubicBezTo>
                      <a:pt x="0" y="34"/>
                      <a:pt x="10" y="44"/>
                      <a:pt x="22" y="44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14" y="37"/>
                      <a:pt x="7" y="30"/>
                      <a:pt x="7" y="22"/>
                    </a:cubicBezTo>
                    <a:cubicBezTo>
                      <a:pt x="7" y="13"/>
                      <a:pt x="14" y="6"/>
                      <a:pt x="22" y="6"/>
                    </a:cubicBezTo>
                    <a:cubicBezTo>
                      <a:pt x="22" y="6"/>
                      <a:pt x="22" y="6"/>
                      <a:pt x="22" y="6"/>
                    </a:cubicBezTo>
                    <a:cubicBezTo>
                      <a:pt x="22" y="0"/>
                      <a:pt x="22" y="0"/>
                      <a:pt x="2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3" name="Freeform 88"/>
              <p:cNvSpPr/>
              <p:nvPr/>
            </p:nvSpPr>
            <p:spPr bwMode="auto">
              <a:xfrm>
                <a:off x="-5448300" y="26988"/>
                <a:ext cx="538163" cy="550863"/>
              </a:xfrm>
              <a:custGeom>
                <a:avLst/>
                <a:gdLst>
                  <a:gd name="T0" fmla="*/ 140 w 143"/>
                  <a:gd name="T1" fmla="*/ 103 h 147"/>
                  <a:gd name="T2" fmla="*/ 112 w 143"/>
                  <a:gd name="T3" fmla="*/ 75 h 147"/>
                  <a:gd name="T4" fmla="*/ 107 w 143"/>
                  <a:gd name="T5" fmla="*/ 70 h 147"/>
                  <a:gd name="T6" fmla="*/ 79 w 143"/>
                  <a:gd name="T7" fmla="*/ 37 h 147"/>
                  <a:gd name="T8" fmla="*/ 67 w 143"/>
                  <a:gd name="T9" fmla="*/ 10 h 147"/>
                  <a:gd name="T10" fmla="*/ 52 w 143"/>
                  <a:gd name="T11" fmla="*/ 9 h 147"/>
                  <a:gd name="T12" fmla="*/ 47 w 143"/>
                  <a:gd name="T13" fmla="*/ 21 h 147"/>
                  <a:gd name="T14" fmla="*/ 55 w 143"/>
                  <a:gd name="T15" fmla="*/ 42 h 147"/>
                  <a:gd name="T16" fmla="*/ 56 w 143"/>
                  <a:gd name="T17" fmla="*/ 56 h 147"/>
                  <a:gd name="T18" fmla="*/ 13 w 143"/>
                  <a:gd name="T19" fmla="*/ 56 h 147"/>
                  <a:gd name="T20" fmla="*/ 3 w 143"/>
                  <a:gd name="T21" fmla="*/ 71 h 147"/>
                  <a:gd name="T22" fmla="*/ 25 w 143"/>
                  <a:gd name="T23" fmla="*/ 131 h 147"/>
                  <a:gd name="T24" fmla="*/ 34 w 143"/>
                  <a:gd name="T25" fmla="*/ 137 h 147"/>
                  <a:gd name="T26" fmla="*/ 85 w 143"/>
                  <a:gd name="T27" fmla="*/ 137 h 147"/>
                  <a:gd name="T28" fmla="*/ 97 w 143"/>
                  <a:gd name="T29" fmla="*/ 142 h 147"/>
                  <a:gd name="T30" fmla="*/ 99 w 143"/>
                  <a:gd name="T31" fmla="*/ 144 h 147"/>
                  <a:gd name="T32" fmla="*/ 108 w 143"/>
                  <a:gd name="T33" fmla="*/ 144 h 147"/>
                  <a:gd name="T34" fmla="*/ 140 w 143"/>
                  <a:gd name="T35" fmla="*/ 112 h 147"/>
                  <a:gd name="T36" fmla="*/ 140 w 143"/>
                  <a:gd name="T37" fmla="*/ 103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3" h="147">
                    <a:moveTo>
                      <a:pt x="140" y="103"/>
                    </a:moveTo>
                    <a:cubicBezTo>
                      <a:pt x="112" y="75"/>
                      <a:pt x="112" y="75"/>
                      <a:pt x="112" y="75"/>
                    </a:cubicBezTo>
                    <a:cubicBezTo>
                      <a:pt x="109" y="72"/>
                      <a:pt x="107" y="70"/>
                      <a:pt x="107" y="70"/>
                    </a:cubicBezTo>
                    <a:cubicBezTo>
                      <a:pt x="107" y="70"/>
                      <a:pt x="96" y="48"/>
                      <a:pt x="79" y="37"/>
                    </a:cubicBezTo>
                    <a:cubicBezTo>
                      <a:pt x="63" y="27"/>
                      <a:pt x="67" y="18"/>
                      <a:pt x="67" y="10"/>
                    </a:cubicBezTo>
                    <a:cubicBezTo>
                      <a:pt x="67" y="2"/>
                      <a:pt x="58" y="0"/>
                      <a:pt x="52" y="9"/>
                    </a:cubicBezTo>
                    <a:cubicBezTo>
                      <a:pt x="49" y="11"/>
                      <a:pt x="47" y="17"/>
                      <a:pt x="47" y="21"/>
                    </a:cubicBezTo>
                    <a:cubicBezTo>
                      <a:pt x="45" y="32"/>
                      <a:pt x="53" y="38"/>
                      <a:pt x="55" y="42"/>
                    </a:cubicBezTo>
                    <a:cubicBezTo>
                      <a:pt x="57" y="45"/>
                      <a:pt x="58" y="50"/>
                      <a:pt x="56" y="56"/>
                    </a:cubicBezTo>
                    <a:cubicBezTo>
                      <a:pt x="13" y="56"/>
                      <a:pt x="13" y="56"/>
                      <a:pt x="13" y="56"/>
                    </a:cubicBezTo>
                    <a:cubicBezTo>
                      <a:pt x="5" y="56"/>
                      <a:pt x="0" y="63"/>
                      <a:pt x="3" y="71"/>
                    </a:cubicBezTo>
                    <a:cubicBezTo>
                      <a:pt x="25" y="131"/>
                      <a:pt x="25" y="131"/>
                      <a:pt x="25" y="131"/>
                    </a:cubicBezTo>
                    <a:cubicBezTo>
                      <a:pt x="26" y="134"/>
                      <a:pt x="30" y="137"/>
                      <a:pt x="34" y="137"/>
                    </a:cubicBezTo>
                    <a:cubicBezTo>
                      <a:pt x="85" y="137"/>
                      <a:pt x="85" y="137"/>
                      <a:pt x="85" y="137"/>
                    </a:cubicBezTo>
                    <a:cubicBezTo>
                      <a:pt x="89" y="137"/>
                      <a:pt x="94" y="139"/>
                      <a:pt x="97" y="142"/>
                    </a:cubicBezTo>
                    <a:cubicBezTo>
                      <a:pt x="99" y="144"/>
                      <a:pt x="99" y="144"/>
                      <a:pt x="99" y="144"/>
                    </a:cubicBezTo>
                    <a:cubicBezTo>
                      <a:pt x="102" y="147"/>
                      <a:pt x="106" y="147"/>
                      <a:pt x="108" y="144"/>
                    </a:cubicBezTo>
                    <a:cubicBezTo>
                      <a:pt x="140" y="112"/>
                      <a:pt x="140" y="112"/>
                      <a:pt x="140" y="112"/>
                    </a:cubicBezTo>
                    <a:cubicBezTo>
                      <a:pt x="143" y="110"/>
                      <a:pt x="143" y="106"/>
                      <a:pt x="140" y="10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4" name="Freeform 89"/>
              <p:cNvSpPr/>
              <p:nvPr/>
            </p:nvSpPr>
            <p:spPr bwMode="auto">
              <a:xfrm>
                <a:off x="-5038725" y="454025"/>
                <a:ext cx="176213" cy="173038"/>
              </a:xfrm>
              <a:custGeom>
                <a:avLst/>
                <a:gdLst>
                  <a:gd name="T0" fmla="*/ 22 w 111"/>
                  <a:gd name="T1" fmla="*/ 109 h 109"/>
                  <a:gd name="T2" fmla="*/ 0 w 111"/>
                  <a:gd name="T3" fmla="*/ 90 h 109"/>
                  <a:gd name="T4" fmla="*/ 90 w 111"/>
                  <a:gd name="T5" fmla="*/ 0 h 109"/>
                  <a:gd name="T6" fmla="*/ 111 w 111"/>
                  <a:gd name="T7" fmla="*/ 21 h 109"/>
                  <a:gd name="T8" fmla="*/ 22 w 111"/>
                  <a:gd name="T9" fmla="*/ 109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109">
                    <a:moveTo>
                      <a:pt x="22" y="109"/>
                    </a:moveTo>
                    <a:lnTo>
                      <a:pt x="0" y="90"/>
                    </a:lnTo>
                    <a:lnTo>
                      <a:pt x="90" y="0"/>
                    </a:lnTo>
                    <a:lnTo>
                      <a:pt x="111" y="21"/>
                    </a:lnTo>
                    <a:lnTo>
                      <a:pt x="22" y="1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5" name="Freeform 90"/>
              <p:cNvSpPr>
                <a:spLocks noEditPoints="1"/>
              </p:cNvSpPr>
              <p:nvPr/>
            </p:nvSpPr>
            <p:spPr bwMode="auto">
              <a:xfrm>
                <a:off x="-2584450" y="5384800"/>
                <a:ext cx="552450" cy="514350"/>
              </a:xfrm>
              <a:custGeom>
                <a:avLst/>
                <a:gdLst>
                  <a:gd name="T0" fmla="*/ 132 w 147"/>
                  <a:gd name="T1" fmla="*/ 22 h 137"/>
                  <a:gd name="T2" fmla="*/ 110 w 147"/>
                  <a:gd name="T3" fmla="*/ 0 h 137"/>
                  <a:gd name="T4" fmla="*/ 73 w 147"/>
                  <a:gd name="T5" fmla="*/ 0 h 137"/>
                  <a:gd name="T6" fmla="*/ 73 w 147"/>
                  <a:gd name="T7" fmla="*/ 18 h 137"/>
                  <a:gd name="T8" fmla="*/ 110 w 147"/>
                  <a:gd name="T9" fmla="*/ 18 h 137"/>
                  <a:gd name="T10" fmla="*/ 115 w 147"/>
                  <a:gd name="T11" fmla="*/ 22 h 137"/>
                  <a:gd name="T12" fmla="*/ 115 w 147"/>
                  <a:gd name="T13" fmla="*/ 59 h 137"/>
                  <a:gd name="T14" fmla="*/ 73 w 147"/>
                  <a:gd name="T15" fmla="*/ 59 h 137"/>
                  <a:gd name="T16" fmla="*/ 73 w 147"/>
                  <a:gd name="T17" fmla="*/ 76 h 137"/>
                  <a:gd name="T18" fmla="*/ 73 w 147"/>
                  <a:gd name="T19" fmla="*/ 76 h 137"/>
                  <a:gd name="T20" fmla="*/ 87 w 147"/>
                  <a:gd name="T21" fmla="*/ 89 h 137"/>
                  <a:gd name="T22" fmla="*/ 81 w 147"/>
                  <a:gd name="T23" fmla="*/ 100 h 137"/>
                  <a:gd name="T24" fmla="*/ 79 w 147"/>
                  <a:gd name="T25" fmla="*/ 101 h 137"/>
                  <a:gd name="T26" fmla="*/ 79 w 147"/>
                  <a:gd name="T27" fmla="*/ 118 h 137"/>
                  <a:gd name="T28" fmla="*/ 79 w 147"/>
                  <a:gd name="T29" fmla="*/ 121 h 137"/>
                  <a:gd name="T30" fmla="*/ 79 w 147"/>
                  <a:gd name="T31" fmla="*/ 121 h 137"/>
                  <a:gd name="T32" fmla="*/ 73 w 147"/>
                  <a:gd name="T33" fmla="*/ 121 h 137"/>
                  <a:gd name="T34" fmla="*/ 73 w 147"/>
                  <a:gd name="T35" fmla="*/ 137 h 137"/>
                  <a:gd name="T36" fmla="*/ 147 w 147"/>
                  <a:gd name="T37" fmla="*/ 137 h 137"/>
                  <a:gd name="T38" fmla="*/ 147 w 147"/>
                  <a:gd name="T39" fmla="*/ 59 h 137"/>
                  <a:gd name="T40" fmla="*/ 132 w 147"/>
                  <a:gd name="T41" fmla="*/ 59 h 137"/>
                  <a:gd name="T42" fmla="*/ 132 w 147"/>
                  <a:gd name="T43" fmla="*/ 22 h 137"/>
                  <a:gd name="T44" fmla="*/ 73 w 147"/>
                  <a:gd name="T45" fmla="*/ 0 h 137"/>
                  <a:gd name="T46" fmla="*/ 37 w 147"/>
                  <a:gd name="T47" fmla="*/ 0 h 137"/>
                  <a:gd name="T48" fmla="*/ 15 w 147"/>
                  <a:gd name="T49" fmla="*/ 22 h 137"/>
                  <a:gd name="T50" fmla="*/ 15 w 147"/>
                  <a:gd name="T51" fmla="*/ 59 h 137"/>
                  <a:gd name="T52" fmla="*/ 0 w 147"/>
                  <a:gd name="T53" fmla="*/ 59 h 137"/>
                  <a:gd name="T54" fmla="*/ 0 w 147"/>
                  <a:gd name="T55" fmla="*/ 137 h 137"/>
                  <a:gd name="T56" fmla="*/ 73 w 147"/>
                  <a:gd name="T57" fmla="*/ 137 h 137"/>
                  <a:gd name="T58" fmla="*/ 73 w 147"/>
                  <a:gd name="T59" fmla="*/ 121 h 137"/>
                  <a:gd name="T60" fmla="*/ 67 w 147"/>
                  <a:gd name="T61" fmla="*/ 121 h 137"/>
                  <a:gd name="T62" fmla="*/ 67 w 147"/>
                  <a:gd name="T63" fmla="*/ 118 h 137"/>
                  <a:gd name="T64" fmla="*/ 67 w 147"/>
                  <a:gd name="T65" fmla="*/ 101 h 137"/>
                  <a:gd name="T66" fmla="*/ 66 w 147"/>
                  <a:gd name="T67" fmla="*/ 100 h 137"/>
                  <a:gd name="T68" fmla="*/ 60 w 147"/>
                  <a:gd name="T69" fmla="*/ 89 h 137"/>
                  <a:gd name="T70" fmla="*/ 73 w 147"/>
                  <a:gd name="T71" fmla="*/ 76 h 137"/>
                  <a:gd name="T72" fmla="*/ 73 w 147"/>
                  <a:gd name="T73" fmla="*/ 59 h 137"/>
                  <a:gd name="T74" fmla="*/ 32 w 147"/>
                  <a:gd name="T75" fmla="*/ 59 h 137"/>
                  <a:gd name="T76" fmla="*/ 32 w 147"/>
                  <a:gd name="T77" fmla="*/ 59 h 137"/>
                  <a:gd name="T78" fmla="*/ 32 w 147"/>
                  <a:gd name="T79" fmla="*/ 22 h 137"/>
                  <a:gd name="T80" fmla="*/ 37 w 147"/>
                  <a:gd name="T81" fmla="*/ 18 h 137"/>
                  <a:gd name="T82" fmla="*/ 73 w 147"/>
                  <a:gd name="T83" fmla="*/ 18 h 137"/>
                  <a:gd name="T84" fmla="*/ 73 w 147"/>
                  <a:gd name="T85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147" h="137">
                    <a:moveTo>
                      <a:pt x="132" y="22"/>
                    </a:moveTo>
                    <a:cubicBezTo>
                      <a:pt x="132" y="10"/>
                      <a:pt x="122" y="0"/>
                      <a:pt x="110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110" y="18"/>
                      <a:pt x="110" y="18"/>
                      <a:pt x="110" y="18"/>
                    </a:cubicBezTo>
                    <a:cubicBezTo>
                      <a:pt x="113" y="18"/>
                      <a:pt x="115" y="20"/>
                      <a:pt x="115" y="22"/>
                    </a:cubicBezTo>
                    <a:cubicBezTo>
                      <a:pt x="115" y="59"/>
                      <a:pt x="115" y="59"/>
                      <a:pt x="115" y="59"/>
                    </a:cubicBezTo>
                    <a:cubicBezTo>
                      <a:pt x="73" y="59"/>
                      <a:pt x="73" y="59"/>
                      <a:pt x="73" y="59"/>
                    </a:cubicBezTo>
                    <a:cubicBezTo>
                      <a:pt x="73" y="76"/>
                      <a:pt x="73" y="76"/>
                      <a:pt x="73" y="76"/>
                    </a:cubicBezTo>
                    <a:cubicBezTo>
                      <a:pt x="73" y="76"/>
                      <a:pt x="73" y="76"/>
                      <a:pt x="73" y="76"/>
                    </a:cubicBezTo>
                    <a:cubicBezTo>
                      <a:pt x="81" y="76"/>
                      <a:pt x="87" y="82"/>
                      <a:pt x="87" y="89"/>
                    </a:cubicBezTo>
                    <a:cubicBezTo>
                      <a:pt x="87" y="94"/>
                      <a:pt x="84" y="98"/>
                      <a:pt x="81" y="100"/>
                    </a:cubicBezTo>
                    <a:cubicBezTo>
                      <a:pt x="80" y="101"/>
                      <a:pt x="80" y="101"/>
                      <a:pt x="79" y="101"/>
                    </a:cubicBezTo>
                    <a:cubicBezTo>
                      <a:pt x="79" y="118"/>
                      <a:pt x="79" y="118"/>
                      <a:pt x="79" y="118"/>
                    </a:cubicBezTo>
                    <a:cubicBezTo>
                      <a:pt x="79" y="121"/>
                      <a:pt x="79" y="121"/>
                      <a:pt x="79" y="121"/>
                    </a:cubicBezTo>
                    <a:cubicBezTo>
                      <a:pt x="79" y="121"/>
                      <a:pt x="79" y="121"/>
                      <a:pt x="79" y="121"/>
                    </a:cubicBezTo>
                    <a:cubicBezTo>
                      <a:pt x="73" y="121"/>
                      <a:pt x="73" y="121"/>
                      <a:pt x="73" y="121"/>
                    </a:cubicBezTo>
                    <a:cubicBezTo>
                      <a:pt x="73" y="137"/>
                      <a:pt x="73" y="137"/>
                      <a:pt x="73" y="137"/>
                    </a:cubicBezTo>
                    <a:cubicBezTo>
                      <a:pt x="147" y="137"/>
                      <a:pt x="147" y="137"/>
                      <a:pt x="147" y="137"/>
                    </a:cubicBezTo>
                    <a:cubicBezTo>
                      <a:pt x="147" y="59"/>
                      <a:pt x="147" y="59"/>
                      <a:pt x="147" y="59"/>
                    </a:cubicBezTo>
                    <a:cubicBezTo>
                      <a:pt x="132" y="59"/>
                      <a:pt x="132" y="59"/>
                      <a:pt x="132" y="59"/>
                    </a:cubicBezTo>
                    <a:lnTo>
                      <a:pt x="132" y="22"/>
                    </a:lnTo>
                    <a:close/>
                    <a:moveTo>
                      <a:pt x="73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24" y="0"/>
                      <a:pt x="15" y="10"/>
                      <a:pt x="15" y="22"/>
                    </a:cubicBezTo>
                    <a:cubicBezTo>
                      <a:pt x="15" y="59"/>
                      <a:pt x="15" y="59"/>
                      <a:pt x="15" y="59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73" y="137"/>
                      <a:pt x="73" y="137"/>
                      <a:pt x="73" y="137"/>
                    </a:cubicBezTo>
                    <a:cubicBezTo>
                      <a:pt x="73" y="121"/>
                      <a:pt x="73" y="121"/>
                      <a:pt x="73" y="121"/>
                    </a:cubicBezTo>
                    <a:cubicBezTo>
                      <a:pt x="67" y="121"/>
                      <a:pt x="67" y="121"/>
                      <a:pt x="67" y="121"/>
                    </a:cubicBezTo>
                    <a:cubicBezTo>
                      <a:pt x="67" y="118"/>
                      <a:pt x="67" y="118"/>
                      <a:pt x="67" y="118"/>
                    </a:cubicBezTo>
                    <a:cubicBezTo>
                      <a:pt x="67" y="101"/>
                      <a:pt x="67" y="101"/>
                      <a:pt x="67" y="101"/>
                    </a:cubicBezTo>
                    <a:cubicBezTo>
                      <a:pt x="67" y="101"/>
                      <a:pt x="66" y="101"/>
                      <a:pt x="66" y="100"/>
                    </a:cubicBezTo>
                    <a:cubicBezTo>
                      <a:pt x="62" y="98"/>
                      <a:pt x="60" y="94"/>
                      <a:pt x="60" y="89"/>
                    </a:cubicBezTo>
                    <a:cubicBezTo>
                      <a:pt x="60" y="82"/>
                      <a:pt x="66" y="76"/>
                      <a:pt x="73" y="76"/>
                    </a:cubicBezTo>
                    <a:cubicBezTo>
                      <a:pt x="73" y="59"/>
                      <a:pt x="73" y="59"/>
                      <a:pt x="73" y="59"/>
                    </a:cubicBezTo>
                    <a:cubicBezTo>
                      <a:pt x="32" y="59"/>
                      <a:pt x="32" y="59"/>
                      <a:pt x="32" y="59"/>
                    </a:cubicBezTo>
                    <a:cubicBezTo>
                      <a:pt x="32" y="59"/>
                      <a:pt x="32" y="59"/>
                      <a:pt x="32" y="59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32" y="20"/>
                      <a:pt x="34" y="18"/>
                      <a:pt x="37" y="18"/>
                    </a:cubicBezTo>
                    <a:cubicBezTo>
                      <a:pt x="73" y="18"/>
                      <a:pt x="73" y="18"/>
                      <a:pt x="73" y="18"/>
                    </a:cubicBezTo>
                    <a:lnTo>
                      <a:pt x="7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6" name="Freeform 91"/>
              <p:cNvSpPr/>
              <p:nvPr/>
            </p:nvSpPr>
            <p:spPr bwMode="auto">
              <a:xfrm>
                <a:off x="-3670300" y="-409575"/>
                <a:ext cx="588963" cy="495300"/>
              </a:xfrm>
              <a:custGeom>
                <a:avLst/>
                <a:gdLst>
                  <a:gd name="T0" fmla="*/ 105 w 157"/>
                  <a:gd name="T1" fmla="*/ 0 h 132"/>
                  <a:gd name="T2" fmla="*/ 56 w 157"/>
                  <a:gd name="T3" fmla="*/ 0 h 132"/>
                  <a:gd name="T4" fmla="*/ 0 w 157"/>
                  <a:gd name="T5" fmla="*/ 47 h 132"/>
                  <a:gd name="T6" fmla="*/ 15 w 157"/>
                  <a:gd name="T7" fmla="*/ 69 h 132"/>
                  <a:gd name="T8" fmla="*/ 35 w 157"/>
                  <a:gd name="T9" fmla="*/ 49 h 132"/>
                  <a:gd name="T10" fmla="*/ 35 w 157"/>
                  <a:gd name="T11" fmla="*/ 132 h 132"/>
                  <a:gd name="T12" fmla="*/ 79 w 157"/>
                  <a:gd name="T13" fmla="*/ 132 h 132"/>
                  <a:gd name="T14" fmla="*/ 122 w 157"/>
                  <a:gd name="T15" fmla="*/ 132 h 132"/>
                  <a:gd name="T16" fmla="*/ 122 w 157"/>
                  <a:gd name="T17" fmla="*/ 49 h 132"/>
                  <a:gd name="T18" fmla="*/ 142 w 157"/>
                  <a:gd name="T19" fmla="*/ 69 h 132"/>
                  <a:gd name="T20" fmla="*/ 157 w 157"/>
                  <a:gd name="T21" fmla="*/ 47 h 132"/>
                  <a:gd name="T22" fmla="*/ 105 w 157"/>
                  <a:gd name="T2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7" h="132">
                    <a:moveTo>
                      <a:pt x="105" y="0"/>
                    </a:moveTo>
                    <a:cubicBezTo>
                      <a:pt x="97" y="14"/>
                      <a:pt x="64" y="14"/>
                      <a:pt x="56" y="0"/>
                    </a:cubicBezTo>
                    <a:cubicBezTo>
                      <a:pt x="56" y="0"/>
                      <a:pt x="8" y="27"/>
                      <a:pt x="0" y="47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5" y="69"/>
                      <a:pt x="29" y="54"/>
                      <a:pt x="35" y="49"/>
                    </a:cubicBezTo>
                    <a:cubicBezTo>
                      <a:pt x="35" y="132"/>
                      <a:pt x="35" y="132"/>
                      <a:pt x="35" y="132"/>
                    </a:cubicBezTo>
                    <a:cubicBezTo>
                      <a:pt x="79" y="132"/>
                      <a:pt x="79" y="132"/>
                      <a:pt x="79" y="132"/>
                    </a:cubicBezTo>
                    <a:cubicBezTo>
                      <a:pt x="122" y="132"/>
                      <a:pt x="122" y="132"/>
                      <a:pt x="122" y="132"/>
                    </a:cubicBezTo>
                    <a:cubicBezTo>
                      <a:pt x="122" y="49"/>
                      <a:pt x="122" y="49"/>
                      <a:pt x="122" y="49"/>
                    </a:cubicBezTo>
                    <a:cubicBezTo>
                      <a:pt x="128" y="54"/>
                      <a:pt x="142" y="69"/>
                      <a:pt x="142" y="69"/>
                    </a:cubicBezTo>
                    <a:cubicBezTo>
                      <a:pt x="157" y="47"/>
                      <a:pt x="157" y="47"/>
                      <a:pt x="157" y="47"/>
                    </a:cubicBezTo>
                    <a:cubicBezTo>
                      <a:pt x="149" y="27"/>
                      <a:pt x="105" y="0"/>
                      <a:pt x="10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7" name="Freeform 92"/>
              <p:cNvSpPr/>
              <p:nvPr/>
            </p:nvSpPr>
            <p:spPr bwMode="auto">
              <a:xfrm>
                <a:off x="-3452813" y="-431800"/>
                <a:ext cx="165100" cy="49213"/>
              </a:xfrm>
              <a:custGeom>
                <a:avLst/>
                <a:gdLst>
                  <a:gd name="T0" fmla="*/ 22 w 44"/>
                  <a:gd name="T1" fmla="*/ 13 h 13"/>
                  <a:gd name="T2" fmla="*/ 44 w 44"/>
                  <a:gd name="T3" fmla="*/ 4 h 13"/>
                  <a:gd name="T4" fmla="*/ 43 w 44"/>
                  <a:gd name="T5" fmla="*/ 1 h 13"/>
                  <a:gd name="T6" fmla="*/ 40 w 44"/>
                  <a:gd name="T7" fmla="*/ 2 h 13"/>
                  <a:gd name="T8" fmla="*/ 22 w 44"/>
                  <a:gd name="T9" fmla="*/ 8 h 13"/>
                  <a:gd name="T10" fmla="*/ 5 w 44"/>
                  <a:gd name="T11" fmla="*/ 2 h 13"/>
                  <a:gd name="T12" fmla="*/ 2 w 44"/>
                  <a:gd name="T13" fmla="*/ 1 h 13"/>
                  <a:gd name="T14" fmla="*/ 1 w 44"/>
                  <a:gd name="T15" fmla="*/ 4 h 13"/>
                  <a:gd name="T16" fmla="*/ 22 w 44"/>
                  <a:gd name="T17" fmla="*/ 13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13">
                    <a:moveTo>
                      <a:pt x="22" y="13"/>
                    </a:moveTo>
                    <a:cubicBezTo>
                      <a:pt x="32" y="13"/>
                      <a:pt x="41" y="9"/>
                      <a:pt x="44" y="4"/>
                    </a:cubicBezTo>
                    <a:cubicBezTo>
                      <a:pt x="44" y="3"/>
                      <a:pt x="44" y="1"/>
                      <a:pt x="43" y="1"/>
                    </a:cubicBezTo>
                    <a:cubicBezTo>
                      <a:pt x="42" y="0"/>
                      <a:pt x="40" y="0"/>
                      <a:pt x="40" y="2"/>
                    </a:cubicBezTo>
                    <a:cubicBezTo>
                      <a:pt x="38" y="5"/>
                      <a:pt x="31" y="8"/>
                      <a:pt x="22" y="8"/>
                    </a:cubicBezTo>
                    <a:cubicBezTo>
                      <a:pt x="13" y="8"/>
                      <a:pt x="7" y="5"/>
                      <a:pt x="5" y="2"/>
                    </a:cubicBezTo>
                    <a:cubicBezTo>
                      <a:pt x="4" y="0"/>
                      <a:pt x="3" y="0"/>
                      <a:pt x="2" y="1"/>
                    </a:cubicBezTo>
                    <a:cubicBezTo>
                      <a:pt x="0" y="1"/>
                      <a:pt x="0" y="3"/>
                      <a:pt x="1" y="4"/>
                    </a:cubicBezTo>
                    <a:cubicBezTo>
                      <a:pt x="4" y="9"/>
                      <a:pt x="12" y="13"/>
                      <a:pt x="22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8" name="Freeform 93"/>
              <p:cNvSpPr/>
              <p:nvPr/>
            </p:nvSpPr>
            <p:spPr bwMode="auto">
              <a:xfrm>
                <a:off x="-3986213" y="5511800"/>
                <a:ext cx="187325" cy="211138"/>
              </a:xfrm>
              <a:custGeom>
                <a:avLst/>
                <a:gdLst>
                  <a:gd name="T0" fmla="*/ 32 w 50"/>
                  <a:gd name="T1" fmla="*/ 0 h 56"/>
                  <a:gd name="T2" fmla="*/ 13 w 50"/>
                  <a:gd name="T3" fmla="*/ 15 h 56"/>
                  <a:gd name="T4" fmla="*/ 6 w 50"/>
                  <a:gd name="T5" fmla="*/ 17 h 56"/>
                  <a:gd name="T6" fmla="*/ 6 w 50"/>
                  <a:gd name="T7" fmla="*/ 17 h 56"/>
                  <a:gd name="T8" fmla="*/ 13 w 50"/>
                  <a:gd name="T9" fmla="*/ 51 h 56"/>
                  <a:gd name="T10" fmla="*/ 44 w 50"/>
                  <a:gd name="T11" fmla="*/ 35 h 56"/>
                  <a:gd name="T12" fmla="*/ 37 w 50"/>
                  <a:gd name="T13" fmla="*/ 2 h 56"/>
                  <a:gd name="T14" fmla="*/ 32 w 50"/>
                  <a:gd name="T15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56">
                    <a:moveTo>
                      <a:pt x="32" y="0"/>
                    </a:moveTo>
                    <a:cubicBezTo>
                      <a:pt x="28" y="7"/>
                      <a:pt x="21" y="12"/>
                      <a:pt x="13" y="15"/>
                    </a:cubicBezTo>
                    <a:cubicBezTo>
                      <a:pt x="11" y="16"/>
                      <a:pt x="9" y="16"/>
                      <a:pt x="6" y="17"/>
                    </a:cubicBezTo>
                    <a:cubicBezTo>
                      <a:pt x="6" y="17"/>
                      <a:pt x="6" y="17"/>
                      <a:pt x="6" y="17"/>
                    </a:cubicBezTo>
                    <a:cubicBezTo>
                      <a:pt x="0" y="31"/>
                      <a:pt x="3" y="46"/>
                      <a:pt x="13" y="51"/>
                    </a:cubicBezTo>
                    <a:cubicBezTo>
                      <a:pt x="24" y="56"/>
                      <a:pt x="38" y="49"/>
                      <a:pt x="44" y="35"/>
                    </a:cubicBezTo>
                    <a:cubicBezTo>
                      <a:pt x="50" y="21"/>
                      <a:pt x="47" y="6"/>
                      <a:pt x="37" y="2"/>
                    </a:cubicBezTo>
                    <a:cubicBezTo>
                      <a:pt x="35" y="1"/>
                      <a:pt x="34" y="0"/>
                      <a:pt x="3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49" name="Freeform 94"/>
              <p:cNvSpPr/>
              <p:nvPr/>
            </p:nvSpPr>
            <p:spPr bwMode="auto">
              <a:xfrm>
                <a:off x="-4222750" y="5264150"/>
                <a:ext cx="379413" cy="300038"/>
              </a:xfrm>
              <a:custGeom>
                <a:avLst/>
                <a:gdLst>
                  <a:gd name="T0" fmla="*/ 35 w 101"/>
                  <a:gd name="T1" fmla="*/ 73 h 80"/>
                  <a:gd name="T2" fmla="*/ 73 w 101"/>
                  <a:gd name="T3" fmla="*/ 76 h 80"/>
                  <a:gd name="T4" fmla="*/ 75 w 101"/>
                  <a:gd name="T5" fmla="*/ 76 h 80"/>
                  <a:gd name="T6" fmla="*/ 89 w 101"/>
                  <a:gd name="T7" fmla="*/ 66 h 80"/>
                  <a:gd name="T8" fmla="*/ 93 w 101"/>
                  <a:gd name="T9" fmla="*/ 60 h 80"/>
                  <a:gd name="T10" fmla="*/ 66 w 101"/>
                  <a:gd name="T11" fmla="*/ 7 h 80"/>
                  <a:gd name="T12" fmla="*/ 26 w 101"/>
                  <a:gd name="T13" fmla="*/ 4 h 80"/>
                  <a:gd name="T14" fmla="*/ 8 w 101"/>
                  <a:gd name="T15" fmla="*/ 20 h 80"/>
                  <a:gd name="T16" fmla="*/ 35 w 101"/>
                  <a:gd name="T17" fmla="*/ 73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" h="80">
                    <a:moveTo>
                      <a:pt x="35" y="73"/>
                    </a:moveTo>
                    <a:cubicBezTo>
                      <a:pt x="48" y="79"/>
                      <a:pt x="62" y="80"/>
                      <a:pt x="73" y="76"/>
                    </a:cubicBezTo>
                    <a:cubicBezTo>
                      <a:pt x="74" y="76"/>
                      <a:pt x="74" y="76"/>
                      <a:pt x="75" y="76"/>
                    </a:cubicBezTo>
                    <a:cubicBezTo>
                      <a:pt x="80" y="74"/>
                      <a:pt x="85" y="71"/>
                      <a:pt x="89" y="66"/>
                    </a:cubicBezTo>
                    <a:cubicBezTo>
                      <a:pt x="91" y="64"/>
                      <a:pt x="92" y="62"/>
                      <a:pt x="93" y="60"/>
                    </a:cubicBezTo>
                    <a:cubicBezTo>
                      <a:pt x="101" y="42"/>
                      <a:pt x="89" y="18"/>
                      <a:pt x="66" y="7"/>
                    </a:cubicBezTo>
                    <a:cubicBezTo>
                      <a:pt x="52" y="1"/>
                      <a:pt x="38" y="0"/>
                      <a:pt x="26" y="4"/>
                    </a:cubicBezTo>
                    <a:cubicBezTo>
                      <a:pt x="18" y="7"/>
                      <a:pt x="12" y="13"/>
                      <a:pt x="8" y="20"/>
                    </a:cubicBezTo>
                    <a:cubicBezTo>
                      <a:pt x="0" y="38"/>
                      <a:pt x="12" y="62"/>
                      <a:pt x="35" y="7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0" name="Freeform 95"/>
              <p:cNvSpPr/>
              <p:nvPr/>
            </p:nvSpPr>
            <p:spPr bwMode="auto">
              <a:xfrm>
                <a:off x="-3752850" y="5448300"/>
                <a:ext cx="220663" cy="165100"/>
              </a:xfrm>
              <a:custGeom>
                <a:avLst/>
                <a:gdLst>
                  <a:gd name="T0" fmla="*/ 54 w 59"/>
                  <a:gd name="T1" fmla="*/ 31 h 44"/>
                  <a:gd name="T2" fmla="*/ 38 w 59"/>
                  <a:gd name="T3" fmla="*/ 0 h 44"/>
                  <a:gd name="T4" fmla="*/ 38 w 59"/>
                  <a:gd name="T5" fmla="*/ 0 h 44"/>
                  <a:gd name="T6" fmla="*/ 31 w 59"/>
                  <a:gd name="T7" fmla="*/ 3 h 44"/>
                  <a:gd name="T8" fmla="*/ 7 w 59"/>
                  <a:gd name="T9" fmla="*/ 4 h 44"/>
                  <a:gd name="T10" fmla="*/ 5 w 59"/>
                  <a:gd name="T11" fmla="*/ 8 h 44"/>
                  <a:gd name="T12" fmla="*/ 21 w 59"/>
                  <a:gd name="T13" fmla="*/ 38 h 44"/>
                  <a:gd name="T14" fmla="*/ 54 w 59"/>
                  <a:gd name="T15" fmla="*/ 3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9" h="44">
                    <a:moveTo>
                      <a:pt x="54" y="31"/>
                    </a:moveTo>
                    <a:cubicBezTo>
                      <a:pt x="59" y="20"/>
                      <a:pt x="52" y="7"/>
                      <a:pt x="38" y="0"/>
                    </a:cubicBezTo>
                    <a:cubicBezTo>
                      <a:pt x="38" y="0"/>
                      <a:pt x="38" y="0"/>
                      <a:pt x="38" y="0"/>
                    </a:cubicBezTo>
                    <a:cubicBezTo>
                      <a:pt x="36" y="1"/>
                      <a:pt x="33" y="2"/>
                      <a:pt x="31" y="3"/>
                    </a:cubicBezTo>
                    <a:cubicBezTo>
                      <a:pt x="23" y="6"/>
                      <a:pt x="15" y="6"/>
                      <a:pt x="7" y="4"/>
                    </a:cubicBezTo>
                    <a:cubicBezTo>
                      <a:pt x="6" y="5"/>
                      <a:pt x="6" y="6"/>
                      <a:pt x="5" y="8"/>
                    </a:cubicBezTo>
                    <a:cubicBezTo>
                      <a:pt x="0" y="18"/>
                      <a:pt x="7" y="32"/>
                      <a:pt x="21" y="38"/>
                    </a:cubicBezTo>
                    <a:cubicBezTo>
                      <a:pt x="34" y="44"/>
                      <a:pt x="49" y="41"/>
                      <a:pt x="54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1" name="Freeform 96"/>
              <p:cNvSpPr/>
              <p:nvPr/>
            </p:nvSpPr>
            <p:spPr bwMode="auto">
              <a:xfrm>
                <a:off x="-3824288" y="5106988"/>
                <a:ext cx="330200" cy="344488"/>
              </a:xfrm>
              <a:custGeom>
                <a:avLst/>
                <a:gdLst>
                  <a:gd name="T0" fmla="*/ 64 w 88"/>
                  <a:gd name="T1" fmla="*/ 4 h 92"/>
                  <a:gd name="T2" fmla="*/ 40 w 88"/>
                  <a:gd name="T3" fmla="*/ 3 h 92"/>
                  <a:gd name="T4" fmla="*/ 11 w 88"/>
                  <a:gd name="T5" fmla="*/ 31 h 92"/>
                  <a:gd name="T6" fmla="*/ 24 w 88"/>
                  <a:gd name="T7" fmla="*/ 89 h 92"/>
                  <a:gd name="T8" fmla="*/ 31 w 88"/>
                  <a:gd name="T9" fmla="*/ 91 h 92"/>
                  <a:gd name="T10" fmla="*/ 48 w 88"/>
                  <a:gd name="T11" fmla="*/ 89 h 92"/>
                  <a:gd name="T12" fmla="*/ 50 w 88"/>
                  <a:gd name="T13" fmla="*/ 89 h 92"/>
                  <a:gd name="T14" fmla="*/ 77 w 88"/>
                  <a:gd name="T15" fmla="*/ 62 h 92"/>
                  <a:gd name="T16" fmla="*/ 64 w 88"/>
                  <a:gd name="T17" fmla="*/ 4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8" h="92">
                    <a:moveTo>
                      <a:pt x="64" y="4"/>
                    </a:moveTo>
                    <a:cubicBezTo>
                      <a:pt x="57" y="0"/>
                      <a:pt x="48" y="0"/>
                      <a:pt x="40" y="3"/>
                    </a:cubicBezTo>
                    <a:cubicBezTo>
                      <a:pt x="29" y="7"/>
                      <a:pt x="18" y="17"/>
                      <a:pt x="11" y="31"/>
                    </a:cubicBezTo>
                    <a:cubicBezTo>
                      <a:pt x="0" y="54"/>
                      <a:pt x="6" y="80"/>
                      <a:pt x="24" y="89"/>
                    </a:cubicBezTo>
                    <a:cubicBezTo>
                      <a:pt x="27" y="90"/>
                      <a:pt x="29" y="90"/>
                      <a:pt x="31" y="91"/>
                    </a:cubicBezTo>
                    <a:cubicBezTo>
                      <a:pt x="37" y="92"/>
                      <a:pt x="43" y="91"/>
                      <a:pt x="48" y="89"/>
                    </a:cubicBezTo>
                    <a:cubicBezTo>
                      <a:pt x="49" y="89"/>
                      <a:pt x="49" y="89"/>
                      <a:pt x="50" y="89"/>
                    </a:cubicBezTo>
                    <a:cubicBezTo>
                      <a:pt x="61" y="84"/>
                      <a:pt x="71" y="75"/>
                      <a:pt x="77" y="62"/>
                    </a:cubicBezTo>
                    <a:cubicBezTo>
                      <a:pt x="88" y="38"/>
                      <a:pt x="82" y="12"/>
                      <a:pt x="64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2" name="Freeform 97"/>
              <p:cNvSpPr/>
              <p:nvPr/>
            </p:nvSpPr>
            <p:spPr bwMode="auto">
              <a:xfrm>
                <a:off x="-3944938" y="5203825"/>
                <a:ext cx="225425" cy="439738"/>
              </a:xfrm>
              <a:custGeom>
                <a:avLst/>
                <a:gdLst>
                  <a:gd name="T0" fmla="*/ 30 w 60"/>
                  <a:gd name="T1" fmla="*/ 6 h 117"/>
                  <a:gd name="T2" fmla="*/ 25 w 60"/>
                  <a:gd name="T3" fmla="*/ 3 h 117"/>
                  <a:gd name="T4" fmla="*/ 21 w 60"/>
                  <a:gd name="T5" fmla="*/ 17 h 117"/>
                  <a:gd name="T6" fmla="*/ 19 w 60"/>
                  <a:gd name="T7" fmla="*/ 17 h 117"/>
                  <a:gd name="T8" fmla="*/ 17 w 60"/>
                  <a:gd name="T9" fmla="*/ 18 h 117"/>
                  <a:gd name="T10" fmla="*/ 5 w 60"/>
                  <a:gd name="T11" fmla="*/ 11 h 117"/>
                  <a:gd name="T12" fmla="*/ 3 w 60"/>
                  <a:gd name="T13" fmla="*/ 15 h 117"/>
                  <a:gd name="T14" fmla="*/ 14 w 60"/>
                  <a:gd name="T15" fmla="*/ 23 h 117"/>
                  <a:gd name="T16" fmla="*/ 15 w 60"/>
                  <a:gd name="T17" fmla="*/ 26 h 117"/>
                  <a:gd name="T18" fmla="*/ 20 w 60"/>
                  <a:gd name="T19" fmla="*/ 41 h 117"/>
                  <a:gd name="T20" fmla="*/ 26 w 60"/>
                  <a:gd name="T21" fmla="*/ 59 h 117"/>
                  <a:gd name="T22" fmla="*/ 45 w 60"/>
                  <a:gd name="T23" fmla="*/ 112 h 117"/>
                  <a:gd name="T24" fmla="*/ 54 w 60"/>
                  <a:gd name="T25" fmla="*/ 116 h 117"/>
                  <a:gd name="T26" fmla="*/ 59 w 60"/>
                  <a:gd name="T27" fmla="*/ 107 h 117"/>
                  <a:gd name="T28" fmla="*/ 40 w 60"/>
                  <a:gd name="T29" fmla="*/ 55 h 117"/>
                  <a:gd name="T30" fmla="*/ 33 w 60"/>
                  <a:gd name="T31" fmla="*/ 37 h 117"/>
                  <a:gd name="T32" fmla="*/ 28 w 60"/>
                  <a:gd name="T33" fmla="*/ 21 h 117"/>
                  <a:gd name="T34" fmla="*/ 26 w 60"/>
                  <a:gd name="T35" fmla="*/ 19 h 117"/>
                  <a:gd name="T36" fmla="*/ 30 w 60"/>
                  <a:gd name="T37" fmla="*/ 6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0" h="117">
                    <a:moveTo>
                      <a:pt x="30" y="6"/>
                    </a:moveTo>
                    <a:cubicBezTo>
                      <a:pt x="31" y="3"/>
                      <a:pt x="27" y="0"/>
                      <a:pt x="25" y="3"/>
                    </a:cubicBezTo>
                    <a:cubicBezTo>
                      <a:pt x="23" y="8"/>
                      <a:pt x="22" y="12"/>
                      <a:pt x="21" y="17"/>
                    </a:cubicBezTo>
                    <a:cubicBezTo>
                      <a:pt x="20" y="17"/>
                      <a:pt x="20" y="17"/>
                      <a:pt x="19" y="17"/>
                    </a:cubicBezTo>
                    <a:cubicBezTo>
                      <a:pt x="18" y="17"/>
                      <a:pt x="17" y="18"/>
                      <a:pt x="17" y="18"/>
                    </a:cubicBezTo>
                    <a:cubicBezTo>
                      <a:pt x="13" y="15"/>
                      <a:pt x="10" y="12"/>
                      <a:pt x="5" y="11"/>
                    </a:cubicBezTo>
                    <a:cubicBezTo>
                      <a:pt x="2" y="9"/>
                      <a:pt x="0" y="14"/>
                      <a:pt x="3" y="15"/>
                    </a:cubicBezTo>
                    <a:cubicBezTo>
                      <a:pt x="7" y="17"/>
                      <a:pt x="11" y="20"/>
                      <a:pt x="14" y="23"/>
                    </a:cubicBezTo>
                    <a:cubicBezTo>
                      <a:pt x="14" y="24"/>
                      <a:pt x="14" y="25"/>
                      <a:pt x="15" y="26"/>
                    </a:cubicBezTo>
                    <a:cubicBezTo>
                      <a:pt x="20" y="41"/>
                      <a:pt x="20" y="41"/>
                      <a:pt x="20" y="41"/>
                    </a:cubicBezTo>
                    <a:cubicBezTo>
                      <a:pt x="26" y="59"/>
                      <a:pt x="26" y="59"/>
                      <a:pt x="26" y="59"/>
                    </a:cubicBezTo>
                    <a:cubicBezTo>
                      <a:pt x="45" y="112"/>
                      <a:pt x="45" y="112"/>
                      <a:pt x="45" y="112"/>
                    </a:cubicBezTo>
                    <a:cubicBezTo>
                      <a:pt x="47" y="116"/>
                      <a:pt x="51" y="117"/>
                      <a:pt x="54" y="116"/>
                    </a:cubicBezTo>
                    <a:cubicBezTo>
                      <a:pt x="58" y="115"/>
                      <a:pt x="60" y="111"/>
                      <a:pt x="59" y="107"/>
                    </a:cubicBezTo>
                    <a:cubicBezTo>
                      <a:pt x="40" y="55"/>
                      <a:pt x="40" y="55"/>
                      <a:pt x="40" y="55"/>
                    </a:cubicBezTo>
                    <a:cubicBezTo>
                      <a:pt x="33" y="37"/>
                      <a:pt x="33" y="37"/>
                      <a:pt x="33" y="37"/>
                    </a:cubicBezTo>
                    <a:cubicBezTo>
                      <a:pt x="28" y="21"/>
                      <a:pt x="28" y="21"/>
                      <a:pt x="28" y="21"/>
                    </a:cubicBezTo>
                    <a:cubicBezTo>
                      <a:pt x="27" y="20"/>
                      <a:pt x="27" y="19"/>
                      <a:pt x="26" y="19"/>
                    </a:cubicBezTo>
                    <a:cubicBezTo>
                      <a:pt x="26" y="14"/>
                      <a:pt x="28" y="10"/>
                      <a:pt x="3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3" name="Freeform 98"/>
              <p:cNvSpPr/>
              <p:nvPr/>
            </p:nvSpPr>
            <p:spPr bwMode="auto">
              <a:xfrm>
                <a:off x="-6589713" y="4914900"/>
                <a:ext cx="206375" cy="307975"/>
              </a:xfrm>
              <a:custGeom>
                <a:avLst/>
                <a:gdLst>
                  <a:gd name="T0" fmla="*/ 130 w 130"/>
                  <a:gd name="T1" fmla="*/ 35 h 194"/>
                  <a:gd name="T2" fmla="*/ 99 w 130"/>
                  <a:gd name="T3" fmla="*/ 35 h 194"/>
                  <a:gd name="T4" fmla="*/ 116 w 130"/>
                  <a:gd name="T5" fmla="*/ 0 h 194"/>
                  <a:gd name="T6" fmla="*/ 73 w 130"/>
                  <a:gd name="T7" fmla="*/ 0 h 194"/>
                  <a:gd name="T8" fmla="*/ 68 w 130"/>
                  <a:gd name="T9" fmla="*/ 0 h 194"/>
                  <a:gd name="T10" fmla="*/ 49 w 130"/>
                  <a:gd name="T11" fmla="*/ 0 h 194"/>
                  <a:gd name="T12" fmla="*/ 9 w 130"/>
                  <a:gd name="T13" fmla="*/ 83 h 194"/>
                  <a:gd name="T14" fmla="*/ 45 w 130"/>
                  <a:gd name="T15" fmla="*/ 83 h 194"/>
                  <a:gd name="T16" fmla="*/ 0 w 130"/>
                  <a:gd name="T17" fmla="*/ 194 h 194"/>
                  <a:gd name="T18" fmla="*/ 130 w 130"/>
                  <a:gd name="T19" fmla="*/ 35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0" h="194">
                    <a:moveTo>
                      <a:pt x="130" y="35"/>
                    </a:moveTo>
                    <a:lnTo>
                      <a:pt x="99" y="35"/>
                    </a:lnTo>
                    <a:lnTo>
                      <a:pt x="116" y="0"/>
                    </a:lnTo>
                    <a:lnTo>
                      <a:pt x="73" y="0"/>
                    </a:lnTo>
                    <a:lnTo>
                      <a:pt x="68" y="0"/>
                    </a:lnTo>
                    <a:lnTo>
                      <a:pt x="49" y="0"/>
                    </a:lnTo>
                    <a:lnTo>
                      <a:pt x="9" y="83"/>
                    </a:lnTo>
                    <a:lnTo>
                      <a:pt x="45" y="83"/>
                    </a:lnTo>
                    <a:lnTo>
                      <a:pt x="0" y="194"/>
                    </a:lnTo>
                    <a:lnTo>
                      <a:pt x="130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4" name="Freeform 99"/>
              <p:cNvSpPr/>
              <p:nvPr/>
            </p:nvSpPr>
            <p:spPr bwMode="auto">
              <a:xfrm>
                <a:off x="-6707188" y="4551363"/>
                <a:ext cx="563563" cy="344488"/>
              </a:xfrm>
              <a:custGeom>
                <a:avLst/>
                <a:gdLst>
                  <a:gd name="T0" fmla="*/ 0 w 150"/>
                  <a:gd name="T1" fmla="*/ 76 h 92"/>
                  <a:gd name="T2" fmla="*/ 16 w 150"/>
                  <a:gd name="T3" fmla="*/ 92 h 92"/>
                  <a:gd name="T4" fmla="*/ 54 w 150"/>
                  <a:gd name="T5" fmla="*/ 92 h 92"/>
                  <a:gd name="T6" fmla="*/ 60 w 150"/>
                  <a:gd name="T7" fmla="*/ 92 h 92"/>
                  <a:gd name="T8" fmla="*/ 62 w 150"/>
                  <a:gd name="T9" fmla="*/ 92 h 92"/>
                  <a:gd name="T10" fmla="*/ 83 w 150"/>
                  <a:gd name="T11" fmla="*/ 92 h 92"/>
                  <a:gd name="T12" fmla="*/ 124 w 150"/>
                  <a:gd name="T13" fmla="*/ 92 h 92"/>
                  <a:gd name="T14" fmla="*/ 150 w 150"/>
                  <a:gd name="T15" fmla="*/ 66 h 92"/>
                  <a:gd name="T16" fmla="*/ 124 w 150"/>
                  <a:gd name="T17" fmla="*/ 39 h 92"/>
                  <a:gd name="T18" fmla="*/ 106 w 150"/>
                  <a:gd name="T19" fmla="*/ 45 h 92"/>
                  <a:gd name="T20" fmla="*/ 60 w 150"/>
                  <a:gd name="T21" fmla="*/ 0 h 92"/>
                  <a:gd name="T22" fmla="*/ 14 w 150"/>
                  <a:gd name="T23" fmla="*/ 46 h 92"/>
                  <a:gd name="T24" fmla="*/ 16 w 150"/>
                  <a:gd name="T25" fmla="*/ 60 h 92"/>
                  <a:gd name="T26" fmla="*/ 0 w 150"/>
                  <a:gd name="T27" fmla="*/ 76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0" h="92">
                    <a:moveTo>
                      <a:pt x="0" y="76"/>
                    </a:moveTo>
                    <a:cubicBezTo>
                      <a:pt x="0" y="85"/>
                      <a:pt x="7" y="92"/>
                      <a:pt x="16" y="92"/>
                    </a:cubicBezTo>
                    <a:cubicBezTo>
                      <a:pt x="54" y="92"/>
                      <a:pt x="54" y="92"/>
                      <a:pt x="54" y="92"/>
                    </a:cubicBezTo>
                    <a:cubicBezTo>
                      <a:pt x="60" y="92"/>
                      <a:pt x="60" y="92"/>
                      <a:pt x="60" y="92"/>
                    </a:cubicBezTo>
                    <a:cubicBezTo>
                      <a:pt x="62" y="92"/>
                      <a:pt x="62" y="92"/>
                      <a:pt x="62" y="92"/>
                    </a:cubicBezTo>
                    <a:cubicBezTo>
                      <a:pt x="83" y="92"/>
                      <a:pt x="83" y="92"/>
                      <a:pt x="83" y="92"/>
                    </a:cubicBezTo>
                    <a:cubicBezTo>
                      <a:pt x="124" y="92"/>
                      <a:pt x="124" y="92"/>
                      <a:pt x="124" y="92"/>
                    </a:cubicBezTo>
                    <a:cubicBezTo>
                      <a:pt x="138" y="92"/>
                      <a:pt x="150" y="80"/>
                      <a:pt x="150" y="66"/>
                    </a:cubicBezTo>
                    <a:cubicBezTo>
                      <a:pt x="150" y="51"/>
                      <a:pt x="138" y="39"/>
                      <a:pt x="124" y="39"/>
                    </a:cubicBezTo>
                    <a:cubicBezTo>
                      <a:pt x="117" y="39"/>
                      <a:pt x="111" y="41"/>
                      <a:pt x="106" y="45"/>
                    </a:cubicBezTo>
                    <a:cubicBezTo>
                      <a:pt x="106" y="20"/>
                      <a:pt x="85" y="0"/>
                      <a:pt x="60" y="0"/>
                    </a:cubicBezTo>
                    <a:cubicBezTo>
                      <a:pt x="34" y="0"/>
                      <a:pt x="14" y="21"/>
                      <a:pt x="14" y="46"/>
                    </a:cubicBezTo>
                    <a:cubicBezTo>
                      <a:pt x="14" y="51"/>
                      <a:pt x="14" y="55"/>
                      <a:pt x="16" y="60"/>
                    </a:cubicBezTo>
                    <a:cubicBezTo>
                      <a:pt x="7" y="60"/>
                      <a:pt x="0" y="67"/>
                      <a:pt x="0" y="7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5" name="Freeform 100"/>
              <p:cNvSpPr>
                <a:spLocks noEditPoints="1"/>
              </p:cNvSpPr>
              <p:nvPr/>
            </p:nvSpPr>
            <p:spPr bwMode="auto">
              <a:xfrm>
                <a:off x="-2974975" y="3567113"/>
                <a:ext cx="649288" cy="322263"/>
              </a:xfrm>
              <a:custGeom>
                <a:avLst/>
                <a:gdLst>
                  <a:gd name="T0" fmla="*/ 149 w 173"/>
                  <a:gd name="T1" fmla="*/ 61 h 86"/>
                  <a:gd name="T2" fmla="*/ 173 w 173"/>
                  <a:gd name="T3" fmla="*/ 31 h 86"/>
                  <a:gd name="T4" fmla="*/ 149 w 173"/>
                  <a:gd name="T5" fmla="*/ 1 h 86"/>
                  <a:gd name="T6" fmla="*/ 149 w 173"/>
                  <a:gd name="T7" fmla="*/ 15 h 86"/>
                  <a:gd name="T8" fmla="*/ 160 w 173"/>
                  <a:gd name="T9" fmla="*/ 31 h 86"/>
                  <a:gd name="T10" fmla="*/ 149 w 173"/>
                  <a:gd name="T11" fmla="*/ 47 h 86"/>
                  <a:gd name="T12" fmla="*/ 149 w 173"/>
                  <a:gd name="T13" fmla="*/ 61 h 86"/>
                  <a:gd name="T14" fmla="*/ 73 w 173"/>
                  <a:gd name="T15" fmla="*/ 86 h 86"/>
                  <a:gd name="T16" fmla="*/ 130 w 173"/>
                  <a:gd name="T17" fmla="*/ 59 h 86"/>
                  <a:gd name="T18" fmla="*/ 143 w 173"/>
                  <a:gd name="T19" fmla="*/ 61 h 86"/>
                  <a:gd name="T20" fmla="*/ 149 w 173"/>
                  <a:gd name="T21" fmla="*/ 61 h 86"/>
                  <a:gd name="T22" fmla="*/ 149 w 173"/>
                  <a:gd name="T23" fmla="*/ 47 h 86"/>
                  <a:gd name="T24" fmla="*/ 143 w 173"/>
                  <a:gd name="T25" fmla="*/ 48 h 86"/>
                  <a:gd name="T26" fmla="*/ 137 w 173"/>
                  <a:gd name="T27" fmla="*/ 47 h 86"/>
                  <a:gd name="T28" fmla="*/ 145 w 173"/>
                  <a:gd name="T29" fmla="*/ 14 h 86"/>
                  <a:gd name="T30" fmla="*/ 145 w 173"/>
                  <a:gd name="T31" fmla="*/ 14 h 86"/>
                  <a:gd name="T32" fmla="*/ 145 w 173"/>
                  <a:gd name="T33" fmla="*/ 14 h 86"/>
                  <a:gd name="T34" fmla="*/ 149 w 173"/>
                  <a:gd name="T35" fmla="*/ 15 h 86"/>
                  <a:gd name="T36" fmla="*/ 149 w 173"/>
                  <a:gd name="T37" fmla="*/ 1 h 86"/>
                  <a:gd name="T38" fmla="*/ 144 w 173"/>
                  <a:gd name="T39" fmla="*/ 0 h 86"/>
                  <a:gd name="T40" fmla="*/ 144 w 173"/>
                  <a:gd name="T41" fmla="*/ 0 h 86"/>
                  <a:gd name="T42" fmla="*/ 2 w 173"/>
                  <a:gd name="T43" fmla="*/ 0 h 86"/>
                  <a:gd name="T44" fmla="*/ 0 w 173"/>
                  <a:gd name="T45" fmla="*/ 14 h 86"/>
                  <a:gd name="T46" fmla="*/ 73 w 173"/>
                  <a:gd name="T47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73" h="86">
                    <a:moveTo>
                      <a:pt x="149" y="61"/>
                    </a:moveTo>
                    <a:cubicBezTo>
                      <a:pt x="163" y="58"/>
                      <a:pt x="173" y="46"/>
                      <a:pt x="173" y="31"/>
                    </a:cubicBezTo>
                    <a:cubicBezTo>
                      <a:pt x="173" y="16"/>
                      <a:pt x="163" y="4"/>
                      <a:pt x="149" y="1"/>
                    </a:cubicBezTo>
                    <a:cubicBezTo>
                      <a:pt x="149" y="15"/>
                      <a:pt x="149" y="15"/>
                      <a:pt x="149" y="15"/>
                    </a:cubicBezTo>
                    <a:cubicBezTo>
                      <a:pt x="155" y="17"/>
                      <a:pt x="160" y="23"/>
                      <a:pt x="160" y="31"/>
                    </a:cubicBezTo>
                    <a:cubicBezTo>
                      <a:pt x="160" y="38"/>
                      <a:pt x="155" y="45"/>
                      <a:pt x="149" y="47"/>
                    </a:cubicBezTo>
                    <a:lnTo>
                      <a:pt x="149" y="61"/>
                    </a:lnTo>
                    <a:close/>
                    <a:moveTo>
                      <a:pt x="73" y="86"/>
                    </a:moveTo>
                    <a:cubicBezTo>
                      <a:pt x="96" y="86"/>
                      <a:pt x="117" y="75"/>
                      <a:pt x="130" y="59"/>
                    </a:cubicBezTo>
                    <a:cubicBezTo>
                      <a:pt x="134" y="60"/>
                      <a:pt x="138" y="61"/>
                      <a:pt x="143" y="61"/>
                    </a:cubicBezTo>
                    <a:cubicBezTo>
                      <a:pt x="145" y="61"/>
                      <a:pt x="147" y="61"/>
                      <a:pt x="149" y="61"/>
                    </a:cubicBezTo>
                    <a:cubicBezTo>
                      <a:pt x="149" y="47"/>
                      <a:pt x="149" y="47"/>
                      <a:pt x="149" y="47"/>
                    </a:cubicBezTo>
                    <a:cubicBezTo>
                      <a:pt x="147" y="48"/>
                      <a:pt x="145" y="48"/>
                      <a:pt x="143" y="48"/>
                    </a:cubicBezTo>
                    <a:cubicBezTo>
                      <a:pt x="141" y="48"/>
                      <a:pt x="139" y="48"/>
                      <a:pt x="137" y="47"/>
                    </a:cubicBezTo>
                    <a:cubicBezTo>
                      <a:pt x="142" y="37"/>
                      <a:pt x="145" y="26"/>
                      <a:pt x="145" y="14"/>
                    </a:cubicBezTo>
                    <a:cubicBezTo>
                      <a:pt x="145" y="14"/>
                      <a:pt x="145" y="14"/>
                      <a:pt x="145" y="14"/>
                    </a:cubicBezTo>
                    <a:cubicBezTo>
                      <a:pt x="145" y="14"/>
                      <a:pt x="145" y="14"/>
                      <a:pt x="145" y="14"/>
                    </a:cubicBezTo>
                    <a:cubicBezTo>
                      <a:pt x="146" y="14"/>
                      <a:pt x="148" y="14"/>
                      <a:pt x="149" y="15"/>
                    </a:cubicBezTo>
                    <a:cubicBezTo>
                      <a:pt x="149" y="1"/>
                      <a:pt x="149" y="1"/>
                      <a:pt x="149" y="1"/>
                    </a:cubicBezTo>
                    <a:cubicBezTo>
                      <a:pt x="147" y="1"/>
                      <a:pt x="146" y="0"/>
                      <a:pt x="144" y="0"/>
                    </a:cubicBezTo>
                    <a:cubicBezTo>
                      <a:pt x="144" y="0"/>
                      <a:pt x="144" y="0"/>
                      <a:pt x="144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5"/>
                      <a:pt x="0" y="9"/>
                      <a:pt x="0" y="14"/>
                    </a:cubicBezTo>
                    <a:cubicBezTo>
                      <a:pt x="0" y="54"/>
                      <a:pt x="33" y="86"/>
                      <a:pt x="73" y="8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6" name="Rectangle 101"/>
              <p:cNvSpPr>
                <a:spLocks noChangeArrowheads="1"/>
              </p:cNvSpPr>
              <p:nvPr/>
            </p:nvSpPr>
            <p:spPr bwMode="auto">
              <a:xfrm>
                <a:off x="-2974975" y="3919538"/>
                <a:ext cx="588963" cy="492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7" name="Freeform 102"/>
              <p:cNvSpPr/>
              <p:nvPr/>
            </p:nvSpPr>
            <p:spPr bwMode="auto">
              <a:xfrm>
                <a:off x="-2840038" y="3281363"/>
                <a:ext cx="104775" cy="266700"/>
              </a:xfrm>
              <a:custGeom>
                <a:avLst/>
                <a:gdLst>
                  <a:gd name="T0" fmla="*/ 10 w 28"/>
                  <a:gd name="T1" fmla="*/ 54 h 71"/>
                  <a:gd name="T2" fmla="*/ 14 w 28"/>
                  <a:gd name="T3" fmla="*/ 68 h 71"/>
                  <a:gd name="T4" fmla="*/ 26 w 28"/>
                  <a:gd name="T5" fmla="*/ 44 h 71"/>
                  <a:gd name="T6" fmla="*/ 19 w 28"/>
                  <a:gd name="T7" fmla="*/ 29 h 71"/>
                  <a:gd name="T8" fmla="*/ 18 w 28"/>
                  <a:gd name="T9" fmla="*/ 18 h 71"/>
                  <a:gd name="T10" fmla="*/ 11 w 28"/>
                  <a:gd name="T11" fmla="*/ 5 h 71"/>
                  <a:gd name="T12" fmla="*/ 3 w 28"/>
                  <a:gd name="T13" fmla="*/ 30 h 71"/>
                  <a:gd name="T14" fmla="*/ 10 w 28"/>
                  <a:gd name="T15" fmla="*/ 54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71">
                    <a:moveTo>
                      <a:pt x="10" y="54"/>
                    </a:moveTo>
                    <a:cubicBezTo>
                      <a:pt x="1" y="57"/>
                      <a:pt x="5" y="71"/>
                      <a:pt x="14" y="68"/>
                    </a:cubicBezTo>
                    <a:cubicBezTo>
                      <a:pt x="25" y="65"/>
                      <a:pt x="28" y="54"/>
                      <a:pt x="26" y="44"/>
                    </a:cubicBezTo>
                    <a:cubicBezTo>
                      <a:pt x="24" y="38"/>
                      <a:pt x="21" y="34"/>
                      <a:pt x="19" y="29"/>
                    </a:cubicBezTo>
                    <a:cubicBezTo>
                      <a:pt x="17" y="26"/>
                      <a:pt x="15" y="20"/>
                      <a:pt x="18" y="18"/>
                    </a:cubicBezTo>
                    <a:cubicBezTo>
                      <a:pt x="26" y="13"/>
                      <a:pt x="19" y="0"/>
                      <a:pt x="11" y="5"/>
                    </a:cubicBezTo>
                    <a:cubicBezTo>
                      <a:pt x="2" y="11"/>
                      <a:pt x="0" y="21"/>
                      <a:pt x="3" y="30"/>
                    </a:cubicBezTo>
                    <a:cubicBezTo>
                      <a:pt x="4" y="34"/>
                      <a:pt x="17" y="52"/>
                      <a:pt x="10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8" name="Freeform 103"/>
              <p:cNvSpPr/>
              <p:nvPr/>
            </p:nvSpPr>
            <p:spPr bwMode="auto">
              <a:xfrm>
                <a:off x="-2686050" y="3281363"/>
                <a:ext cx="104775" cy="266700"/>
              </a:xfrm>
              <a:custGeom>
                <a:avLst/>
                <a:gdLst>
                  <a:gd name="T0" fmla="*/ 10 w 28"/>
                  <a:gd name="T1" fmla="*/ 54 h 71"/>
                  <a:gd name="T2" fmla="*/ 14 w 28"/>
                  <a:gd name="T3" fmla="*/ 68 h 71"/>
                  <a:gd name="T4" fmla="*/ 25 w 28"/>
                  <a:gd name="T5" fmla="*/ 44 h 71"/>
                  <a:gd name="T6" fmla="*/ 18 w 28"/>
                  <a:gd name="T7" fmla="*/ 29 h 71"/>
                  <a:gd name="T8" fmla="*/ 18 w 28"/>
                  <a:gd name="T9" fmla="*/ 18 h 71"/>
                  <a:gd name="T10" fmla="*/ 10 w 28"/>
                  <a:gd name="T11" fmla="*/ 5 h 71"/>
                  <a:gd name="T12" fmla="*/ 3 w 28"/>
                  <a:gd name="T13" fmla="*/ 30 h 71"/>
                  <a:gd name="T14" fmla="*/ 10 w 28"/>
                  <a:gd name="T15" fmla="*/ 54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8" h="71">
                    <a:moveTo>
                      <a:pt x="10" y="54"/>
                    </a:moveTo>
                    <a:cubicBezTo>
                      <a:pt x="1" y="57"/>
                      <a:pt x="5" y="71"/>
                      <a:pt x="14" y="68"/>
                    </a:cubicBezTo>
                    <a:cubicBezTo>
                      <a:pt x="24" y="65"/>
                      <a:pt x="28" y="54"/>
                      <a:pt x="25" y="44"/>
                    </a:cubicBezTo>
                    <a:cubicBezTo>
                      <a:pt x="24" y="38"/>
                      <a:pt x="21" y="34"/>
                      <a:pt x="18" y="29"/>
                    </a:cubicBezTo>
                    <a:cubicBezTo>
                      <a:pt x="17" y="26"/>
                      <a:pt x="14" y="20"/>
                      <a:pt x="18" y="18"/>
                    </a:cubicBezTo>
                    <a:cubicBezTo>
                      <a:pt x="26" y="13"/>
                      <a:pt x="19" y="0"/>
                      <a:pt x="10" y="5"/>
                    </a:cubicBezTo>
                    <a:cubicBezTo>
                      <a:pt x="2" y="11"/>
                      <a:pt x="0" y="21"/>
                      <a:pt x="3" y="30"/>
                    </a:cubicBezTo>
                    <a:cubicBezTo>
                      <a:pt x="4" y="34"/>
                      <a:pt x="16" y="52"/>
                      <a:pt x="10" y="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59" name="Freeform 104"/>
              <p:cNvSpPr/>
              <p:nvPr/>
            </p:nvSpPr>
            <p:spPr bwMode="auto">
              <a:xfrm>
                <a:off x="-5267325" y="5068888"/>
                <a:ext cx="266700" cy="431800"/>
              </a:xfrm>
              <a:custGeom>
                <a:avLst/>
                <a:gdLst>
                  <a:gd name="T0" fmla="*/ 168 w 168"/>
                  <a:gd name="T1" fmla="*/ 158 h 272"/>
                  <a:gd name="T2" fmla="*/ 168 w 168"/>
                  <a:gd name="T3" fmla="*/ 0 h 272"/>
                  <a:gd name="T4" fmla="*/ 85 w 168"/>
                  <a:gd name="T5" fmla="*/ 0 h 272"/>
                  <a:gd name="T6" fmla="*/ 0 w 168"/>
                  <a:gd name="T7" fmla="*/ 218 h 272"/>
                  <a:gd name="T8" fmla="*/ 123 w 168"/>
                  <a:gd name="T9" fmla="*/ 272 h 272"/>
                  <a:gd name="T10" fmla="*/ 168 w 168"/>
                  <a:gd name="T11" fmla="*/ 15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8" h="272">
                    <a:moveTo>
                      <a:pt x="168" y="158"/>
                    </a:moveTo>
                    <a:lnTo>
                      <a:pt x="168" y="0"/>
                    </a:lnTo>
                    <a:lnTo>
                      <a:pt x="85" y="0"/>
                    </a:lnTo>
                    <a:lnTo>
                      <a:pt x="0" y="218"/>
                    </a:lnTo>
                    <a:lnTo>
                      <a:pt x="123" y="272"/>
                    </a:lnTo>
                    <a:lnTo>
                      <a:pt x="168" y="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60" name="Freeform 105"/>
              <p:cNvSpPr/>
              <p:nvPr/>
            </p:nvSpPr>
            <p:spPr bwMode="auto">
              <a:xfrm>
                <a:off x="-4986338" y="5068888"/>
                <a:ext cx="49213" cy="134938"/>
              </a:xfrm>
              <a:custGeom>
                <a:avLst/>
                <a:gdLst>
                  <a:gd name="T0" fmla="*/ 0 w 13"/>
                  <a:gd name="T1" fmla="*/ 36 h 36"/>
                  <a:gd name="T2" fmla="*/ 13 w 13"/>
                  <a:gd name="T3" fmla="*/ 2 h 36"/>
                  <a:gd name="T4" fmla="*/ 13 w 13"/>
                  <a:gd name="T5" fmla="*/ 0 h 36"/>
                  <a:gd name="T6" fmla="*/ 0 w 13"/>
                  <a:gd name="T7" fmla="*/ 0 h 36"/>
                  <a:gd name="T8" fmla="*/ 0 w 13"/>
                  <a:gd name="T9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36">
                    <a:moveTo>
                      <a:pt x="0" y="36"/>
                    </a:moveTo>
                    <a:cubicBezTo>
                      <a:pt x="12" y="30"/>
                      <a:pt x="13" y="14"/>
                      <a:pt x="13" y="2"/>
                    </a:cubicBezTo>
                    <a:cubicBezTo>
                      <a:pt x="13" y="1"/>
                      <a:pt x="13" y="1"/>
                      <a:pt x="13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61" name="Freeform 106"/>
              <p:cNvSpPr/>
              <p:nvPr/>
            </p:nvSpPr>
            <p:spPr bwMode="auto">
              <a:xfrm>
                <a:off x="-4986338" y="5068888"/>
                <a:ext cx="266700" cy="431800"/>
              </a:xfrm>
              <a:custGeom>
                <a:avLst/>
                <a:gdLst>
                  <a:gd name="T0" fmla="*/ 17 w 71"/>
                  <a:gd name="T1" fmla="*/ 0 h 115"/>
                  <a:gd name="T2" fmla="*/ 17 w 71"/>
                  <a:gd name="T3" fmla="*/ 2 h 115"/>
                  <a:gd name="T4" fmla="*/ 0 w 71"/>
                  <a:gd name="T5" fmla="*/ 41 h 115"/>
                  <a:gd name="T6" fmla="*/ 0 w 71"/>
                  <a:gd name="T7" fmla="*/ 67 h 115"/>
                  <a:gd name="T8" fmla="*/ 20 w 71"/>
                  <a:gd name="T9" fmla="*/ 115 h 115"/>
                  <a:gd name="T10" fmla="*/ 71 w 71"/>
                  <a:gd name="T11" fmla="*/ 92 h 115"/>
                  <a:gd name="T12" fmla="*/ 35 w 71"/>
                  <a:gd name="T13" fmla="*/ 0 h 115"/>
                  <a:gd name="T14" fmla="*/ 17 w 71"/>
                  <a:gd name="T15" fmla="*/ 0 h 1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1" h="115">
                    <a:moveTo>
                      <a:pt x="17" y="0"/>
                    </a:moveTo>
                    <a:cubicBezTo>
                      <a:pt x="17" y="1"/>
                      <a:pt x="17" y="1"/>
                      <a:pt x="17" y="2"/>
                    </a:cubicBezTo>
                    <a:cubicBezTo>
                      <a:pt x="17" y="16"/>
                      <a:pt x="15" y="34"/>
                      <a:pt x="0" y="41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20" y="115"/>
                      <a:pt x="20" y="115"/>
                      <a:pt x="20" y="115"/>
                    </a:cubicBezTo>
                    <a:cubicBezTo>
                      <a:pt x="71" y="92"/>
                      <a:pt x="71" y="92"/>
                      <a:pt x="71" y="92"/>
                    </a:cubicBezTo>
                    <a:cubicBezTo>
                      <a:pt x="35" y="0"/>
                      <a:pt x="35" y="0"/>
                      <a:pt x="35" y="0"/>
                    </a:cubicBezTo>
                    <a:lnTo>
                      <a:pt x="1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462" name="Freeform 107"/>
              <p:cNvSpPr/>
              <p:nvPr/>
            </p:nvSpPr>
            <p:spPr bwMode="auto">
              <a:xfrm>
                <a:off x="-5132388" y="5019675"/>
                <a:ext cx="277813" cy="38100"/>
              </a:xfrm>
              <a:custGeom>
                <a:avLst/>
                <a:gdLst>
                  <a:gd name="T0" fmla="*/ 175 w 175"/>
                  <a:gd name="T1" fmla="*/ 0 h 24"/>
                  <a:gd name="T2" fmla="*/ 0 w 175"/>
                  <a:gd name="T3" fmla="*/ 0 h 24"/>
                  <a:gd name="T4" fmla="*/ 0 w 175"/>
                  <a:gd name="T5" fmla="*/ 24 h 24"/>
                  <a:gd name="T6" fmla="*/ 83 w 175"/>
                  <a:gd name="T7" fmla="*/ 24 h 24"/>
                  <a:gd name="T8" fmla="*/ 92 w 175"/>
                  <a:gd name="T9" fmla="*/ 24 h 24"/>
                  <a:gd name="T10" fmla="*/ 175 w 175"/>
                  <a:gd name="T11" fmla="*/ 24 h 24"/>
                  <a:gd name="T12" fmla="*/ 175 w 175"/>
                  <a:gd name="T13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5" h="24">
                    <a:moveTo>
                      <a:pt x="175" y="0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83" y="24"/>
                    </a:lnTo>
                    <a:lnTo>
                      <a:pt x="92" y="24"/>
                    </a:lnTo>
                    <a:lnTo>
                      <a:pt x="175" y="24"/>
                    </a:lnTo>
                    <a:lnTo>
                      <a:pt x="17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</p:grpSp>
        <p:grpSp>
          <p:nvGrpSpPr>
            <p:cNvPr id="138" name="Group 61"/>
            <p:cNvGrpSpPr/>
            <p:nvPr/>
          </p:nvGrpSpPr>
          <p:grpSpPr>
            <a:xfrm flipH="1">
              <a:off x="1238133" y="1771311"/>
              <a:ext cx="3266399" cy="4731010"/>
              <a:chOff x="-6699250" y="-300038"/>
              <a:chExt cx="6051550" cy="9296401"/>
            </a:xfrm>
            <a:grpFill/>
          </p:grpSpPr>
          <p:sp>
            <p:nvSpPr>
              <p:cNvPr id="203" name="Freeform 111"/>
              <p:cNvSpPr/>
              <p:nvPr/>
            </p:nvSpPr>
            <p:spPr bwMode="auto">
              <a:xfrm>
                <a:off x="-4589463" y="3746500"/>
                <a:ext cx="450850" cy="615950"/>
              </a:xfrm>
              <a:custGeom>
                <a:avLst/>
                <a:gdLst>
                  <a:gd name="T0" fmla="*/ 65 w 120"/>
                  <a:gd name="T1" fmla="*/ 31 h 164"/>
                  <a:gd name="T2" fmla="*/ 65 w 120"/>
                  <a:gd name="T3" fmla="*/ 31 h 164"/>
                  <a:gd name="T4" fmla="*/ 65 w 120"/>
                  <a:gd name="T5" fmla="*/ 131 h 164"/>
                  <a:gd name="T6" fmla="*/ 44 w 120"/>
                  <a:gd name="T7" fmla="*/ 153 h 164"/>
                  <a:gd name="T8" fmla="*/ 15 w 120"/>
                  <a:gd name="T9" fmla="*/ 137 h 164"/>
                  <a:gd name="T10" fmla="*/ 20 w 120"/>
                  <a:gd name="T11" fmla="*/ 137 h 164"/>
                  <a:gd name="T12" fmla="*/ 20 w 120"/>
                  <a:gd name="T13" fmla="*/ 129 h 164"/>
                  <a:gd name="T14" fmla="*/ 0 w 120"/>
                  <a:gd name="T15" fmla="*/ 129 h 164"/>
                  <a:gd name="T16" fmla="*/ 0 w 120"/>
                  <a:gd name="T17" fmla="*/ 137 h 164"/>
                  <a:gd name="T18" fmla="*/ 6 w 120"/>
                  <a:gd name="T19" fmla="*/ 137 h 164"/>
                  <a:gd name="T20" fmla="*/ 41 w 120"/>
                  <a:gd name="T21" fmla="*/ 163 h 164"/>
                  <a:gd name="T22" fmla="*/ 75 w 120"/>
                  <a:gd name="T23" fmla="*/ 129 h 164"/>
                  <a:gd name="T24" fmla="*/ 74 w 120"/>
                  <a:gd name="T25" fmla="*/ 31 h 164"/>
                  <a:gd name="T26" fmla="*/ 92 w 120"/>
                  <a:gd name="T27" fmla="*/ 10 h 164"/>
                  <a:gd name="T28" fmla="*/ 110 w 120"/>
                  <a:gd name="T29" fmla="*/ 32 h 164"/>
                  <a:gd name="T30" fmla="*/ 110 w 120"/>
                  <a:gd name="T31" fmla="*/ 142 h 164"/>
                  <a:gd name="T32" fmla="*/ 120 w 120"/>
                  <a:gd name="T33" fmla="*/ 142 h 164"/>
                  <a:gd name="T34" fmla="*/ 119 w 120"/>
                  <a:gd name="T35" fmla="*/ 30 h 164"/>
                  <a:gd name="T36" fmla="*/ 93 w 120"/>
                  <a:gd name="T37" fmla="*/ 1 h 164"/>
                  <a:gd name="T38" fmla="*/ 65 w 120"/>
                  <a:gd name="T39" fmla="*/ 31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20" h="164">
                    <a:moveTo>
                      <a:pt x="65" y="31"/>
                    </a:moveTo>
                    <a:cubicBezTo>
                      <a:pt x="65" y="31"/>
                      <a:pt x="65" y="31"/>
                      <a:pt x="65" y="31"/>
                    </a:cubicBezTo>
                    <a:cubicBezTo>
                      <a:pt x="65" y="31"/>
                      <a:pt x="65" y="130"/>
                      <a:pt x="65" y="131"/>
                    </a:cubicBezTo>
                    <a:cubicBezTo>
                      <a:pt x="65" y="142"/>
                      <a:pt x="55" y="150"/>
                      <a:pt x="44" y="153"/>
                    </a:cubicBezTo>
                    <a:cubicBezTo>
                      <a:pt x="34" y="156"/>
                      <a:pt x="13" y="151"/>
                      <a:pt x="15" y="137"/>
                    </a:cubicBezTo>
                    <a:cubicBezTo>
                      <a:pt x="20" y="137"/>
                      <a:pt x="20" y="137"/>
                      <a:pt x="20" y="137"/>
                    </a:cubicBezTo>
                    <a:cubicBezTo>
                      <a:pt x="20" y="129"/>
                      <a:pt x="20" y="129"/>
                      <a:pt x="20" y="129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6" y="137"/>
                      <a:pt x="6" y="137"/>
                      <a:pt x="6" y="137"/>
                    </a:cubicBezTo>
                    <a:cubicBezTo>
                      <a:pt x="5" y="155"/>
                      <a:pt x="25" y="164"/>
                      <a:pt x="41" y="163"/>
                    </a:cubicBezTo>
                    <a:cubicBezTo>
                      <a:pt x="59" y="162"/>
                      <a:pt x="75" y="146"/>
                      <a:pt x="75" y="129"/>
                    </a:cubicBezTo>
                    <a:cubicBezTo>
                      <a:pt x="75" y="127"/>
                      <a:pt x="74" y="32"/>
                      <a:pt x="74" y="31"/>
                    </a:cubicBezTo>
                    <a:cubicBezTo>
                      <a:pt x="74" y="21"/>
                      <a:pt x="80" y="10"/>
                      <a:pt x="92" y="10"/>
                    </a:cubicBezTo>
                    <a:cubicBezTo>
                      <a:pt x="104" y="10"/>
                      <a:pt x="110" y="21"/>
                      <a:pt x="110" y="32"/>
                    </a:cubicBezTo>
                    <a:cubicBezTo>
                      <a:pt x="110" y="33"/>
                      <a:pt x="110" y="142"/>
                      <a:pt x="110" y="142"/>
                    </a:cubicBezTo>
                    <a:cubicBezTo>
                      <a:pt x="110" y="148"/>
                      <a:pt x="120" y="148"/>
                      <a:pt x="120" y="142"/>
                    </a:cubicBezTo>
                    <a:cubicBezTo>
                      <a:pt x="120" y="142"/>
                      <a:pt x="120" y="31"/>
                      <a:pt x="119" y="30"/>
                    </a:cubicBezTo>
                    <a:cubicBezTo>
                      <a:pt x="119" y="15"/>
                      <a:pt x="108" y="2"/>
                      <a:pt x="93" y="1"/>
                    </a:cubicBezTo>
                    <a:cubicBezTo>
                      <a:pt x="76" y="0"/>
                      <a:pt x="65" y="15"/>
                      <a:pt x="65" y="3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4" name="Freeform 112"/>
              <p:cNvSpPr/>
              <p:nvPr/>
            </p:nvSpPr>
            <p:spPr bwMode="auto">
              <a:xfrm>
                <a:off x="-4645025" y="3894137"/>
                <a:ext cx="187325" cy="319088"/>
              </a:xfrm>
              <a:custGeom>
                <a:avLst/>
                <a:gdLst>
                  <a:gd name="T0" fmla="*/ 15 w 50"/>
                  <a:gd name="T1" fmla="*/ 85 h 85"/>
                  <a:gd name="T2" fmla="*/ 35 w 50"/>
                  <a:gd name="T3" fmla="*/ 85 h 85"/>
                  <a:gd name="T4" fmla="*/ 41 w 50"/>
                  <a:gd name="T5" fmla="*/ 85 h 85"/>
                  <a:gd name="T6" fmla="*/ 50 w 50"/>
                  <a:gd name="T7" fmla="*/ 0 h 85"/>
                  <a:gd name="T8" fmla="*/ 25 w 50"/>
                  <a:gd name="T9" fmla="*/ 7 h 85"/>
                  <a:gd name="T10" fmla="*/ 0 w 50"/>
                  <a:gd name="T11" fmla="*/ 0 h 85"/>
                  <a:gd name="T12" fmla="*/ 8 w 50"/>
                  <a:gd name="T13" fmla="*/ 85 h 85"/>
                  <a:gd name="T14" fmla="*/ 15 w 50"/>
                  <a:gd name="T15" fmla="*/ 85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0" h="85">
                    <a:moveTo>
                      <a:pt x="15" y="85"/>
                    </a:moveTo>
                    <a:cubicBezTo>
                      <a:pt x="35" y="85"/>
                      <a:pt x="35" y="85"/>
                      <a:pt x="35" y="85"/>
                    </a:cubicBezTo>
                    <a:cubicBezTo>
                      <a:pt x="41" y="85"/>
                      <a:pt x="41" y="85"/>
                      <a:pt x="41" y="85"/>
                    </a:cubicBezTo>
                    <a:cubicBezTo>
                      <a:pt x="50" y="0"/>
                      <a:pt x="50" y="0"/>
                      <a:pt x="50" y="0"/>
                    </a:cubicBezTo>
                    <a:cubicBezTo>
                      <a:pt x="43" y="4"/>
                      <a:pt x="34" y="7"/>
                      <a:pt x="25" y="7"/>
                    </a:cubicBezTo>
                    <a:cubicBezTo>
                      <a:pt x="16" y="7"/>
                      <a:pt x="7" y="4"/>
                      <a:pt x="0" y="0"/>
                    </a:cubicBezTo>
                    <a:cubicBezTo>
                      <a:pt x="8" y="85"/>
                      <a:pt x="8" y="85"/>
                      <a:pt x="8" y="85"/>
                    </a:cubicBezTo>
                    <a:lnTo>
                      <a:pt x="15" y="8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5" name="Freeform 113"/>
              <p:cNvSpPr/>
              <p:nvPr/>
            </p:nvSpPr>
            <p:spPr bwMode="auto">
              <a:xfrm>
                <a:off x="-4672013" y="3690937"/>
                <a:ext cx="236538" cy="209550"/>
              </a:xfrm>
              <a:custGeom>
                <a:avLst/>
                <a:gdLst>
                  <a:gd name="T0" fmla="*/ 0 w 63"/>
                  <a:gd name="T1" fmla="*/ 32 h 56"/>
                  <a:gd name="T2" fmla="*/ 3 w 63"/>
                  <a:gd name="T3" fmla="*/ 44 h 56"/>
                  <a:gd name="T4" fmla="*/ 5 w 63"/>
                  <a:gd name="T5" fmla="*/ 46 h 56"/>
                  <a:gd name="T6" fmla="*/ 7 w 63"/>
                  <a:gd name="T7" fmla="*/ 48 h 56"/>
                  <a:gd name="T8" fmla="*/ 7 w 63"/>
                  <a:gd name="T9" fmla="*/ 48 h 56"/>
                  <a:gd name="T10" fmla="*/ 7 w 63"/>
                  <a:gd name="T11" fmla="*/ 49 h 56"/>
                  <a:gd name="T12" fmla="*/ 31 w 63"/>
                  <a:gd name="T13" fmla="*/ 56 h 56"/>
                  <a:gd name="T14" fmla="*/ 32 w 63"/>
                  <a:gd name="T15" fmla="*/ 56 h 56"/>
                  <a:gd name="T16" fmla="*/ 32 w 63"/>
                  <a:gd name="T17" fmla="*/ 56 h 56"/>
                  <a:gd name="T18" fmla="*/ 56 w 63"/>
                  <a:gd name="T19" fmla="*/ 49 h 56"/>
                  <a:gd name="T20" fmla="*/ 57 w 63"/>
                  <a:gd name="T21" fmla="*/ 48 h 56"/>
                  <a:gd name="T22" fmla="*/ 57 w 63"/>
                  <a:gd name="T23" fmla="*/ 48 h 56"/>
                  <a:gd name="T24" fmla="*/ 59 w 63"/>
                  <a:gd name="T25" fmla="*/ 46 h 56"/>
                  <a:gd name="T26" fmla="*/ 60 w 63"/>
                  <a:gd name="T27" fmla="*/ 44 h 56"/>
                  <a:gd name="T28" fmla="*/ 63 w 63"/>
                  <a:gd name="T29" fmla="*/ 32 h 56"/>
                  <a:gd name="T30" fmla="*/ 32 w 63"/>
                  <a:gd name="T31" fmla="*/ 0 h 56"/>
                  <a:gd name="T32" fmla="*/ 0 w 63"/>
                  <a:gd name="T33" fmla="*/ 3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63" h="56">
                    <a:moveTo>
                      <a:pt x="0" y="32"/>
                    </a:moveTo>
                    <a:cubicBezTo>
                      <a:pt x="0" y="36"/>
                      <a:pt x="1" y="40"/>
                      <a:pt x="3" y="44"/>
                    </a:cubicBezTo>
                    <a:cubicBezTo>
                      <a:pt x="4" y="45"/>
                      <a:pt x="4" y="45"/>
                      <a:pt x="5" y="46"/>
                    </a:cubicBezTo>
                    <a:cubicBezTo>
                      <a:pt x="6" y="47"/>
                      <a:pt x="6" y="48"/>
                      <a:pt x="7" y="48"/>
                    </a:cubicBezTo>
                    <a:cubicBezTo>
                      <a:pt x="7" y="48"/>
                      <a:pt x="7" y="48"/>
                      <a:pt x="7" y="48"/>
                    </a:cubicBezTo>
                    <a:cubicBezTo>
                      <a:pt x="7" y="48"/>
                      <a:pt x="7" y="49"/>
                      <a:pt x="7" y="49"/>
                    </a:cubicBezTo>
                    <a:cubicBezTo>
                      <a:pt x="14" y="53"/>
                      <a:pt x="22" y="56"/>
                      <a:pt x="31" y="56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41" y="56"/>
                      <a:pt x="50" y="53"/>
                      <a:pt x="56" y="49"/>
                    </a:cubicBezTo>
                    <a:cubicBezTo>
                      <a:pt x="57" y="49"/>
                      <a:pt x="57" y="48"/>
                      <a:pt x="57" y="48"/>
                    </a:cubicBezTo>
                    <a:cubicBezTo>
                      <a:pt x="57" y="48"/>
                      <a:pt x="57" y="48"/>
                      <a:pt x="57" y="48"/>
                    </a:cubicBezTo>
                    <a:cubicBezTo>
                      <a:pt x="58" y="48"/>
                      <a:pt x="58" y="47"/>
                      <a:pt x="59" y="46"/>
                    </a:cubicBezTo>
                    <a:cubicBezTo>
                      <a:pt x="59" y="45"/>
                      <a:pt x="60" y="45"/>
                      <a:pt x="60" y="44"/>
                    </a:cubicBezTo>
                    <a:cubicBezTo>
                      <a:pt x="62" y="40"/>
                      <a:pt x="63" y="36"/>
                      <a:pt x="63" y="32"/>
                    </a:cubicBezTo>
                    <a:cubicBezTo>
                      <a:pt x="63" y="14"/>
                      <a:pt x="49" y="0"/>
                      <a:pt x="32" y="0"/>
                    </a:cubicBezTo>
                    <a:cubicBezTo>
                      <a:pt x="15" y="0"/>
                      <a:pt x="0" y="14"/>
                      <a:pt x="0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6" name="Freeform 114"/>
              <p:cNvSpPr>
                <a:spLocks noEditPoints="1"/>
              </p:cNvSpPr>
              <p:nvPr/>
            </p:nvSpPr>
            <p:spPr bwMode="auto">
              <a:xfrm>
                <a:off x="-5145088" y="806450"/>
                <a:ext cx="442913" cy="500063"/>
              </a:xfrm>
              <a:custGeom>
                <a:avLst/>
                <a:gdLst>
                  <a:gd name="T0" fmla="*/ 260 w 279"/>
                  <a:gd name="T1" fmla="*/ 315 h 315"/>
                  <a:gd name="T2" fmla="*/ 260 w 279"/>
                  <a:gd name="T3" fmla="*/ 0 h 315"/>
                  <a:gd name="T4" fmla="*/ 244 w 279"/>
                  <a:gd name="T5" fmla="*/ 36 h 315"/>
                  <a:gd name="T6" fmla="*/ 244 w 279"/>
                  <a:gd name="T7" fmla="*/ 64 h 315"/>
                  <a:gd name="T8" fmla="*/ 260 w 279"/>
                  <a:gd name="T9" fmla="*/ 119 h 315"/>
                  <a:gd name="T10" fmla="*/ 260 w 279"/>
                  <a:gd name="T11" fmla="*/ 142 h 315"/>
                  <a:gd name="T12" fmla="*/ 244 w 279"/>
                  <a:gd name="T13" fmla="*/ 197 h 315"/>
                  <a:gd name="T14" fmla="*/ 244 w 279"/>
                  <a:gd name="T15" fmla="*/ 225 h 315"/>
                  <a:gd name="T16" fmla="*/ 260 w 279"/>
                  <a:gd name="T17" fmla="*/ 279 h 315"/>
                  <a:gd name="T18" fmla="*/ 140 w 279"/>
                  <a:gd name="T19" fmla="*/ 230 h 315"/>
                  <a:gd name="T20" fmla="*/ 227 w 279"/>
                  <a:gd name="T21" fmla="*/ 315 h 315"/>
                  <a:gd name="T22" fmla="*/ 244 w 279"/>
                  <a:gd name="T23" fmla="*/ 279 h 315"/>
                  <a:gd name="T24" fmla="*/ 227 w 279"/>
                  <a:gd name="T25" fmla="*/ 249 h 315"/>
                  <a:gd name="T26" fmla="*/ 227 w 279"/>
                  <a:gd name="T27" fmla="*/ 225 h 315"/>
                  <a:gd name="T28" fmla="*/ 244 w 279"/>
                  <a:gd name="T29" fmla="*/ 197 h 315"/>
                  <a:gd name="T30" fmla="*/ 227 w 279"/>
                  <a:gd name="T31" fmla="*/ 142 h 315"/>
                  <a:gd name="T32" fmla="*/ 244 w 279"/>
                  <a:gd name="T33" fmla="*/ 119 h 315"/>
                  <a:gd name="T34" fmla="*/ 227 w 279"/>
                  <a:gd name="T35" fmla="*/ 88 h 315"/>
                  <a:gd name="T36" fmla="*/ 227 w 279"/>
                  <a:gd name="T37" fmla="*/ 64 h 315"/>
                  <a:gd name="T38" fmla="*/ 244 w 279"/>
                  <a:gd name="T39" fmla="*/ 36 h 315"/>
                  <a:gd name="T40" fmla="*/ 227 w 279"/>
                  <a:gd name="T41" fmla="*/ 0 h 315"/>
                  <a:gd name="T42" fmla="*/ 140 w 279"/>
                  <a:gd name="T43" fmla="*/ 83 h 315"/>
                  <a:gd name="T44" fmla="*/ 206 w 279"/>
                  <a:gd name="T45" fmla="*/ 114 h 315"/>
                  <a:gd name="T46" fmla="*/ 140 w 279"/>
                  <a:gd name="T47" fmla="*/ 230 h 315"/>
                  <a:gd name="T48" fmla="*/ 36 w 279"/>
                  <a:gd name="T49" fmla="*/ 12 h 315"/>
                  <a:gd name="T50" fmla="*/ 52 w 279"/>
                  <a:gd name="T51" fmla="*/ 64 h 315"/>
                  <a:gd name="T52" fmla="*/ 36 w 279"/>
                  <a:gd name="T53" fmla="*/ 88 h 315"/>
                  <a:gd name="T54" fmla="*/ 52 w 279"/>
                  <a:gd name="T55" fmla="*/ 119 h 315"/>
                  <a:gd name="T56" fmla="*/ 52 w 279"/>
                  <a:gd name="T57" fmla="*/ 142 h 315"/>
                  <a:gd name="T58" fmla="*/ 36 w 279"/>
                  <a:gd name="T59" fmla="*/ 171 h 315"/>
                  <a:gd name="T60" fmla="*/ 52 w 279"/>
                  <a:gd name="T61" fmla="*/ 225 h 315"/>
                  <a:gd name="T62" fmla="*/ 36 w 279"/>
                  <a:gd name="T63" fmla="*/ 249 h 315"/>
                  <a:gd name="T64" fmla="*/ 52 w 279"/>
                  <a:gd name="T65" fmla="*/ 279 h 315"/>
                  <a:gd name="T66" fmla="*/ 52 w 279"/>
                  <a:gd name="T67" fmla="*/ 303 h 315"/>
                  <a:gd name="T68" fmla="*/ 74 w 279"/>
                  <a:gd name="T69" fmla="*/ 230 h 315"/>
                  <a:gd name="T70" fmla="*/ 74 w 279"/>
                  <a:gd name="T71" fmla="*/ 199 h 315"/>
                  <a:gd name="T72" fmla="*/ 140 w 279"/>
                  <a:gd name="T73" fmla="*/ 83 h 315"/>
                  <a:gd name="T74" fmla="*/ 52 w 279"/>
                  <a:gd name="T75" fmla="*/ 0 h 315"/>
                  <a:gd name="T76" fmla="*/ 21 w 279"/>
                  <a:gd name="T77" fmla="*/ 0 h 315"/>
                  <a:gd name="T78" fmla="*/ 21 w 279"/>
                  <a:gd name="T79" fmla="*/ 315 h 315"/>
                  <a:gd name="T80" fmla="*/ 36 w 279"/>
                  <a:gd name="T81" fmla="*/ 279 h 315"/>
                  <a:gd name="T82" fmla="*/ 36 w 279"/>
                  <a:gd name="T83" fmla="*/ 249 h 315"/>
                  <a:gd name="T84" fmla="*/ 21 w 279"/>
                  <a:gd name="T85" fmla="*/ 197 h 315"/>
                  <a:gd name="T86" fmla="*/ 21 w 279"/>
                  <a:gd name="T87" fmla="*/ 171 h 315"/>
                  <a:gd name="T88" fmla="*/ 36 w 279"/>
                  <a:gd name="T89" fmla="*/ 119 h 315"/>
                  <a:gd name="T90" fmla="*/ 36 w 279"/>
                  <a:gd name="T91" fmla="*/ 88 h 315"/>
                  <a:gd name="T92" fmla="*/ 21 w 279"/>
                  <a:gd name="T93" fmla="*/ 36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79" h="315">
                    <a:moveTo>
                      <a:pt x="244" y="303"/>
                    </a:moveTo>
                    <a:lnTo>
                      <a:pt x="260" y="303"/>
                    </a:lnTo>
                    <a:lnTo>
                      <a:pt x="260" y="315"/>
                    </a:lnTo>
                    <a:lnTo>
                      <a:pt x="279" y="315"/>
                    </a:lnTo>
                    <a:lnTo>
                      <a:pt x="279" y="0"/>
                    </a:lnTo>
                    <a:lnTo>
                      <a:pt x="260" y="0"/>
                    </a:lnTo>
                    <a:lnTo>
                      <a:pt x="260" y="12"/>
                    </a:lnTo>
                    <a:lnTo>
                      <a:pt x="244" y="12"/>
                    </a:lnTo>
                    <a:lnTo>
                      <a:pt x="244" y="36"/>
                    </a:lnTo>
                    <a:lnTo>
                      <a:pt x="260" y="36"/>
                    </a:lnTo>
                    <a:lnTo>
                      <a:pt x="260" y="64"/>
                    </a:lnTo>
                    <a:lnTo>
                      <a:pt x="244" y="64"/>
                    </a:lnTo>
                    <a:lnTo>
                      <a:pt x="244" y="88"/>
                    </a:lnTo>
                    <a:lnTo>
                      <a:pt x="260" y="88"/>
                    </a:lnTo>
                    <a:lnTo>
                      <a:pt x="260" y="119"/>
                    </a:lnTo>
                    <a:lnTo>
                      <a:pt x="244" y="119"/>
                    </a:lnTo>
                    <a:lnTo>
                      <a:pt x="244" y="142"/>
                    </a:lnTo>
                    <a:lnTo>
                      <a:pt x="260" y="142"/>
                    </a:lnTo>
                    <a:lnTo>
                      <a:pt x="260" y="171"/>
                    </a:lnTo>
                    <a:lnTo>
                      <a:pt x="244" y="171"/>
                    </a:lnTo>
                    <a:lnTo>
                      <a:pt x="244" y="197"/>
                    </a:lnTo>
                    <a:lnTo>
                      <a:pt x="260" y="197"/>
                    </a:lnTo>
                    <a:lnTo>
                      <a:pt x="260" y="225"/>
                    </a:lnTo>
                    <a:lnTo>
                      <a:pt x="244" y="225"/>
                    </a:lnTo>
                    <a:lnTo>
                      <a:pt x="244" y="249"/>
                    </a:lnTo>
                    <a:lnTo>
                      <a:pt x="260" y="249"/>
                    </a:lnTo>
                    <a:lnTo>
                      <a:pt x="260" y="279"/>
                    </a:lnTo>
                    <a:lnTo>
                      <a:pt x="244" y="279"/>
                    </a:lnTo>
                    <a:lnTo>
                      <a:pt x="244" y="303"/>
                    </a:lnTo>
                    <a:close/>
                    <a:moveTo>
                      <a:pt x="140" y="230"/>
                    </a:moveTo>
                    <a:lnTo>
                      <a:pt x="206" y="230"/>
                    </a:lnTo>
                    <a:lnTo>
                      <a:pt x="206" y="315"/>
                    </a:lnTo>
                    <a:lnTo>
                      <a:pt x="227" y="315"/>
                    </a:lnTo>
                    <a:lnTo>
                      <a:pt x="227" y="303"/>
                    </a:lnTo>
                    <a:lnTo>
                      <a:pt x="244" y="303"/>
                    </a:lnTo>
                    <a:lnTo>
                      <a:pt x="244" y="279"/>
                    </a:lnTo>
                    <a:lnTo>
                      <a:pt x="227" y="279"/>
                    </a:lnTo>
                    <a:lnTo>
                      <a:pt x="227" y="249"/>
                    </a:lnTo>
                    <a:lnTo>
                      <a:pt x="227" y="249"/>
                    </a:lnTo>
                    <a:lnTo>
                      <a:pt x="244" y="249"/>
                    </a:lnTo>
                    <a:lnTo>
                      <a:pt x="244" y="225"/>
                    </a:lnTo>
                    <a:lnTo>
                      <a:pt x="227" y="225"/>
                    </a:lnTo>
                    <a:lnTo>
                      <a:pt x="227" y="197"/>
                    </a:lnTo>
                    <a:lnTo>
                      <a:pt x="227" y="197"/>
                    </a:lnTo>
                    <a:lnTo>
                      <a:pt x="244" y="197"/>
                    </a:lnTo>
                    <a:lnTo>
                      <a:pt x="244" y="171"/>
                    </a:lnTo>
                    <a:lnTo>
                      <a:pt x="227" y="171"/>
                    </a:lnTo>
                    <a:lnTo>
                      <a:pt x="227" y="142"/>
                    </a:lnTo>
                    <a:lnTo>
                      <a:pt x="227" y="142"/>
                    </a:lnTo>
                    <a:lnTo>
                      <a:pt x="244" y="142"/>
                    </a:lnTo>
                    <a:lnTo>
                      <a:pt x="244" y="119"/>
                    </a:lnTo>
                    <a:lnTo>
                      <a:pt x="227" y="119"/>
                    </a:lnTo>
                    <a:lnTo>
                      <a:pt x="227" y="88"/>
                    </a:lnTo>
                    <a:lnTo>
                      <a:pt x="227" y="88"/>
                    </a:lnTo>
                    <a:lnTo>
                      <a:pt x="244" y="88"/>
                    </a:lnTo>
                    <a:lnTo>
                      <a:pt x="244" y="64"/>
                    </a:lnTo>
                    <a:lnTo>
                      <a:pt x="227" y="64"/>
                    </a:lnTo>
                    <a:lnTo>
                      <a:pt x="227" y="36"/>
                    </a:lnTo>
                    <a:lnTo>
                      <a:pt x="227" y="36"/>
                    </a:lnTo>
                    <a:lnTo>
                      <a:pt x="244" y="36"/>
                    </a:lnTo>
                    <a:lnTo>
                      <a:pt x="244" y="12"/>
                    </a:lnTo>
                    <a:lnTo>
                      <a:pt x="227" y="12"/>
                    </a:lnTo>
                    <a:lnTo>
                      <a:pt x="227" y="0"/>
                    </a:lnTo>
                    <a:lnTo>
                      <a:pt x="206" y="0"/>
                    </a:lnTo>
                    <a:lnTo>
                      <a:pt x="206" y="83"/>
                    </a:lnTo>
                    <a:lnTo>
                      <a:pt x="140" y="83"/>
                    </a:lnTo>
                    <a:lnTo>
                      <a:pt x="140" y="114"/>
                    </a:lnTo>
                    <a:lnTo>
                      <a:pt x="206" y="114"/>
                    </a:lnTo>
                    <a:lnTo>
                      <a:pt x="206" y="114"/>
                    </a:lnTo>
                    <a:lnTo>
                      <a:pt x="206" y="199"/>
                    </a:lnTo>
                    <a:lnTo>
                      <a:pt x="140" y="199"/>
                    </a:lnTo>
                    <a:lnTo>
                      <a:pt x="140" y="230"/>
                    </a:lnTo>
                    <a:close/>
                    <a:moveTo>
                      <a:pt x="52" y="0"/>
                    </a:moveTo>
                    <a:lnTo>
                      <a:pt x="52" y="12"/>
                    </a:lnTo>
                    <a:lnTo>
                      <a:pt x="36" y="12"/>
                    </a:lnTo>
                    <a:lnTo>
                      <a:pt x="36" y="36"/>
                    </a:lnTo>
                    <a:lnTo>
                      <a:pt x="52" y="36"/>
                    </a:lnTo>
                    <a:lnTo>
                      <a:pt x="52" y="64"/>
                    </a:lnTo>
                    <a:lnTo>
                      <a:pt x="52" y="64"/>
                    </a:lnTo>
                    <a:lnTo>
                      <a:pt x="36" y="64"/>
                    </a:lnTo>
                    <a:lnTo>
                      <a:pt x="36" y="88"/>
                    </a:lnTo>
                    <a:lnTo>
                      <a:pt x="52" y="88"/>
                    </a:lnTo>
                    <a:lnTo>
                      <a:pt x="52" y="119"/>
                    </a:lnTo>
                    <a:lnTo>
                      <a:pt x="52" y="119"/>
                    </a:lnTo>
                    <a:lnTo>
                      <a:pt x="36" y="119"/>
                    </a:lnTo>
                    <a:lnTo>
                      <a:pt x="36" y="142"/>
                    </a:lnTo>
                    <a:lnTo>
                      <a:pt x="52" y="142"/>
                    </a:lnTo>
                    <a:lnTo>
                      <a:pt x="52" y="171"/>
                    </a:lnTo>
                    <a:lnTo>
                      <a:pt x="52" y="171"/>
                    </a:lnTo>
                    <a:lnTo>
                      <a:pt x="36" y="171"/>
                    </a:lnTo>
                    <a:lnTo>
                      <a:pt x="36" y="197"/>
                    </a:lnTo>
                    <a:lnTo>
                      <a:pt x="52" y="197"/>
                    </a:lnTo>
                    <a:lnTo>
                      <a:pt x="52" y="225"/>
                    </a:lnTo>
                    <a:lnTo>
                      <a:pt x="52" y="225"/>
                    </a:lnTo>
                    <a:lnTo>
                      <a:pt x="36" y="225"/>
                    </a:lnTo>
                    <a:lnTo>
                      <a:pt x="36" y="249"/>
                    </a:lnTo>
                    <a:lnTo>
                      <a:pt x="52" y="249"/>
                    </a:lnTo>
                    <a:lnTo>
                      <a:pt x="52" y="279"/>
                    </a:lnTo>
                    <a:lnTo>
                      <a:pt x="52" y="279"/>
                    </a:lnTo>
                    <a:lnTo>
                      <a:pt x="36" y="279"/>
                    </a:lnTo>
                    <a:lnTo>
                      <a:pt x="36" y="303"/>
                    </a:lnTo>
                    <a:lnTo>
                      <a:pt x="52" y="303"/>
                    </a:lnTo>
                    <a:lnTo>
                      <a:pt x="52" y="315"/>
                    </a:lnTo>
                    <a:lnTo>
                      <a:pt x="74" y="315"/>
                    </a:lnTo>
                    <a:lnTo>
                      <a:pt x="74" y="230"/>
                    </a:lnTo>
                    <a:lnTo>
                      <a:pt x="140" y="230"/>
                    </a:lnTo>
                    <a:lnTo>
                      <a:pt x="140" y="199"/>
                    </a:lnTo>
                    <a:lnTo>
                      <a:pt x="74" y="199"/>
                    </a:lnTo>
                    <a:lnTo>
                      <a:pt x="74" y="114"/>
                    </a:lnTo>
                    <a:lnTo>
                      <a:pt x="140" y="114"/>
                    </a:lnTo>
                    <a:lnTo>
                      <a:pt x="140" y="83"/>
                    </a:lnTo>
                    <a:lnTo>
                      <a:pt x="74" y="83"/>
                    </a:lnTo>
                    <a:lnTo>
                      <a:pt x="74" y="0"/>
                    </a:lnTo>
                    <a:lnTo>
                      <a:pt x="52" y="0"/>
                    </a:lnTo>
                    <a:close/>
                    <a:moveTo>
                      <a:pt x="36" y="12"/>
                    </a:moveTo>
                    <a:lnTo>
                      <a:pt x="21" y="12"/>
                    </a:lnTo>
                    <a:lnTo>
                      <a:pt x="21" y="0"/>
                    </a:lnTo>
                    <a:lnTo>
                      <a:pt x="0" y="0"/>
                    </a:lnTo>
                    <a:lnTo>
                      <a:pt x="0" y="315"/>
                    </a:lnTo>
                    <a:lnTo>
                      <a:pt x="21" y="315"/>
                    </a:lnTo>
                    <a:lnTo>
                      <a:pt x="21" y="303"/>
                    </a:lnTo>
                    <a:lnTo>
                      <a:pt x="36" y="303"/>
                    </a:lnTo>
                    <a:lnTo>
                      <a:pt x="36" y="279"/>
                    </a:lnTo>
                    <a:lnTo>
                      <a:pt x="21" y="279"/>
                    </a:lnTo>
                    <a:lnTo>
                      <a:pt x="21" y="249"/>
                    </a:lnTo>
                    <a:lnTo>
                      <a:pt x="36" y="249"/>
                    </a:lnTo>
                    <a:lnTo>
                      <a:pt x="36" y="225"/>
                    </a:lnTo>
                    <a:lnTo>
                      <a:pt x="21" y="225"/>
                    </a:lnTo>
                    <a:lnTo>
                      <a:pt x="21" y="197"/>
                    </a:lnTo>
                    <a:lnTo>
                      <a:pt x="36" y="197"/>
                    </a:lnTo>
                    <a:lnTo>
                      <a:pt x="36" y="171"/>
                    </a:lnTo>
                    <a:lnTo>
                      <a:pt x="21" y="171"/>
                    </a:lnTo>
                    <a:lnTo>
                      <a:pt x="21" y="142"/>
                    </a:lnTo>
                    <a:lnTo>
                      <a:pt x="36" y="142"/>
                    </a:lnTo>
                    <a:lnTo>
                      <a:pt x="36" y="119"/>
                    </a:lnTo>
                    <a:lnTo>
                      <a:pt x="21" y="119"/>
                    </a:lnTo>
                    <a:lnTo>
                      <a:pt x="21" y="88"/>
                    </a:lnTo>
                    <a:lnTo>
                      <a:pt x="36" y="88"/>
                    </a:lnTo>
                    <a:lnTo>
                      <a:pt x="36" y="64"/>
                    </a:lnTo>
                    <a:lnTo>
                      <a:pt x="21" y="64"/>
                    </a:lnTo>
                    <a:lnTo>
                      <a:pt x="21" y="36"/>
                    </a:lnTo>
                    <a:lnTo>
                      <a:pt x="36" y="36"/>
                    </a:lnTo>
                    <a:lnTo>
                      <a:pt x="36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7" name="Freeform 115"/>
              <p:cNvSpPr/>
              <p:nvPr/>
            </p:nvSpPr>
            <p:spPr bwMode="auto">
              <a:xfrm>
                <a:off x="-968375" y="8429625"/>
                <a:ext cx="101600" cy="127000"/>
              </a:xfrm>
              <a:custGeom>
                <a:avLst/>
                <a:gdLst>
                  <a:gd name="T0" fmla="*/ 64 w 64"/>
                  <a:gd name="T1" fmla="*/ 0 h 80"/>
                  <a:gd name="T2" fmla="*/ 0 w 64"/>
                  <a:gd name="T3" fmla="*/ 0 h 80"/>
                  <a:gd name="T4" fmla="*/ 0 w 64"/>
                  <a:gd name="T5" fmla="*/ 28 h 80"/>
                  <a:gd name="T6" fmla="*/ 64 w 64"/>
                  <a:gd name="T7" fmla="*/ 80 h 80"/>
                  <a:gd name="T8" fmla="*/ 64 w 64"/>
                  <a:gd name="T9" fmla="*/ 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80">
                    <a:moveTo>
                      <a:pt x="64" y="0"/>
                    </a:moveTo>
                    <a:lnTo>
                      <a:pt x="0" y="0"/>
                    </a:lnTo>
                    <a:lnTo>
                      <a:pt x="0" y="28"/>
                    </a:lnTo>
                    <a:lnTo>
                      <a:pt x="64" y="80"/>
                    </a:lnTo>
                    <a:lnTo>
                      <a:pt x="6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8" name="Freeform 116"/>
              <p:cNvSpPr/>
              <p:nvPr/>
            </p:nvSpPr>
            <p:spPr bwMode="auto">
              <a:xfrm>
                <a:off x="-1282700" y="8537575"/>
                <a:ext cx="415925" cy="406400"/>
              </a:xfrm>
              <a:custGeom>
                <a:avLst/>
                <a:gdLst>
                  <a:gd name="T0" fmla="*/ 262 w 262"/>
                  <a:gd name="T1" fmla="*/ 135 h 256"/>
                  <a:gd name="T2" fmla="*/ 262 w 262"/>
                  <a:gd name="T3" fmla="*/ 107 h 256"/>
                  <a:gd name="T4" fmla="*/ 198 w 262"/>
                  <a:gd name="T5" fmla="*/ 55 h 256"/>
                  <a:gd name="T6" fmla="*/ 130 w 262"/>
                  <a:gd name="T7" fmla="*/ 0 h 256"/>
                  <a:gd name="T8" fmla="*/ 0 w 262"/>
                  <a:gd name="T9" fmla="*/ 107 h 256"/>
                  <a:gd name="T10" fmla="*/ 0 w 262"/>
                  <a:gd name="T11" fmla="*/ 256 h 256"/>
                  <a:gd name="T12" fmla="*/ 83 w 262"/>
                  <a:gd name="T13" fmla="*/ 256 h 256"/>
                  <a:gd name="T14" fmla="*/ 83 w 262"/>
                  <a:gd name="T15" fmla="*/ 109 h 256"/>
                  <a:gd name="T16" fmla="*/ 180 w 262"/>
                  <a:gd name="T17" fmla="*/ 109 h 256"/>
                  <a:gd name="T18" fmla="*/ 180 w 262"/>
                  <a:gd name="T19" fmla="*/ 256 h 256"/>
                  <a:gd name="T20" fmla="*/ 262 w 262"/>
                  <a:gd name="T21" fmla="*/ 256 h 256"/>
                  <a:gd name="T22" fmla="*/ 262 w 262"/>
                  <a:gd name="T23" fmla="*/ 135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62" h="256">
                    <a:moveTo>
                      <a:pt x="262" y="135"/>
                    </a:moveTo>
                    <a:lnTo>
                      <a:pt x="262" y="107"/>
                    </a:lnTo>
                    <a:lnTo>
                      <a:pt x="198" y="55"/>
                    </a:lnTo>
                    <a:lnTo>
                      <a:pt x="130" y="0"/>
                    </a:lnTo>
                    <a:lnTo>
                      <a:pt x="0" y="107"/>
                    </a:lnTo>
                    <a:lnTo>
                      <a:pt x="0" y="256"/>
                    </a:lnTo>
                    <a:lnTo>
                      <a:pt x="83" y="256"/>
                    </a:lnTo>
                    <a:lnTo>
                      <a:pt x="83" y="109"/>
                    </a:lnTo>
                    <a:lnTo>
                      <a:pt x="180" y="109"/>
                    </a:lnTo>
                    <a:lnTo>
                      <a:pt x="180" y="256"/>
                    </a:lnTo>
                    <a:lnTo>
                      <a:pt x="262" y="256"/>
                    </a:lnTo>
                    <a:lnTo>
                      <a:pt x="262" y="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9" name="Freeform 117"/>
              <p:cNvSpPr/>
              <p:nvPr/>
            </p:nvSpPr>
            <p:spPr bwMode="auto">
              <a:xfrm>
                <a:off x="-1384300" y="8407400"/>
                <a:ext cx="619125" cy="319088"/>
              </a:xfrm>
              <a:custGeom>
                <a:avLst/>
                <a:gdLst>
                  <a:gd name="T0" fmla="*/ 64 w 390"/>
                  <a:gd name="T1" fmla="*/ 177 h 201"/>
                  <a:gd name="T2" fmla="*/ 194 w 390"/>
                  <a:gd name="T3" fmla="*/ 68 h 201"/>
                  <a:gd name="T4" fmla="*/ 262 w 390"/>
                  <a:gd name="T5" fmla="*/ 123 h 201"/>
                  <a:gd name="T6" fmla="*/ 326 w 390"/>
                  <a:gd name="T7" fmla="*/ 177 h 201"/>
                  <a:gd name="T8" fmla="*/ 357 w 390"/>
                  <a:gd name="T9" fmla="*/ 201 h 201"/>
                  <a:gd name="T10" fmla="*/ 390 w 390"/>
                  <a:gd name="T11" fmla="*/ 158 h 201"/>
                  <a:gd name="T12" fmla="*/ 326 w 390"/>
                  <a:gd name="T13" fmla="*/ 108 h 201"/>
                  <a:gd name="T14" fmla="*/ 262 w 390"/>
                  <a:gd name="T15" fmla="*/ 56 h 201"/>
                  <a:gd name="T16" fmla="*/ 194 w 390"/>
                  <a:gd name="T17" fmla="*/ 0 h 201"/>
                  <a:gd name="T18" fmla="*/ 0 w 390"/>
                  <a:gd name="T19" fmla="*/ 158 h 201"/>
                  <a:gd name="T20" fmla="*/ 33 w 390"/>
                  <a:gd name="T21" fmla="*/ 201 h 201"/>
                  <a:gd name="T22" fmla="*/ 64 w 390"/>
                  <a:gd name="T23" fmla="*/ 177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390" h="201">
                    <a:moveTo>
                      <a:pt x="64" y="177"/>
                    </a:moveTo>
                    <a:lnTo>
                      <a:pt x="194" y="68"/>
                    </a:lnTo>
                    <a:lnTo>
                      <a:pt x="262" y="123"/>
                    </a:lnTo>
                    <a:lnTo>
                      <a:pt x="326" y="177"/>
                    </a:lnTo>
                    <a:lnTo>
                      <a:pt x="357" y="201"/>
                    </a:lnTo>
                    <a:lnTo>
                      <a:pt x="390" y="158"/>
                    </a:lnTo>
                    <a:lnTo>
                      <a:pt x="326" y="108"/>
                    </a:lnTo>
                    <a:lnTo>
                      <a:pt x="262" y="56"/>
                    </a:lnTo>
                    <a:lnTo>
                      <a:pt x="194" y="0"/>
                    </a:lnTo>
                    <a:lnTo>
                      <a:pt x="0" y="158"/>
                    </a:lnTo>
                    <a:lnTo>
                      <a:pt x="33" y="201"/>
                    </a:lnTo>
                    <a:lnTo>
                      <a:pt x="64" y="1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0" name="Freeform 118"/>
              <p:cNvSpPr/>
              <p:nvPr/>
            </p:nvSpPr>
            <p:spPr bwMode="auto">
              <a:xfrm>
                <a:off x="-3157538" y="8669338"/>
                <a:ext cx="157163" cy="312738"/>
              </a:xfrm>
              <a:custGeom>
                <a:avLst/>
                <a:gdLst>
                  <a:gd name="T0" fmla="*/ 0 w 99"/>
                  <a:gd name="T1" fmla="*/ 197 h 197"/>
                  <a:gd name="T2" fmla="*/ 99 w 99"/>
                  <a:gd name="T3" fmla="*/ 78 h 197"/>
                  <a:gd name="T4" fmla="*/ 0 w 99"/>
                  <a:gd name="T5" fmla="*/ 0 h 197"/>
                  <a:gd name="T6" fmla="*/ 0 w 99"/>
                  <a:gd name="T7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9" h="197">
                    <a:moveTo>
                      <a:pt x="0" y="197"/>
                    </a:moveTo>
                    <a:lnTo>
                      <a:pt x="99" y="78"/>
                    </a:lnTo>
                    <a:lnTo>
                      <a:pt x="0" y="0"/>
                    </a:lnTo>
                    <a:lnTo>
                      <a:pt x="0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1" name="Freeform 119"/>
              <p:cNvSpPr/>
              <p:nvPr/>
            </p:nvSpPr>
            <p:spPr bwMode="auto">
              <a:xfrm>
                <a:off x="-2781300" y="8669338"/>
                <a:ext cx="157163" cy="312738"/>
              </a:xfrm>
              <a:custGeom>
                <a:avLst/>
                <a:gdLst>
                  <a:gd name="T0" fmla="*/ 99 w 99"/>
                  <a:gd name="T1" fmla="*/ 197 h 197"/>
                  <a:gd name="T2" fmla="*/ 99 w 99"/>
                  <a:gd name="T3" fmla="*/ 0 h 197"/>
                  <a:gd name="T4" fmla="*/ 0 w 99"/>
                  <a:gd name="T5" fmla="*/ 78 h 197"/>
                  <a:gd name="T6" fmla="*/ 99 w 99"/>
                  <a:gd name="T7" fmla="*/ 197 h 1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9" h="197">
                    <a:moveTo>
                      <a:pt x="99" y="197"/>
                    </a:moveTo>
                    <a:lnTo>
                      <a:pt x="99" y="0"/>
                    </a:lnTo>
                    <a:lnTo>
                      <a:pt x="0" y="78"/>
                    </a:lnTo>
                    <a:lnTo>
                      <a:pt x="99" y="1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2" name="Freeform 120"/>
              <p:cNvSpPr/>
              <p:nvPr/>
            </p:nvSpPr>
            <p:spPr bwMode="auto">
              <a:xfrm>
                <a:off x="-2624138" y="8993188"/>
                <a:ext cx="0" cy="3175"/>
              </a:xfrm>
              <a:custGeom>
                <a:avLst/>
                <a:gdLst>
                  <a:gd name="T0" fmla="*/ 2 h 2"/>
                  <a:gd name="T1" fmla="*/ 2 h 2"/>
                  <a:gd name="T2" fmla="*/ 0 h 2"/>
                  <a:gd name="T3" fmla="*/ 2 h 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</a:cxnLst>
                <a:rect l="0" t="0" r="r" b="b"/>
                <a:pathLst>
                  <a:path h="2">
                    <a:moveTo>
                      <a:pt x="0" y="2"/>
                    </a:moveTo>
                    <a:lnTo>
                      <a:pt x="0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3" name="Freeform 121"/>
              <p:cNvSpPr/>
              <p:nvPr/>
            </p:nvSpPr>
            <p:spPr bwMode="auto">
              <a:xfrm>
                <a:off x="-3157538" y="8993188"/>
                <a:ext cx="3175" cy="3175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2 h 2"/>
                  <a:gd name="T4" fmla="*/ 0 w 2"/>
                  <a:gd name="T5" fmla="*/ 0 h 2"/>
                  <a:gd name="T6" fmla="*/ 0 w 2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lnTo>
                      <a:pt x="2" y="2"/>
                    </a:lnTo>
                    <a:lnTo>
                      <a:pt x="0" y="0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4" name="Freeform 122"/>
              <p:cNvSpPr/>
              <p:nvPr/>
            </p:nvSpPr>
            <p:spPr bwMode="auto">
              <a:xfrm>
                <a:off x="-3146425" y="8804275"/>
                <a:ext cx="514350" cy="192088"/>
              </a:xfrm>
              <a:custGeom>
                <a:avLst/>
                <a:gdLst>
                  <a:gd name="T0" fmla="*/ 324 w 324"/>
                  <a:gd name="T1" fmla="*/ 121 h 121"/>
                  <a:gd name="T2" fmla="*/ 322 w 324"/>
                  <a:gd name="T3" fmla="*/ 119 h 121"/>
                  <a:gd name="T4" fmla="*/ 222 w 324"/>
                  <a:gd name="T5" fmla="*/ 0 h 121"/>
                  <a:gd name="T6" fmla="*/ 161 w 324"/>
                  <a:gd name="T7" fmla="*/ 50 h 121"/>
                  <a:gd name="T8" fmla="*/ 99 w 324"/>
                  <a:gd name="T9" fmla="*/ 0 h 121"/>
                  <a:gd name="T10" fmla="*/ 0 w 324"/>
                  <a:gd name="T11" fmla="*/ 119 h 121"/>
                  <a:gd name="T12" fmla="*/ 0 w 324"/>
                  <a:gd name="T13" fmla="*/ 121 h 121"/>
                  <a:gd name="T14" fmla="*/ 324 w 324"/>
                  <a:gd name="T15" fmla="*/ 121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24" h="121">
                    <a:moveTo>
                      <a:pt x="324" y="121"/>
                    </a:moveTo>
                    <a:lnTo>
                      <a:pt x="322" y="119"/>
                    </a:lnTo>
                    <a:lnTo>
                      <a:pt x="222" y="0"/>
                    </a:lnTo>
                    <a:lnTo>
                      <a:pt x="161" y="50"/>
                    </a:lnTo>
                    <a:lnTo>
                      <a:pt x="99" y="0"/>
                    </a:lnTo>
                    <a:lnTo>
                      <a:pt x="0" y="119"/>
                    </a:lnTo>
                    <a:lnTo>
                      <a:pt x="0" y="121"/>
                    </a:lnTo>
                    <a:lnTo>
                      <a:pt x="324" y="12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5" name="Freeform 123"/>
              <p:cNvSpPr/>
              <p:nvPr/>
            </p:nvSpPr>
            <p:spPr bwMode="auto">
              <a:xfrm>
                <a:off x="-3146425" y="8658225"/>
                <a:ext cx="511175" cy="206375"/>
              </a:xfrm>
              <a:custGeom>
                <a:avLst/>
                <a:gdLst>
                  <a:gd name="T0" fmla="*/ 97 w 322"/>
                  <a:gd name="T1" fmla="*/ 78 h 130"/>
                  <a:gd name="T2" fmla="*/ 102 w 322"/>
                  <a:gd name="T3" fmla="*/ 81 h 130"/>
                  <a:gd name="T4" fmla="*/ 107 w 322"/>
                  <a:gd name="T5" fmla="*/ 85 h 130"/>
                  <a:gd name="T6" fmla="*/ 161 w 322"/>
                  <a:gd name="T7" fmla="*/ 130 h 130"/>
                  <a:gd name="T8" fmla="*/ 218 w 322"/>
                  <a:gd name="T9" fmla="*/ 85 h 130"/>
                  <a:gd name="T10" fmla="*/ 220 w 322"/>
                  <a:gd name="T11" fmla="*/ 81 h 130"/>
                  <a:gd name="T12" fmla="*/ 225 w 322"/>
                  <a:gd name="T13" fmla="*/ 78 h 130"/>
                  <a:gd name="T14" fmla="*/ 322 w 322"/>
                  <a:gd name="T15" fmla="*/ 0 h 130"/>
                  <a:gd name="T16" fmla="*/ 0 w 322"/>
                  <a:gd name="T17" fmla="*/ 0 h 130"/>
                  <a:gd name="T18" fmla="*/ 97 w 322"/>
                  <a:gd name="T19" fmla="*/ 78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22" h="130">
                    <a:moveTo>
                      <a:pt x="97" y="78"/>
                    </a:moveTo>
                    <a:lnTo>
                      <a:pt x="102" y="81"/>
                    </a:lnTo>
                    <a:lnTo>
                      <a:pt x="107" y="85"/>
                    </a:lnTo>
                    <a:lnTo>
                      <a:pt x="161" y="130"/>
                    </a:lnTo>
                    <a:lnTo>
                      <a:pt x="218" y="85"/>
                    </a:lnTo>
                    <a:lnTo>
                      <a:pt x="220" y="81"/>
                    </a:lnTo>
                    <a:lnTo>
                      <a:pt x="225" y="78"/>
                    </a:lnTo>
                    <a:lnTo>
                      <a:pt x="322" y="0"/>
                    </a:lnTo>
                    <a:lnTo>
                      <a:pt x="0" y="0"/>
                    </a:lnTo>
                    <a:lnTo>
                      <a:pt x="97" y="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6" name="Freeform 124"/>
              <p:cNvSpPr/>
              <p:nvPr/>
            </p:nvSpPr>
            <p:spPr bwMode="auto">
              <a:xfrm>
                <a:off x="-2200275" y="1177925"/>
                <a:ext cx="549275" cy="338138"/>
              </a:xfrm>
              <a:custGeom>
                <a:avLst/>
                <a:gdLst>
                  <a:gd name="T0" fmla="*/ 146 w 146"/>
                  <a:gd name="T1" fmla="*/ 74 h 90"/>
                  <a:gd name="T2" fmla="*/ 130 w 146"/>
                  <a:gd name="T3" fmla="*/ 58 h 90"/>
                  <a:gd name="T4" fmla="*/ 132 w 146"/>
                  <a:gd name="T5" fmla="*/ 45 h 90"/>
                  <a:gd name="T6" fmla="*/ 87 w 146"/>
                  <a:gd name="T7" fmla="*/ 0 h 90"/>
                  <a:gd name="T8" fmla="*/ 43 w 146"/>
                  <a:gd name="T9" fmla="*/ 44 h 90"/>
                  <a:gd name="T10" fmla="*/ 26 w 146"/>
                  <a:gd name="T11" fmla="*/ 38 h 90"/>
                  <a:gd name="T12" fmla="*/ 0 w 146"/>
                  <a:gd name="T13" fmla="*/ 64 h 90"/>
                  <a:gd name="T14" fmla="*/ 26 w 146"/>
                  <a:gd name="T15" fmla="*/ 90 h 90"/>
                  <a:gd name="T16" fmla="*/ 85 w 146"/>
                  <a:gd name="T17" fmla="*/ 90 h 90"/>
                  <a:gd name="T18" fmla="*/ 87 w 146"/>
                  <a:gd name="T19" fmla="*/ 90 h 90"/>
                  <a:gd name="T20" fmla="*/ 130 w 146"/>
                  <a:gd name="T21" fmla="*/ 90 h 90"/>
                  <a:gd name="T22" fmla="*/ 146 w 146"/>
                  <a:gd name="T23" fmla="*/ 74 h 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46" h="90">
                    <a:moveTo>
                      <a:pt x="146" y="74"/>
                    </a:moveTo>
                    <a:cubicBezTo>
                      <a:pt x="146" y="65"/>
                      <a:pt x="139" y="58"/>
                      <a:pt x="130" y="58"/>
                    </a:cubicBezTo>
                    <a:cubicBezTo>
                      <a:pt x="132" y="54"/>
                      <a:pt x="132" y="50"/>
                      <a:pt x="132" y="45"/>
                    </a:cubicBezTo>
                    <a:cubicBezTo>
                      <a:pt x="132" y="20"/>
                      <a:pt x="112" y="0"/>
                      <a:pt x="87" y="0"/>
                    </a:cubicBezTo>
                    <a:cubicBezTo>
                      <a:pt x="63" y="0"/>
                      <a:pt x="43" y="20"/>
                      <a:pt x="43" y="44"/>
                    </a:cubicBezTo>
                    <a:cubicBezTo>
                      <a:pt x="38" y="40"/>
                      <a:pt x="32" y="38"/>
                      <a:pt x="26" y="38"/>
                    </a:cubicBezTo>
                    <a:cubicBezTo>
                      <a:pt x="12" y="38"/>
                      <a:pt x="0" y="50"/>
                      <a:pt x="0" y="64"/>
                    </a:cubicBezTo>
                    <a:cubicBezTo>
                      <a:pt x="0" y="78"/>
                      <a:pt x="12" y="90"/>
                      <a:pt x="26" y="90"/>
                    </a:cubicBezTo>
                    <a:cubicBezTo>
                      <a:pt x="85" y="90"/>
                      <a:pt x="85" y="90"/>
                      <a:pt x="85" y="90"/>
                    </a:cubicBezTo>
                    <a:cubicBezTo>
                      <a:pt x="87" y="90"/>
                      <a:pt x="87" y="90"/>
                      <a:pt x="87" y="90"/>
                    </a:cubicBezTo>
                    <a:cubicBezTo>
                      <a:pt x="130" y="90"/>
                      <a:pt x="130" y="90"/>
                      <a:pt x="130" y="90"/>
                    </a:cubicBezTo>
                    <a:cubicBezTo>
                      <a:pt x="139" y="90"/>
                      <a:pt x="146" y="83"/>
                      <a:pt x="146" y="7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7" name="Rectangle 125"/>
              <p:cNvSpPr>
                <a:spLocks noChangeArrowheads="1"/>
              </p:cNvSpPr>
              <p:nvPr/>
            </p:nvSpPr>
            <p:spPr bwMode="auto">
              <a:xfrm>
                <a:off x="-2120900" y="1546225"/>
                <a:ext cx="44450" cy="1063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8" name="Rectangle 126"/>
              <p:cNvSpPr>
                <a:spLocks noChangeArrowheads="1"/>
              </p:cNvSpPr>
              <p:nvPr/>
            </p:nvSpPr>
            <p:spPr bwMode="auto">
              <a:xfrm>
                <a:off x="-2008188" y="1603375"/>
                <a:ext cx="49213" cy="1047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19" name="Rectangle 127"/>
              <p:cNvSpPr>
                <a:spLocks noChangeArrowheads="1"/>
              </p:cNvSpPr>
              <p:nvPr/>
            </p:nvSpPr>
            <p:spPr bwMode="auto">
              <a:xfrm>
                <a:off x="-1892300" y="1546225"/>
                <a:ext cx="46038" cy="1063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0" name="Rectangle 128"/>
              <p:cNvSpPr>
                <a:spLocks noChangeArrowheads="1"/>
              </p:cNvSpPr>
              <p:nvPr/>
            </p:nvSpPr>
            <p:spPr bwMode="auto">
              <a:xfrm>
                <a:off x="-1779588" y="1603375"/>
                <a:ext cx="49213" cy="1047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1" name="Freeform 129"/>
              <p:cNvSpPr/>
              <p:nvPr/>
            </p:nvSpPr>
            <p:spPr bwMode="auto">
              <a:xfrm>
                <a:off x="-1843088" y="2755900"/>
                <a:ext cx="469900" cy="387350"/>
              </a:xfrm>
              <a:custGeom>
                <a:avLst/>
                <a:gdLst>
                  <a:gd name="T0" fmla="*/ 241 w 296"/>
                  <a:gd name="T1" fmla="*/ 0 h 244"/>
                  <a:gd name="T2" fmla="*/ 107 w 296"/>
                  <a:gd name="T3" fmla="*/ 137 h 244"/>
                  <a:gd name="T4" fmla="*/ 55 w 296"/>
                  <a:gd name="T5" fmla="*/ 85 h 244"/>
                  <a:gd name="T6" fmla="*/ 0 w 296"/>
                  <a:gd name="T7" fmla="*/ 139 h 244"/>
                  <a:gd name="T8" fmla="*/ 52 w 296"/>
                  <a:gd name="T9" fmla="*/ 189 h 244"/>
                  <a:gd name="T10" fmla="*/ 107 w 296"/>
                  <a:gd name="T11" fmla="*/ 244 h 244"/>
                  <a:gd name="T12" fmla="*/ 159 w 296"/>
                  <a:gd name="T13" fmla="*/ 189 h 244"/>
                  <a:gd name="T14" fmla="*/ 296 w 296"/>
                  <a:gd name="T15" fmla="*/ 54 h 244"/>
                  <a:gd name="T16" fmla="*/ 241 w 296"/>
                  <a:gd name="T17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6" h="244">
                    <a:moveTo>
                      <a:pt x="241" y="0"/>
                    </a:moveTo>
                    <a:lnTo>
                      <a:pt x="107" y="137"/>
                    </a:lnTo>
                    <a:lnTo>
                      <a:pt x="55" y="85"/>
                    </a:lnTo>
                    <a:lnTo>
                      <a:pt x="0" y="139"/>
                    </a:lnTo>
                    <a:lnTo>
                      <a:pt x="52" y="189"/>
                    </a:lnTo>
                    <a:lnTo>
                      <a:pt x="107" y="244"/>
                    </a:lnTo>
                    <a:lnTo>
                      <a:pt x="159" y="189"/>
                    </a:lnTo>
                    <a:lnTo>
                      <a:pt x="296" y="54"/>
                    </a:lnTo>
                    <a:lnTo>
                      <a:pt x="24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2" name="Freeform 130"/>
              <p:cNvSpPr/>
              <p:nvPr/>
            </p:nvSpPr>
            <p:spPr bwMode="auto">
              <a:xfrm>
                <a:off x="-5813425" y="2943225"/>
                <a:ext cx="560388" cy="131763"/>
              </a:xfrm>
              <a:custGeom>
                <a:avLst/>
                <a:gdLst>
                  <a:gd name="T0" fmla="*/ 353 w 353"/>
                  <a:gd name="T1" fmla="*/ 0 h 83"/>
                  <a:gd name="T2" fmla="*/ 322 w 353"/>
                  <a:gd name="T3" fmla="*/ 0 h 83"/>
                  <a:gd name="T4" fmla="*/ 322 w 353"/>
                  <a:gd name="T5" fmla="*/ 52 h 83"/>
                  <a:gd name="T6" fmla="*/ 33 w 353"/>
                  <a:gd name="T7" fmla="*/ 52 h 83"/>
                  <a:gd name="T8" fmla="*/ 33 w 353"/>
                  <a:gd name="T9" fmla="*/ 0 h 83"/>
                  <a:gd name="T10" fmla="*/ 0 w 353"/>
                  <a:gd name="T11" fmla="*/ 0 h 83"/>
                  <a:gd name="T12" fmla="*/ 0 w 353"/>
                  <a:gd name="T13" fmla="*/ 83 h 83"/>
                  <a:gd name="T14" fmla="*/ 353 w 353"/>
                  <a:gd name="T15" fmla="*/ 83 h 83"/>
                  <a:gd name="T16" fmla="*/ 353 w 353"/>
                  <a:gd name="T17" fmla="*/ 0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3" h="83">
                    <a:moveTo>
                      <a:pt x="353" y="0"/>
                    </a:moveTo>
                    <a:lnTo>
                      <a:pt x="322" y="0"/>
                    </a:lnTo>
                    <a:lnTo>
                      <a:pt x="322" y="52"/>
                    </a:lnTo>
                    <a:lnTo>
                      <a:pt x="33" y="52"/>
                    </a:lnTo>
                    <a:lnTo>
                      <a:pt x="33" y="0"/>
                    </a:lnTo>
                    <a:lnTo>
                      <a:pt x="0" y="0"/>
                    </a:lnTo>
                    <a:lnTo>
                      <a:pt x="0" y="83"/>
                    </a:lnTo>
                    <a:lnTo>
                      <a:pt x="353" y="83"/>
                    </a:lnTo>
                    <a:lnTo>
                      <a:pt x="35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3" name="Freeform 131"/>
              <p:cNvSpPr/>
              <p:nvPr/>
            </p:nvSpPr>
            <p:spPr bwMode="auto">
              <a:xfrm>
                <a:off x="-5734050" y="2544762"/>
                <a:ext cx="412750" cy="439738"/>
              </a:xfrm>
              <a:custGeom>
                <a:avLst/>
                <a:gdLst>
                  <a:gd name="T0" fmla="*/ 45 w 260"/>
                  <a:gd name="T1" fmla="*/ 116 h 277"/>
                  <a:gd name="T2" fmla="*/ 0 w 260"/>
                  <a:gd name="T3" fmla="*/ 116 h 277"/>
                  <a:gd name="T4" fmla="*/ 130 w 260"/>
                  <a:gd name="T5" fmla="*/ 277 h 277"/>
                  <a:gd name="T6" fmla="*/ 260 w 260"/>
                  <a:gd name="T7" fmla="*/ 116 h 277"/>
                  <a:gd name="T8" fmla="*/ 215 w 260"/>
                  <a:gd name="T9" fmla="*/ 116 h 277"/>
                  <a:gd name="T10" fmla="*/ 215 w 260"/>
                  <a:gd name="T11" fmla="*/ 0 h 277"/>
                  <a:gd name="T12" fmla="*/ 45 w 260"/>
                  <a:gd name="T13" fmla="*/ 0 h 277"/>
                  <a:gd name="T14" fmla="*/ 45 w 260"/>
                  <a:gd name="T15" fmla="*/ 116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60" h="277">
                    <a:moveTo>
                      <a:pt x="45" y="116"/>
                    </a:moveTo>
                    <a:lnTo>
                      <a:pt x="0" y="116"/>
                    </a:lnTo>
                    <a:lnTo>
                      <a:pt x="130" y="277"/>
                    </a:lnTo>
                    <a:lnTo>
                      <a:pt x="260" y="116"/>
                    </a:lnTo>
                    <a:lnTo>
                      <a:pt x="215" y="116"/>
                    </a:lnTo>
                    <a:lnTo>
                      <a:pt x="215" y="0"/>
                    </a:lnTo>
                    <a:lnTo>
                      <a:pt x="45" y="0"/>
                    </a:lnTo>
                    <a:lnTo>
                      <a:pt x="45" y="1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4" name="Freeform 132"/>
              <p:cNvSpPr>
                <a:spLocks noEditPoints="1"/>
              </p:cNvSpPr>
              <p:nvPr/>
            </p:nvSpPr>
            <p:spPr bwMode="auto">
              <a:xfrm>
                <a:off x="-3600450" y="4483100"/>
                <a:ext cx="566738" cy="566738"/>
              </a:xfrm>
              <a:custGeom>
                <a:avLst/>
                <a:gdLst>
                  <a:gd name="T0" fmla="*/ 76 w 151"/>
                  <a:gd name="T1" fmla="*/ 151 h 151"/>
                  <a:gd name="T2" fmla="*/ 151 w 151"/>
                  <a:gd name="T3" fmla="*/ 75 h 151"/>
                  <a:gd name="T4" fmla="*/ 76 w 151"/>
                  <a:gd name="T5" fmla="*/ 0 h 151"/>
                  <a:gd name="T6" fmla="*/ 76 w 151"/>
                  <a:gd name="T7" fmla="*/ 8 h 151"/>
                  <a:gd name="T8" fmla="*/ 82 w 151"/>
                  <a:gd name="T9" fmla="*/ 8 h 151"/>
                  <a:gd name="T10" fmla="*/ 82 w 151"/>
                  <a:gd name="T11" fmla="*/ 75 h 151"/>
                  <a:gd name="T12" fmla="*/ 76 w 151"/>
                  <a:gd name="T13" fmla="*/ 75 h 151"/>
                  <a:gd name="T14" fmla="*/ 76 w 151"/>
                  <a:gd name="T15" fmla="*/ 123 h 151"/>
                  <a:gd name="T16" fmla="*/ 124 w 151"/>
                  <a:gd name="T17" fmla="*/ 75 h 151"/>
                  <a:gd name="T18" fmla="*/ 98 w 151"/>
                  <a:gd name="T19" fmla="*/ 32 h 151"/>
                  <a:gd name="T20" fmla="*/ 103 w 151"/>
                  <a:gd name="T21" fmla="*/ 21 h 151"/>
                  <a:gd name="T22" fmla="*/ 136 w 151"/>
                  <a:gd name="T23" fmla="*/ 75 h 151"/>
                  <a:gd name="T24" fmla="*/ 76 w 151"/>
                  <a:gd name="T25" fmla="*/ 135 h 151"/>
                  <a:gd name="T26" fmla="*/ 76 w 151"/>
                  <a:gd name="T27" fmla="*/ 151 h 151"/>
                  <a:gd name="T28" fmla="*/ 76 w 151"/>
                  <a:gd name="T29" fmla="*/ 135 h 151"/>
                  <a:gd name="T30" fmla="*/ 76 w 151"/>
                  <a:gd name="T31" fmla="*/ 135 h 151"/>
                  <a:gd name="T32" fmla="*/ 76 w 151"/>
                  <a:gd name="T33" fmla="*/ 0 h 151"/>
                  <a:gd name="T34" fmla="*/ 0 w 151"/>
                  <a:gd name="T35" fmla="*/ 75 h 151"/>
                  <a:gd name="T36" fmla="*/ 76 w 151"/>
                  <a:gd name="T37" fmla="*/ 151 h 151"/>
                  <a:gd name="T38" fmla="*/ 76 w 151"/>
                  <a:gd name="T39" fmla="*/ 135 h 151"/>
                  <a:gd name="T40" fmla="*/ 76 w 151"/>
                  <a:gd name="T41" fmla="*/ 135 h 151"/>
                  <a:gd name="T42" fmla="*/ 15 w 151"/>
                  <a:gd name="T43" fmla="*/ 75 h 151"/>
                  <a:gd name="T44" fmla="*/ 49 w 151"/>
                  <a:gd name="T45" fmla="*/ 21 h 151"/>
                  <a:gd name="T46" fmla="*/ 54 w 151"/>
                  <a:gd name="T47" fmla="*/ 32 h 151"/>
                  <a:gd name="T48" fmla="*/ 28 w 151"/>
                  <a:gd name="T49" fmla="*/ 75 h 151"/>
                  <a:gd name="T50" fmla="*/ 76 w 151"/>
                  <a:gd name="T51" fmla="*/ 123 h 151"/>
                  <a:gd name="T52" fmla="*/ 76 w 151"/>
                  <a:gd name="T53" fmla="*/ 75 h 151"/>
                  <a:gd name="T54" fmla="*/ 70 w 151"/>
                  <a:gd name="T55" fmla="*/ 75 h 151"/>
                  <a:gd name="T56" fmla="*/ 70 w 151"/>
                  <a:gd name="T57" fmla="*/ 8 h 151"/>
                  <a:gd name="T58" fmla="*/ 70 w 151"/>
                  <a:gd name="T59" fmla="*/ 8 h 151"/>
                  <a:gd name="T60" fmla="*/ 76 w 151"/>
                  <a:gd name="T61" fmla="*/ 8 h 151"/>
                  <a:gd name="T62" fmla="*/ 76 w 151"/>
                  <a:gd name="T63" fmla="*/ 0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51" h="151">
                    <a:moveTo>
                      <a:pt x="76" y="151"/>
                    </a:moveTo>
                    <a:cubicBezTo>
                      <a:pt x="118" y="151"/>
                      <a:pt x="151" y="117"/>
                      <a:pt x="151" y="75"/>
                    </a:cubicBezTo>
                    <a:cubicBezTo>
                      <a:pt x="151" y="33"/>
                      <a:pt x="118" y="0"/>
                      <a:pt x="76" y="0"/>
                    </a:cubicBezTo>
                    <a:cubicBezTo>
                      <a:pt x="76" y="8"/>
                      <a:pt x="76" y="8"/>
                      <a:pt x="76" y="8"/>
                    </a:cubicBezTo>
                    <a:cubicBezTo>
                      <a:pt x="82" y="8"/>
                      <a:pt x="82" y="8"/>
                      <a:pt x="82" y="8"/>
                    </a:cubicBezTo>
                    <a:cubicBezTo>
                      <a:pt x="82" y="75"/>
                      <a:pt x="82" y="75"/>
                      <a:pt x="82" y="75"/>
                    </a:cubicBezTo>
                    <a:cubicBezTo>
                      <a:pt x="76" y="75"/>
                      <a:pt x="76" y="75"/>
                      <a:pt x="76" y="75"/>
                    </a:cubicBezTo>
                    <a:cubicBezTo>
                      <a:pt x="76" y="123"/>
                      <a:pt x="76" y="123"/>
                      <a:pt x="76" y="123"/>
                    </a:cubicBezTo>
                    <a:cubicBezTo>
                      <a:pt x="102" y="123"/>
                      <a:pt x="124" y="101"/>
                      <a:pt x="124" y="75"/>
                    </a:cubicBezTo>
                    <a:cubicBezTo>
                      <a:pt x="124" y="57"/>
                      <a:pt x="114" y="41"/>
                      <a:pt x="98" y="32"/>
                    </a:cubicBezTo>
                    <a:cubicBezTo>
                      <a:pt x="103" y="21"/>
                      <a:pt x="103" y="21"/>
                      <a:pt x="103" y="21"/>
                    </a:cubicBezTo>
                    <a:cubicBezTo>
                      <a:pt x="124" y="32"/>
                      <a:pt x="136" y="52"/>
                      <a:pt x="136" y="75"/>
                    </a:cubicBezTo>
                    <a:cubicBezTo>
                      <a:pt x="136" y="108"/>
                      <a:pt x="109" y="135"/>
                      <a:pt x="76" y="135"/>
                    </a:cubicBezTo>
                    <a:cubicBezTo>
                      <a:pt x="76" y="151"/>
                      <a:pt x="76" y="151"/>
                      <a:pt x="76" y="151"/>
                    </a:cubicBezTo>
                    <a:close/>
                    <a:moveTo>
                      <a:pt x="76" y="135"/>
                    </a:moveTo>
                    <a:cubicBezTo>
                      <a:pt x="76" y="135"/>
                      <a:pt x="76" y="135"/>
                      <a:pt x="76" y="135"/>
                    </a:cubicBezTo>
                    <a:moveTo>
                      <a:pt x="76" y="0"/>
                    </a:moveTo>
                    <a:cubicBezTo>
                      <a:pt x="34" y="0"/>
                      <a:pt x="0" y="33"/>
                      <a:pt x="0" y="75"/>
                    </a:cubicBezTo>
                    <a:cubicBezTo>
                      <a:pt x="0" y="117"/>
                      <a:pt x="34" y="151"/>
                      <a:pt x="76" y="151"/>
                    </a:cubicBezTo>
                    <a:cubicBezTo>
                      <a:pt x="76" y="135"/>
                      <a:pt x="76" y="135"/>
                      <a:pt x="76" y="135"/>
                    </a:cubicBezTo>
                    <a:cubicBezTo>
                      <a:pt x="76" y="135"/>
                      <a:pt x="76" y="135"/>
                      <a:pt x="76" y="135"/>
                    </a:cubicBezTo>
                    <a:cubicBezTo>
                      <a:pt x="43" y="135"/>
                      <a:pt x="15" y="108"/>
                      <a:pt x="15" y="75"/>
                    </a:cubicBezTo>
                    <a:cubicBezTo>
                      <a:pt x="15" y="52"/>
                      <a:pt x="28" y="32"/>
                      <a:pt x="49" y="21"/>
                    </a:cubicBezTo>
                    <a:cubicBezTo>
                      <a:pt x="54" y="32"/>
                      <a:pt x="54" y="32"/>
                      <a:pt x="54" y="32"/>
                    </a:cubicBezTo>
                    <a:cubicBezTo>
                      <a:pt x="38" y="41"/>
                      <a:pt x="28" y="57"/>
                      <a:pt x="28" y="75"/>
                    </a:cubicBezTo>
                    <a:cubicBezTo>
                      <a:pt x="28" y="101"/>
                      <a:pt x="49" y="123"/>
                      <a:pt x="76" y="123"/>
                    </a:cubicBezTo>
                    <a:cubicBezTo>
                      <a:pt x="76" y="75"/>
                      <a:pt x="76" y="75"/>
                      <a:pt x="76" y="75"/>
                    </a:cubicBezTo>
                    <a:cubicBezTo>
                      <a:pt x="70" y="75"/>
                      <a:pt x="70" y="75"/>
                      <a:pt x="70" y="75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0" y="8"/>
                      <a:pt x="70" y="8"/>
                      <a:pt x="70" y="8"/>
                    </a:cubicBezTo>
                    <a:cubicBezTo>
                      <a:pt x="76" y="8"/>
                      <a:pt x="76" y="8"/>
                      <a:pt x="76" y="8"/>
                    </a:cubicBezTo>
                    <a:lnTo>
                      <a:pt x="7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5" name="Oval 133"/>
              <p:cNvSpPr>
                <a:spLocks noChangeArrowheads="1"/>
              </p:cNvSpPr>
              <p:nvPr/>
            </p:nvSpPr>
            <p:spPr bwMode="auto">
              <a:xfrm>
                <a:off x="-3303588" y="7318375"/>
                <a:ext cx="165100" cy="165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6" name="Freeform 134"/>
              <p:cNvSpPr>
                <a:spLocks noEditPoints="1"/>
              </p:cNvSpPr>
              <p:nvPr/>
            </p:nvSpPr>
            <p:spPr bwMode="auto">
              <a:xfrm>
                <a:off x="-3379788" y="7239000"/>
                <a:ext cx="312738" cy="458788"/>
              </a:xfrm>
              <a:custGeom>
                <a:avLst/>
                <a:gdLst>
                  <a:gd name="T0" fmla="*/ 83 w 83"/>
                  <a:gd name="T1" fmla="*/ 0 h 122"/>
                  <a:gd name="T2" fmla="*/ 42 w 83"/>
                  <a:gd name="T3" fmla="*/ 0 h 122"/>
                  <a:gd name="T4" fmla="*/ 42 w 83"/>
                  <a:gd name="T5" fmla="*/ 10 h 122"/>
                  <a:gd name="T6" fmla="*/ 42 w 83"/>
                  <a:gd name="T7" fmla="*/ 10 h 122"/>
                  <a:gd name="T8" fmla="*/ 74 w 83"/>
                  <a:gd name="T9" fmla="*/ 43 h 122"/>
                  <a:gd name="T10" fmla="*/ 42 w 83"/>
                  <a:gd name="T11" fmla="*/ 75 h 122"/>
                  <a:gd name="T12" fmla="*/ 42 w 83"/>
                  <a:gd name="T13" fmla="*/ 75 h 122"/>
                  <a:gd name="T14" fmla="*/ 42 w 83"/>
                  <a:gd name="T15" fmla="*/ 75 h 122"/>
                  <a:gd name="T16" fmla="*/ 42 w 83"/>
                  <a:gd name="T17" fmla="*/ 89 h 122"/>
                  <a:gd name="T18" fmla="*/ 42 w 83"/>
                  <a:gd name="T19" fmla="*/ 89 h 122"/>
                  <a:gd name="T20" fmla="*/ 53 w 83"/>
                  <a:gd name="T21" fmla="*/ 100 h 122"/>
                  <a:gd name="T22" fmla="*/ 42 w 83"/>
                  <a:gd name="T23" fmla="*/ 111 h 122"/>
                  <a:gd name="T24" fmla="*/ 42 w 83"/>
                  <a:gd name="T25" fmla="*/ 111 h 122"/>
                  <a:gd name="T26" fmla="*/ 42 w 83"/>
                  <a:gd name="T27" fmla="*/ 111 h 122"/>
                  <a:gd name="T28" fmla="*/ 42 w 83"/>
                  <a:gd name="T29" fmla="*/ 122 h 122"/>
                  <a:gd name="T30" fmla="*/ 83 w 83"/>
                  <a:gd name="T31" fmla="*/ 122 h 122"/>
                  <a:gd name="T32" fmla="*/ 83 w 83"/>
                  <a:gd name="T33" fmla="*/ 0 h 122"/>
                  <a:gd name="T34" fmla="*/ 42 w 83"/>
                  <a:gd name="T35" fmla="*/ 0 h 122"/>
                  <a:gd name="T36" fmla="*/ 0 w 83"/>
                  <a:gd name="T37" fmla="*/ 0 h 122"/>
                  <a:gd name="T38" fmla="*/ 0 w 83"/>
                  <a:gd name="T39" fmla="*/ 122 h 122"/>
                  <a:gd name="T40" fmla="*/ 42 w 83"/>
                  <a:gd name="T41" fmla="*/ 122 h 122"/>
                  <a:gd name="T42" fmla="*/ 42 w 83"/>
                  <a:gd name="T43" fmla="*/ 111 h 122"/>
                  <a:gd name="T44" fmla="*/ 31 w 83"/>
                  <a:gd name="T45" fmla="*/ 100 h 122"/>
                  <a:gd name="T46" fmla="*/ 42 w 83"/>
                  <a:gd name="T47" fmla="*/ 89 h 122"/>
                  <a:gd name="T48" fmla="*/ 42 w 83"/>
                  <a:gd name="T49" fmla="*/ 75 h 122"/>
                  <a:gd name="T50" fmla="*/ 10 w 83"/>
                  <a:gd name="T51" fmla="*/ 43 h 122"/>
                  <a:gd name="T52" fmla="*/ 42 w 83"/>
                  <a:gd name="T53" fmla="*/ 10 h 122"/>
                  <a:gd name="T54" fmla="*/ 42 w 83"/>
                  <a:gd name="T55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83" h="122">
                    <a:moveTo>
                      <a:pt x="83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60" y="10"/>
                      <a:pt x="74" y="25"/>
                      <a:pt x="74" y="43"/>
                    </a:cubicBezTo>
                    <a:cubicBezTo>
                      <a:pt x="74" y="60"/>
                      <a:pt x="60" y="75"/>
                      <a:pt x="42" y="75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8" y="89"/>
                      <a:pt x="53" y="94"/>
                      <a:pt x="53" y="100"/>
                    </a:cubicBezTo>
                    <a:cubicBezTo>
                      <a:pt x="53" y="106"/>
                      <a:pt x="48" y="111"/>
                      <a:pt x="42" y="111"/>
                    </a:cubicBezTo>
                    <a:cubicBezTo>
                      <a:pt x="42" y="111"/>
                      <a:pt x="42" y="111"/>
                      <a:pt x="42" y="111"/>
                    </a:cubicBezTo>
                    <a:cubicBezTo>
                      <a:pt x="42" y="111"/>
                      <a:pt x="42" y="111"/>
                      <a:pt x="42" y="111"/>
                    </a:cubicBezTo>
                    <a:cubicBezTo>
                      <a:pt x="42" y="122"/>
                      <a:pt x="42" y="122"/>
                      <a:pt x="42" y="122"/>
                    </a:cubicBezTo>
                    <a:cubicBezTo>
                      <a:pt x="83" y="122"/>
                      <a:pt x="83" y="122"/>
                      <a:pt x="83" y="122"/>
                    </a:cubicBezTo>
                    <a:lnTo>
                      <a:pt x="83" y="0"/>
                    </a:lnTo>
                    <a:close/>
                    <a:moveTo>
                      <a:pt x="42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22"/>
                      <a:pt x="0" y="122"/>
                      <a:pt x="0" y="122"/>
                    </a:cubicBezTo>
                    <a:cubicBezTo>
                      <a:pt x="42" y="122"/>
                      <a:pt x="42" y="122"/>
                      <a:pt x="42" y="122"/>
                    </a:cubicBezTo>
                    <a:cubicBezTo>
                      <a:pt x="42" y="111"/>
                      <a:pt x="42" y="111"/>
                      <a:pt x="42" y="111"/>
                    </a:cubicBezTo>
                    <a:cubicBezTo>
                      <a:pt x="36" y="111"/>
                      <a:pt x="31" y="106"/>
                      <a:pt x="31" y="100"/>
                    </a:cubicBezTo>
                    <a:cubicBezTo>
                      <a:pt x="31" y="94"/>
                      <a:pt x="36" y="89"/>
                      <a:pt x="42" y="89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24" y="75"/>
                      <a:pt x="10" y="60"/>
                      <a:pt x="10" y="43"/>
                    </a:cubicBezTo>
                    <a:cubicBezTo>
                      <a:pt x="10" y="25"/>
                      <a:pt x="24" y="10"/>
                      <a:pt x="42" y="10"/>
                    </a:cubicBezTo>
                    <a:lnTo>
                      <a:pt x="4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7" name="Freeform 135"/>
              <p:cNvSpPr/>
              <p:nvPr/>
            </p:nvSpPr>
            <p:spPr bwMode="auto">
              <a:xfrm>
                <a:off x="-3698875" y="7189788"/>
                <a:ext cx="63500" cy="30163"/>
              </a:xfrm>
              <a:custGeom>
                <a:avLst/>
                <a:gdLst>
                  <a:gd name="T0" fmla="*/ 17 w 17"/>
                  <a:gd name="T1" fmla="*/ 6 h 8"/>
                  <a:gd name="T2" fmla="*/ 10 w 17"/>
                  <a:gd name="T3" fmla="*/ 0 h 8"/>
                  <a:gd name="T4" fmla="*/ 7 w 17"/>
                  <a:gd name="T5" fmla="*/ 0 h 8"/>
                  <a:gd name="T6" fmla="*/ 0 w 17"/>
                  <a:gd name="T7" fmla="*/ 6 h 8"/>
                  <a:gd name="T8" fmla="*/ 0 w 17"/>
                  <a:gd name="T9" fmla="*/ 8 h 8"/>
                  <a:gd name="T10" fmla="*/ 16 w 17"/>
                  <a:gd name="T11" fmla="*/ 8 h 8"/>
                  <a:gd name="T12" fmla="*/ 17 w 17"/>
                  <a:gd name="T13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7" h="8">
                    <a:moveTo>
                      <a:pt x="17" y="6"/>
                    </a:moveTo>
                    <a:cubicBezTo>
                      <a:pt x="17" y="3"/>
                      <a:pt x="14" y="0"/>
                      <a:pt x="10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6"/>
                    </a:cubicBezTo>
                    <a:cubicBezTo>
                      <a:pt x="0" y="7"/>
                      <a:pt x="0" y="8"/>
                      <a:pt x="0" y="8"/>
                    </a:cubicBezTo>
                    <a:cubicBezTo>
                      <a:pt x="16" y="8"/>
                      <a:pt x="16" y="8"/>
                      <a:pt x="16" y="8"/>
                    </a:cubicBezTo>
                    <a:cubicBezTo>
                      <a:pt x="17" y="8"/>
                      <a:pt x="17" y="7"/>
                      <a:pt x="17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8" name="Freeform 136"/>
              <p:cNvSpPr>
                <a:spLocks noEditPoints="1"/>
              </p:cNvSpPr>
              <p:nvPr/>
            </p:nvSpPr>
            <p:spPr bwMode="auto">
              <a:xfrm>
                <a:off x="-3735388" y="7239000"/>
                <a:ext cx="311150" cy="458788"/>
              </a:xfrm>
              <a:custGeom>
                <a:avLst/>
                <a:gdLst>
                  <a:gd name="T0" fmla="*/ 42 w 83"/>
                  <a:gd name="T1" fmla="*/ 122 h 122"/>
                  <a:gd name="T2" fmla="*/ 83 w 83"/>
                  <a:gd name="T3" fmla="*/ 122 h 122"/>
                  <a:gd name="T4" fmla="*/ 83 w 83"/>
                  <a:gd name="T5" fmla="*/ 0 h 122"/>
                  <a:gd name="T6" fmla="*/ 42 w 83"/>
                  <a:gd name="T7" fmla="*/ 0 h 122"/>
                  <a:gd name="T8" fmla="*/ 42 w 83"/>
                  <a:gd name="T9" fmla="*/ 10 h 122"/>
                  <a:gd name="T10" fmla="*/ 42 w 83"/>
                  <a:gd name="T11" fmla="*/ 10 h 122"/>
                  <a:gd name="T12" fmla="*/ 42 w 83"/>
                  <a:gd name="T13" fmla="*/ 10 h 122"/>
                  <a:gd name="T14" fmla="*/ 74 w 83"/>
                  <a:gd name="T15" fmla="*/ 43 h 122"/>
                  <a:gd name="T16" fmla="*/ 42 w 83"/>
                  <a:gd name="T17" fmla="*/ 75 h 122"/>
                  <a:gd name="T18" fmla="*/ 42 w 83"/>
                  <a:gd name="T19" fmla="*/ 75 h 122"/>
                  <a:gd name="T20" fmla="*/ 42 w 83"/>
                  <a:gd name="T21" fmla="*/ 89 h 122"/>
                  <a:gd name="T22" fmla="*/ 42 w 83"/>
                  <a:gd name="T23" fmla="*/ 89 h 122"/>
                  <a:gd name="T24" fmla="*/ 53 w 83"/>
                  <a:gd name="T25" fmla="*/ 100 h 122"/>
                  <a:gd name="T26" fmla="*/ 42 w 83"/>
                  <a:gd name="T27" fmla="*/ 111 h 122"/>
                  <a:gd name="T28" fmla="*/ 42 w 83"/>
                  <a:gd name="T29" fmla="*/ 111 h 122"/>
                  <a:gd name="T30" fmla="*/ 42 w 83"/>
                  <a:gd name="T31" fmla="*/ 111 h 122"/>
                  <a:gd name="T32" fmla="*/ 42 w 83"/>
                  <a:gd name="T33" fmla="*/ 122 h 122"/>
                  <a:gd name="T34" fmla="*/ 0 w 83"/>
                  <a:gd name="T35" fmla="*/ 122 h 122"/>
                  <a:gd name="T36" fmla="*/ 42 w 83"/>
                  <a:gd name="T37" fmla="*/ 122 h 122"/>
                  <a:gd name="T38" fmla="*/ 42 w 83"/>
                  <a:gd name="T39" fmla="*/ 111 h 122"/>
                  <a:gd name="T40" fmla="*/ 31 w 83"/>
                  <a:gd name="T41" fmla="*/ 100 h 122"/>
                  <a:gd name="T42" fmla="*/ 42 w 83"/>
                  <a:gd name="T43" fmla="*/ 89 h 122"/>
                  <a:gd name="T44" fmla="*/ 42 w 83"/>
                  <a:gd name="T45" fmla="*/ 75 h 122"/>
                  <a:gd name="T46" fmla="*/ 9 w 83"/>
                  <a:gd name="T47" fmla="*/ 43 h 122"/>
                  <a:gd name="T48" fmla="*/ 42 w 83"/>
                  <a:gd name="T49" fmla="*/ 10 h 122"/>
                  <a:gd name="T50" fmla="*/ 42 w 83"/>
                  <a:gd name="T51" fmla="*/ 0 h 122"/>
                  <a:gd name="T52" fmla="*/ 20 w 83"/>
                  <a:gd name="T53" fmla="*/ 0 h 122"/>
                  <a:gd name="T54" fmla="*/ 16 w 83"/>
                  <a:gd name="T55" fmla="*/ 0 h 122"/>
                  <a:gd name="T56" fmla="*/ 0 w 83"/>
                  <a:gd name="T57" fmla="*/ 0 h 122"/>
                  <a:gd name="T58" fmla="*/ 0 w 83"/>
                  <a:gd name="T59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3" h="122">
                    <a:moveTo>
                      <a:pt x="42" y="122"/>
                    </a:moveTo>
                    <a:cubicBezTo>
                      <a:pt x="83" y="122"/>
                      <a:pt x="83" y="122"/>
                      <a:pt x="83" y="122"/>
                    </a:cubicBezTo>
                    <a:cubicBezTo>
                      <a:pt x="83" y="0"/>
                      <a:pt x="83" y="0"/>
                      <a:pt x="83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60" y="10"/>
                      <a:pt x="74" y="25"/>
                      <a:pt x="74" y="43"/>
                    </a:cubicBezTo>
                    <a:cubicBezTo>
                      <a:pt x="74" y="60"/>
                      <a:pt x="60" y="75"/>
                      <a:pt x="42" y="75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2" y="89"/>
                      <a:pt x="42" y="89"/>
                      <a:pt x="42" y="89"/>
                    </a:cubicBezTo>
                    <a:cubicBezTo>
                      <a:pt x="48" y="89"/>
                      <a:pt x="53" y="94"/>
                      <a:pt x="53" y="100"/>
                    </a:cubicBezTo>
                    <a:cubicBezTo>
                      <a:pt x="53" y="106"/>
                      <a:pt x="48" y="111"/>
                      <a:pt x="42" y="111"/>
                    </a:cubicBezTo>
                    <a:cubicBezTo>
                      <a:pt x="42" y="111"/>
                      <a:pt x="42" y="111"/>
                      <a:pt x="42" y="111"/>
                    </a:cubicBezTo>
                    <a:cubicBezTo>
                      <a:pt x="42" y="111"/>
                      <a:pt x="42" y="111"/>
                      <a:pt x="42" y="111"/>
                    </a:cubicBezTo>
                    <a:lnTo>
                      <a:pt x="42" y="122"/>
                    </a:lnTo>
                    <a:close/>
                    <a:moveTo>
                      <a:pt x="0" y="122"/>
                    </a:moveTo>
                    <a:cubicBezTo>
                      <a:pt x="42" y="122"/>
                      <a:pt x="42" y="122"/>
                      <a:pt x="42" y="122"/>
                    </a:cubicBezTo>
                    <a:cubicBezTo>
                      <a:pt x="42" y="111"/>
                      <a:pt x="42" y="111"/>
                      <a:pt x="42" y="111"/>
                    </a:cubicBezTo>
                    <a:cubicBezTo>
                      <a:pt x="36" y="111"/>
                      <a:pt x="31" y="106"/>
                      <a:pt x="31" y="100"/>
                    </a:cubicBezTo>
                    <a:cubicBezTo>
                      <a:pt x="31" y="94"/>
                      <a:pt x="36" y="89"/>
                      <a:pt x="42" y="89"/>
                    </a:cubicBezTo>
                    <a:cubicBezTo>
                      <a:pt x="42" y="75"/>
                      <a:pt x="42" y="75"/>
                      <a:pt x="42" y="75"/>
                    </a:cubicBezTo>
                    <a:cubicBezTo>
                      <a:pt x="24" y="75"/>
                      <a:pt x="9" y="60"/>
                      <a:pt x="9" y="43"/>
                    </a:cubicBezTo>
                    <a:cubicBezTo>
                      <a:pt x="9" y="25"/>
                      <a:pt x="24" y="10"/>
                      <a:pt x="42" y="1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29" name="Oval 137"/>
              <p:cNvSpPr>
                <a:spLocks noChangeArrowheads="1"/>
              </p:cNvSpPr>
              <p:nvPr/>
            </p:nvSpPr>
            <p:spPr bwMode="auto">
              <a:xfrm>
                <a:off x="-3660775" y="7318375"/>
                <a:ext cx="165100" cy="1651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0" name="Freeform 138"/>
              <p:cNvSpPr>
                <a:spLocks noEditPoints="1"/>
              </p:cNvSpPr>
              <p:nvPr/>
            </p:nvSpPr>
            <p:spPr bwMode="auto">
              <a:xfrm>
                <a:off x="-6011863" y="4824413"/>
                <a:ext cx="563563" cy="525463"/>
              </a:xfrm>
              <a:custGeom>
                <a:avLst/>
                <a:gdLst>
                  <a:gd name="T0" fmla="*/ 141 w 150"/>
                  <a:gd name="T1" fmla="*/ 140 h 140"/>
                  <a:gd name="T2" fmla="*/ 141 w 150"/>
                  <a:gd name="T3" fmla="*/ 129 h 140"/>
                  <a:gd name="T4" fmla="*/ 150 w 150"/>
                  <a:gd name="T5" fmla="*/ 22 h 140"/>
                  <a:gd name="T6" fmla="*/ 131 w 150"/>
                  <a:gd name="T7" fmla="*/ 38 h 140"/>
                  <a:gd name="T8" fmla="*/ 131 w 150"/>
                  <a:gd name="T9" fmla="*/ 55 h 140"/>
                  <a:gd name="T10" fmla="*/ 131 w 150"/>
                  <a:gd name="T11" fmla="*/ 67 h 140"/>
                  <a:gd name="T12" fmla="*/ 131 w 150"/>
                  <a:gd name="T13" fmla="*/ 84 h 140"/>
                  <a:gd name="T14" fmla="*/ 65 w 150"/>
                  <a:gd name="T15" fmla="*/ 7 h 140"/>
                  <a:gd name="T16" fmla="*/ 63 w 150"/>
                  <a:gd name="T17" fmla="*/ 9 h 140"/>
                  <a:gd name="T18" fmla="*/ 63 w 150"/>
                  <a:gd name="T19" fmla="*/ 129 h 140"/>
                  <a:gd name="T20" fmla="*/ 122 w 150"/>
                  <a:gd name="T21" fmla="*/ 129 h 140"/>
                  <a:gd name="T22" fmla="*/ 131 w 150"/>
                  <a:gd name="T23" fmla="*/ 140 h 140"/>
                  <a:gd name="T24" fmla="*/ 123 w 150"/>
                  <a:gd name="T25" fmla="*/ 75 h 140"/>
                  <a:gd name="T26" fmla="*/ 131 w 150"/>
                  <a:gd name="T27" fmla="*/ 55 h 140"/>
                  <a:gd name="T28" fmla="*/ 123 w 150"/>
                  <a:gd name="T29" fmla="*/ 47 h 140"/>
                  <a:gd name="T30" fmla="*/ 131 w 150"/>
                  <a:gd name="T31" fmla="*/ 22 h 140"/>
                  <a:gd name="T32" fmla="*/ 63 w 150"/>
                  <a:gd name="T33" fmla="*/ 35 h 140"/>
                  <a:gd name="T34" fmla="*/ 108 w 150"/>
                  <a:gd name="T35" fmla="*/ 115 h 140"/>
                  <a:gd name="T36" fmla="*/ 63 w 150"/>
                  <a:gd name="T37" fmla="*/ 115 h 140"/>
                  <a:gd name="T38" fmla="*/ 131 w 150"/>
                  <a:gd name="T39" fmla="*/ 67 h 140"/>
                  <a:gd name="T40" fmla="*/ 63 w 150"/>
                  <a:gd name="T41" fmla="*/ 5 h 140"/>
                  <a:gd name="T42" fmla="*/ 33 w 150"/>
                  <a:gd name="T43" fmla="*/ 20 h 140"/>
                  <a:gd name="T44" fmla="*/ 0 w 150"/>
                  <a:gd name="T45" fmla="*/ 7 h 140"/>
                  <a:gd name="T46" fmla="*/ 20 w 150"/>
                  <a:gd name="T47" fmla="*/ 22 h 140"/>
                  <a:gd name="T48" fmla="*/ 3 w 150"/>
                  <a:gd name="T49" fmla="*/ 129 h 140"/>
                  <a:gd name="T50" fmla="*/ 14 w 150"/>
                  <a:gd name="T51" fmla="*/ 129 h 140"/>
                  <a:gd name="T52" fmla="*/ 33 w 150"/>
                  <a:gd name="T53" fmla="*/ 140 h 140"/>
                  <a:gd name="T54" fmla="*/ 33 w 150"/>
                  <a:gd name="T55" fmla="*/ 129 h 140"/>
                  <a:gd name="T56" fmla="*/ 63 w 150"/>
                  <a:gd name="T57" fmla="*/ 115 h 140"/>
                  <a:gd name="T58" fmla="*/ 17 w 150"/>
                  <a:gd name="T59" fmla="*/ 35 h 140"/>
                  <a:gd name="T60" fmla="*/ 63 w 150"/>
                  <a:gd name="T61" fmla="*/ 22 h 140"/>
                  <a:gd name="T62" fmla="*/ 46 w 150"/>
                  <a:gd name="T63" fmla="*/ 21 h 140"/>
                  <a:gd name="T64" fmla="*/ 63 w 150"/>
                  <a:gd name="T65" fmla="*/ 5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0" h="140">
                    <a:moveTo>
                      <a:pt x="131" y="140"/>
                    </a:moveTo>
                    <a:cubicBezTo>
                      <a:pt x="141" y="140"/>
                      <a:pt x="141" y="140"/>
                      <a:pt x="141" y="140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41" y="129"/>
                      <a:pt x="141" y="129"/>
                      <a:pt x="141" y="129"/>
                    </a:cubicBezTo>
                    <a:cubicBezTo>
                      <a:pt x="150" y="129"/>
                      <a:pt x="150" y="129"/>
                      <a:pt x="150" y="129"/>
                    </a:cubicBezTo>
                    <a:cubicBezTo>
                      <a:pt x="150" y="22"/>
                      <a:pt x="150" y="22"/>
                      <a:pt x="150" y="22"/>
                    </a:cubicBezTo>
                    <a:cubicBezTo>
                      <a:pt x="131" y="22"/>
                      <a:pt x="131" y="22"/>
                      <a:pt x="131" y="22"/>
                    </a:cubicBezTo>
                    <a:cubicBezTo>
                      <a:pt x="131" y="38"/>
                      <a:pt x="131" y="38"/>
                      <a:pt x="131" y="38"/>
                    </a:cubicBezTo>
                    <a:cubicBezTo>
                      <a:pt x="136" y="38"/>
                      <a:pt x="140" y="42"/>
                      <a:pt x="140" y="47"/>
                    </a:cubicBezTo>
                    <a:cubicBezTo>
                      <a:pt x="140" y="51"/>
                      <a:pt x="136" y="55"/>
                      <a:pt x="131" y="55"/>
                    </a:cubicBezTo>
                    <a:cubicBezTo>
                      <a:pt x="131" y="67"/>
                      <a:pt x="131" y="67"/>
                      <a:pt x="131" y="67"/>
                    </a:cubicBezTo>
                    <a:cubicBezTo>
                      <a:pt x="131" y="67"/>
                      <a:pt x="131" y="67"/>
                      <a:pt x="131" y="67"/>
                    </a:cubicBezTo>
                    <a:cubicBezTo>
                      <a:pt x="136" y="67"/>
                      <a:pt x="140" y="71"/>
                      <a:pt x="140" y="75"/>
                    </a:cubicBezTo>
                    <a:cubicBezTo>
                      <a:pt x="140" y="80"/>
                      <a:pt x="136" y="84"/>
                      <a:pt x="131" y="84"/>
                    </a:cubicBezTo>
                    <a:lnTo>
                      <a:pt x="131" y="140"/>
                    </a:lnTo>
                    <a:close/>
                    <a:moveTo>
                      <a:pt x="65" y="7"/>
                    </a:moveTo>
                    <a:cubicBezTo>
                      <a:pt x="63" y="5"/>
                      <a:pt x="63" y="5"/>
                      <a:pt x="63" y="5"/>
                    </a:cubicBezTo>
                    <a:cubicBezTo>
                      <a:pt x="63" y="9"/>
                      <a:pt x="63" y="9"/>
                      <a:pt x="63" y="9"/>
                    </a:cubicBezTo>
                    <a:cubicBezTo>
                      <a:pt x="65" y="7"/>
                      <a:pt x="65" y="7"/>
                      <a:pt x="65" y="7"/>
                    </a:cubicBezTo>
                    <a:close/>
                    <a:moveTo>
                      <a:pt x="63" y="129"/>
                    </a:moveTo>
                    <a:cubicBezTo>
                      <a:pt x="122" y="129"/>
                      <a:pt x="122" y="129"/>
                      <a:pt x="122" y="129"/>
                    </a:cubicBezTo>
                    <a:cubicBezTo>
                      <a:pt x="122" y="129"/>
                      <a:pt x="122" y="129"/>
                      <a:pt x="122" y="129"/>
                    </a:cubicBezTo>
                    <a:cubicBezTo>
                      <a:pt x="122" y="140"/>
                      <a:pt x="122" y="140"/>
                      <a:pt x="122" y="140"/>
                    </a:cubicBezTo>
                    <a:cubicBezTo>
                      <a:pt x="131" y="140"/>
                      <a:pt x="131" y="140"/>
                      <a:pt x="131" y="140"/>
                    </a:cubicBezTo>
                    <a:cubicBezTo>
                      <a:pt x="131" y="84"/>
                      <a:pt x="131" y="84"/>
                      <a:pt x="131" y="84"/>
                    </a:cubicBezTo>
                    <a:cubicBezTo>
                      <a:pt x="127" y="84"/>
                      <a:pt x="123" y="80"/>
                      <a:pt x="123" y="75"/>
                    </a:cubicBezTo>
                    <a:cubicBezTo>
                      <a:pt x="123" y="71"/>
                      <a:pt x="127" y="67"/>
                      <a:pt x="131" y="67"/>
                    </a:cubicBezTo>
                    <a:cubicBezTo>
                      <a:pt x="131" y="55"/>
                      <a:pt x="131" y="55"/>
                      <a:pt x="131" y="55"/>
                    </a:cubicBezTo>
                    <a:cubicBezTo>
                      <a:pt x="127" y="55"/>
                      <a:pt x="123" y="51"/>
                      <a:pt x="123" y="47"/>
                    </a:cubicBezTo>
                    <a:cubicBezTo>
                      <a:pt x="123" y="47"/>
                      <a:pt x="123" y="47"/>
                      <a:pt x="123" y="47"/>
                    </a:cubicBezTo>
                    <a:cubicBezTo>
                      <a:pt x="123" y="42"/>
                      <a:pt x="127" y="38"/>
                      <a:pt x="131" y="38"/>
                    </a:cubicBezTo>
                    <a:cubicBezTo>
                      <a:pt x="131" y="22"/>
                      <a:pt x="131" y="22"/>
                      <a:pt x="131" y="22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3" y="35"/>
                      <a:pt x="63" y="35"/>
                      <a:pt x="63" y="35"/>
                    </a:cubicBezTo>
                    <a:cubicBezTo>
                      <a:pt x="108" y="35"/>
                      <a:pt x="108" y="35"/>
                      <a:pt x="108" y="35"/>
                    </a:cubicBezTo>
                    <a:cubicBezTo>
                      <a:pt x="108" y="115"/>
                      <a:pt x="108" y="115"/>
                      <a:pt x="108" y="115"/>
                    </a:cubicBezTo>
                    <a:cubicBezTo>
                      <a:pt x="108" y="115"/>
                      <a:pt x="108" y="115"/>
                      <a:pt x="108" y="115"/>
                    </a:cubicBezTo>
                    <a:cubicBezTo>
                      <a:pt x="63" y="115"/>
                      <a:pt x="63" y="115"/>
                      <a:pt x="63" y="115"/>
                    </a:cubicBezTo>
                    <a:cubicBezTo>
                      <a:pt x="63" y="129"/>
                      <a:pt x="63" y="129"/>
                      <a:pt x="63" y="129"/>
                    </a:cubicBezTo>
                    <a:close/>
                    <a:moveTo>
                      <a:pt x="131" y="67"/>
                    </a:moveTo>
                    <a:cubicBezTo>
                      <a:pt x="131" y="67"/>
                      <a:pt x="131" y="67"/>
                      <a:pt x="131" y="67"/>
                    </a:cubicBezTo>
                    <a:moveTo>
                      <a:pt x="63" y="5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33" y="20"/>
                      <a:pt x="33" y="20"/>
                      <a:pt x="33" y="2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20" y="22"/>
                      <a:pt x="20" y="22"/>
                      <a:pt x="20" y="22"/>
                    </a:cubicBezTo>
                    <a:cubicBezTo>
                      <a:pt x="3" y="22"/>
                      <a:pt x="3" y="22"/>
                      <a:pt x="3" y="22"/>
                    </a:cubicBezTo>
                    <a:cubicBezTo>
                      <a:pt x="3" y="129"/>
                      <a:pt x="3" y="129"/>
                      <a:pt x="3" y="129"/>
                    </a:cubicBezTo>
                    <a:cubicBezTo>
                      <a:pt x="14" y="129"/>
                      <a:pt x="14" y="129"/>
                      <a:pt x="14" y="129"/>
                    </a:cubicBezTo>
                    <a:cubicBezTo>
                      <a:pt x="14" y="129"/>
                      <a:pt x="14" y="129"/>
                      <a:pt x="14" y="129"/>
                    </a:cubicBezTo>
                    <a:cubicBezTo>
                      <a:pt x="14" y="140"/>
                      <a:pt x="14" y="140"/>
                      <a:pt x="14" y="140"/>
                    </a:cubicBezTo>
                    <a:cubicBezTo>
                      <a:pt x="33" y="140"/>
                      <a:pt x="33" y="140"/>
                      <a:pt x="33" y="140"/>
                    </a:cubicBezTo>
                    <a:cubicBezTo>
                      <a:pt x="33" y="129"/>
                      <a:pt x="33" y="129"/>
                      <a:pt x="33" y="129"/>
                    </a:cubicBezTo>
                    <a:cubicBezTo>
                      <a:pt x="33" y="129"/>
                      <a:pt x="33" y="129"/>
                      <a:pt x="33" y="129"/>
                    </a:cubicBezTo>
                    <a:cubicBezTo>
                      <a:pt x="63" y="129"/>
                      <a:pt x="63" y="129"/>
                      <a:pt x="63" y="129"/>
                    </a:cubicBezTo>
                    <a:cubicBezTo>
                      <a:pt x="63" y="115"/>
                      <a:pt x="63" y="115"/>
                      <a:pt x="63" y="115"/>
                    </a:cubicBezTo>
                    <a:cubicBezTo>
                      <a:pt x="17" y="115"/>
                      <a:pt x="17" y="115"/>
                      <a:pt x="17" y="115"/>
                    </a:cubicBezTo>
                    <a:cubicBezTo>
                      <a:pt x="17" y="35"/>
                      <a:pt x="17" y="35"/>
                      <a:pt x="17" y="35"/>
                    </a:cubicBezTo>
                    <a:cubicBezTo>
                      <a:pt x="63" y="35"/>
                      <a:pt x="63" y="35"/>
                      <a:pt x="63" y="35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45" y="22"/>
                      <a:pt x="45" y="22"/>
                      <a:pt x="45" y="22"/>
                    </a:cubicBezTo>
                    <a:cubicBezTo>
                      <a:pt x="46" y="21"/>
                      <a:pt x="46" y="21"/>
                      <a:pt x="46" y="21"/>
                    </a:cubicBezTo>
                    <a:cubicBezTo>
                      <a:pt x="63" y="9"/>
                      <a:pt x="63" y="9"/>
                      <a:pt x="63" y="9"/>
                    </a:cubicBezTo>
                    <a:lnTo>
                      <a:pt x="63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1" name="Freeform 139"/>
              <p:cNvSpPr/>
              <p:nvPr/>
            </p:nvSpPr>
            <p:spPr bwMode="auto">
              <a:xfrm>
                <a:off x="-5461000" y="509587"/>
                <a:ext cx="60325" cy="57150"/>
              </a:xfrm>
              <a:custGeom>
                <a:avLst/>
                <a:gdLst>
                  <a:gd name="T0" fmla="*/ 0 w 16"/>
                  <a:gd name="T1" fmla="*/ 8 h 15"/>
                  <a:gd name="T2" fmla="*/ 3 w 16"/>
                  <a:gd name="T3" fmla="*/ 10 h 15"/>
                  <a:gd name="T4" fmla="*/ 11 w 16"/>
                  <a:gd name="T5" fmla="*/ 15 h 15"/>
                  <a:gd name="T6" fmla="*/ 16 w 16"/>
                  <a:gd name="T7" fmla="*/ 6 h 15"/>
                  <a:gd name="T8" fmla="*/ 4 w 16"/>
                  <a:gd name="T9" fmla="*/ 0 h 15"/>
                  <a:gd name="T10" fmla="*/ 0 w 16"/>
                  <a:gd name="T1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" h="15">
                    <a:moveTo>
                      <a:pt x="0" y="8"/>
                    </a:moveTo>
                    <a:cubicBezTo>
                      <a:pt x="1" y="8"/>
                      <a:pt x="2" y="9"/>
                      <a:pt x="3" y="10"/>
                    </a:cubicBezTo>
                    <a:cubicBezTo>
                      <a:pt x="6" y="11"/>
                      <a:pt x="9" y="13"/>
                      <a:pt x="11" y="15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4" y="0"/>
                      <a:pt x="4" y="0"/>
                      <a:pt x="4" y="0"/>
                    </a:cubicBez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2" name="Freeform 140"/>
              <p:cNvSpPr/>
              <p:nvPr/>
            </p:nvSpPr>
            <p:spPr bwMode="auto">
              <a:xfrm>
                <a:off x="-5892800" y="841375"/>
                <a:ext cx="312738" cy="228600"/>
              </a:xfrm>
              <a:custGeom>
                <a:avLst/>
                <a:gdLst>
                  <a:gd name="T0" fmla="*/ 21 w 83"/>
                  <a:gd name="T1" fmla="*/ 58 h 61"/>
                  <a:gd name="T2" fmla="*/ 36 w 83"/>
                  <a:gd name="T3" fmla="*/ 61 h 61"/>
                  <a:gd name="T4" fmla="*/ 45 w 83"/>
                  <a:gd name="T5" fmla="*/ 60 h 61"/>
                  <a:gd name="T6" fmla="*/ 64 w 83"/>
                  <a:gd name="T7" fmla="*/ 45 h 61"/>
                  <a:gd name="T8" fmla="*/ 83 w 83"/>
                  <a:gd name="T9" fmla="*/ 9 h 61"/>
                  <a:gd name="T10" fmla="*/ 76 w 83"/>
                  <a:gd name="T11" fmla="*/ 2 h 61"/>
                  <a:gd name="T12" fmla="*/ 72 w 83"/>
                  <a:gd name="T13" fmla="*/ 0 h 61"/>
                  <a:gd name="T14" fmla="*/ 52 w 83"/>
                  <a:gd name="T15" fmla="*/ 38 h 61"/>
                  <a:gd name="T16" fmla="*/ 27 w 83"/>
                  <a:gd name="T17" fmla="*/ 46 h 61"/>
                  <a:gd name="T18" fmla="*/ 20 w 83"/>
                  <a:gd name="T19" fmla="*/ 21 h 61"/>
                  <a:gd name="T20" fmla="*/ 8 w 83"/>
                  <a:gd name="T21" fmla="*/ 15 h 61"/>
                  <a:gd name="T22" fmla="*/ 21 w 83"/>
                  <a:gd name="T23" fmla="*/ 58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3" h="61">
                    <a:moveTo>
                      <a:pt x="21" y="58"/>
                    </a:moveTo>
                    <a:cubicBezTo>
                      <a:pt x="26" y="60"/>
                      <a:pt x="31" y="61"/>
                      <a:pt x="36" y="61"/>
                    </a:cubicBezTo>
                    <a:cubicBezTo>
                      <a:pt x="39" y="61"/>
                      <a:pt x="42" y="61"/>
                      <a:pt x="45" y="60"/>
                    </a:cubicBezTo>
                    <a:cubicBezTo>
                      <a:pt x="53" y="57"/>
                      <a:pt x="60" y="52"/>
                      <a:pt x="64" y="45"/>
                    </a:cubicBezTo>
                    <a:cubicBezTo>
                      <a:pt x="83" y="9"/>
                      <a:pt x="83" y="9"/>
                      <a:pt x="83" y="9"/>
                    </a:cubicBezTo>
                    <a:cubicBezTo>
                      <a:pt x="81" y="6"/>
                      <a:pt x="79" y="3"/>
                      <a:pt x="76" y="2"/>
                    </a:cubicBezTo>
                    <a:cubicBezTo>
                      <a:pt x="74" y="1"/>
                      <a:pt x="73" y="1"/>
                      <a:pt x="72" y="0"/>
                    </a:cubicBezTo>
                    <a:cubicBezTo>
                      <a:pt x="52" y="38"/>
                      <a:pt x="52" y="38"/>
                      <a:pt x="52" y="38"/>
                    </a:cubicBezTo>
                    <a:cubicBezTo>
                      <a:pt x="47" y="47"/>
                      <a:pt x="36" y="51"/>
                      <a:pt x="27" y="46"/>
                    </a:cubicBezTo>
                    <a:cubicBezTo>
                      <a:pt x="19" y="41"/>
                      <a:pt x="15" y="30"/>
                      <a:pt x="20" y="21"/>
                    </a:cubicBezTo>
                    <a:cubicBezTo>
                      <a:pt x="8" y="15"/>
                      <a:pt x="8" y="15"/>
                      <a:pt x="8" y="15"/>
                    </a:cubicBezTo>
                    <a:cubicBezTo>
                      <a:pt x="0" y="30"/>
                      <a:pt x="6" y="50"/>
                      <a:pt x="21" y="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3" name="Freeform 141"/>
              <p:cNvSpPr/>
              <p:nvPr/>
            </p:nvSpPr>
            <p:spPr bwMode="auto">
              <a:xfrm>
                <a:off x="-5832475" y="533400"/>
                <a:ext cx="541338" cy="454025"/>
              </a:xfrm>
              <a:custGeom>
                <a:avLst/>
                <a:gdLst>
                  <a:gd name="T0" fmla="*/ 108 w 144"/>
                  <a:gd name="T1" fmla="*/ 13 h 121"/>
                  <a:gd name="T2" fmla="*/ 100 w 144"/>
                  <a:gd name="T3" fmla="*/ 7 h 121"/>
                  <a:gd name="T4" fmla="*/ 97 w 144"/>
                  <a:gd name="T5" fmla="*/ 6 h 121"/>
                  <a:gd name="T6" fmla="*/ 68 w 144"/>
                  <a:gd name="T7" fmla="*/ 0 h 121"/>
                  <a:gd name="T8" fmla="*/ 8 w 144"/>
                  <a:gd name="T9" fmla="*/ 36 h 121"/>
                  <a:gd name="T10" fmla="*/ 1 w 144"/>
                  <a:gd name="T11" fmla="*/ 61 h 121"/>
                  <a:gd name="T12" fmla="*/ 0 w 144"/>
                  <a:gd name="T13" fmla="*/ 65 h 121"/>
                  <a:gd name="T14" fmla="*/ 1 w 144"/>
                  <a:gd name="T15" fmla="*/ 67 h 121"/>
                  <a:gd name="T16" fmla="*/ 3 w 144"/>
                  <a:gd name="T17" fmla="*/ 66 h 121"/>
                  <a:gd name="T18" fmla="*/ 6 w 144"/>
                  <a:gd name="T19" fmla="*/ 63 h 121"/>
                  <a:gd name="T20" fmla="*/ 18 w 144"/>
                  <a:gd name="T21" fmla="*/ 59 h 121"/>
                  <a:gd name="T22" fmla="*/ 27 w 144"/>
                  <a:gd name="T23" fmla="*/ 61 h 121"/>
                  <a:gd name="T24" fmla="*/ 37 w 144"/>
                  <a:gd name="T25" fmla="*/ 79 h 121"/>
                  <a:gd name="T26" fmla="*/ 37 w 144"/>
                  <a:gd name="T27" fmla="*/ 83 h 121"/>
                  <a:gd name="T28" fmla="*/ 41 w 144"/>
                  <a:gd name="T29" fmla="*/ 81 h 121"/>
                  <a:gd name="T30" fmla="*/ 52 w 144"/>
                  <a:gd name="T31" fmla="*/ 77 h 121"/>
                  <a:gd name="T32" fmla="*/ 58 w 144"/>
                  <a:gd name="T33" fmla="*/ 78 h 121"/>
                  <a:gd name="T34" fmla="*/ 62 w 144"/>
                  <a:gd name="T35" fmla="*/ 80 h 121"/>
                  <a:gd name="T36" fmla="*/ 69 w 144"/>
                  <a:gd name="T37" fmla="*/ 87 h 121"/>
                  <a:gd name="T38" fmla="*/ 72 w 144"/>
                  <a:gd name="T39" fmla="*/ 98 h 121"/>
                  <a:gd name="T40" fmla="*/ 72 w 144"/>
                  <a:gd name="T41" fmla="*/ 102 h 121"/>
                  <a:gd name="T42" fmla="*/ 75 w 144"/>
                  <a:gd name="T43" fmla="*/ 100 h 121"/>
                  <a:gd name="T44" fmla="*/ 87 w 144"/>
                  <a:gd name="T45" fmla="*/ 96 h 121"/>
                  <a:gd name="T46" fmla="*/ 96 w 144"/>
                  <a:gd name="T47" fmla="*/ 98 h 121"/>
                  <a:gd name="T48" fmla="*/ 107 w 144"/>
                  <a:gd name="T49" fmla="*/ 116 h 121"/>
                  <a:gd name="T50" fmla="*/ 108 w 144"/>
                  <a:gd name="T51" fmla="*/ 121 h 121"/>
                  <a:gd name="T52" fmla="*/ 111 w 144"/>
                  <a:gd name="T53" fmla="*/ 119 h 121"/>
                  <a:gd name="T54" fmla="*/ 128 w 144"/>
                  <a:gd name="T55" fmla="*/ 99 h 121"/>
                  <a:gd name="T56" fmla="*/ 108 w 144"/>
                  <a:gd name="T57" fmla="*/ 13 h 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44" h="121">
                    <a:moveTo>
                      <a:pt x="108" y="13"/>
                    </a:moveTo>
                    <a:cubicBezTo>
                      <a:pt x="106" y="11"/>
                      <a:pt x="103" y="9"/>
                      <a:pt x="100" y="7"/>
                    </a:cubicBezTo>
                    <a:cubicBezTo>
                      <a:pt x="99" y="7"/>
                      <a:pt x="98" y="6"/>
                      <a:pt x="97" y="6"/>
                    </a:cubicBezTo>
                    <a:cubicBezTo>
                      <a:pt x="88" y="2"/>
                      <a:pt x="78" y="0"/>
                      <a:pt x="68" y="0"/>
                    </a:cubicBezTo>
                    <a:cubicBezTo>
                      <a:pt x="44" y="0"/>
                      <a:pt x="20" y="13"/>
                      <a:pt x="8" y="36"/>
                    </a:cubicBezTo>
                    <a:cubicBezTo>
                      <a:pt x="4" y="44"/>
                      <a:pt x="2" y="52"/>
                      <a:pt x="1" y="61"/>
                    </a:cubicBezTo>
                    <a:cubicBezTo>
                      <a:pt x="1" y="62"/>
                      <a:pt x="0" y="64"/>
                      <a:pt x="0" y="65"/>
                    </a:cubicBezTo>
                    <a:cubicBezTo>
                      <a:pt x="0" y="66"/>
                      <a:pt x="1" y="67"/>
                      <a:pt x="1" y="67"/>
                    </a:cubicBezTo>
                    <a:cubicBezTo>
                      <a:pt x="2" y="67"/>
                      <a:pt x="2" y="67"/>
                      <a:pt x="3" y="66"/>
                    </a:cubicBezTo>
                    <a:cubicBezTo>
                      <a:pt x="4" y="65"/>
                      <a:pt x="5" y="64"/>
                      <a:pt x="6" y="63"/>
                    </a:cubicBezTo>
                    <a:cubicBezTo>
                      <a:pt x="10" y="60"/>
                      <a:pt x="14" y="59"/>
                      <a:pt x="18" y="59"/>
                    </a:cubicBezTo>
                    <a:cubicBezTo>
                      <a:pt x="21" y="59"/>
                      <a:pt x="24" y="60"/>
                      <a:pt x="27" y="61"/>
                    </a:cubicBezTo>
                    <a:cubicBezTo>
                      <a:pt x="34" y="65"/>
                      <a:pt x="37" y="72"/>
                      <a:pt x="37" y="79"/>
                    </a:cubicBezTo>
                    <a:cubicBezTo>
                      <a:pt x="37" y="82"/>
                      <a:pt x="37" y="83"/>
                      <a:pt x="37" y="83"/>
                    </a:cubicBezTo>
                    <a:cubicBezTo>
                      <a:pt x="38" y="83"/>
                      <a:pt x="39" y="82"/>
                      <a:pt x="41" y="81"/>
                    </a:cubicBezTo>
                    <a:cubicBezTo>
                      <a:pt x="44" y="79"/>
                      <a:pt x="48" y="77"/>
                      <a:pt x="52" y="77"/>
                    </a:cubicBezTo>
                    <a:cubicBezTo>
                      <a:pt x="54" y="77"/>
                      <a:pt x="56" y="78"/>
                      <a:pt x="58" y="78"/>
                    </a:cubicBezTo>
                    <a:cubicBezTo>
                      <a:pt x="59" y="79"/>
                      <a:pt x="61" y="79"/>
                      <a:pt x="62" y="80"/>
                    </a:cubicBezTo>
                    <a:cubicBezTo>
                      <a:pt x="65" y="81"/>
                      <a:pt x="67" y="84"/>
                      <a:pt x="69" y="87"/>
                    </a:cubicBezTo>
                    <a:cubicBezTo>
                      <a:pt x="71" y="90"/>
                      <a:pt x="72" y="94"/>
                      <a:pt x="72" y="98"/>
                    </a:cubicBezTo>
                    <a:cubicBezTo>
                      <a:pt x="72" y="100"/>
                      <a:pt x="72" y="102"/>
                      <a:pt x="72" y="102"/>
                    </a:cubicBezTo>
                    <a:cubicBezTo>
                      <a:pt x="73" y="102"/>
                      <a:pt x="74" y="101"/>
                      <a:pt x="75" y="100"/>
                    </a:cubicBezTo>
                    <a:cubicBezTo>
                      <a:pt x="79" y="97"/>
                      <a:pt x="83" y="96"/>
                      <a:pt x="87" y="96"/>
                    </a:cubicBezTo>
                    <a:cubicBezTo>
                      <a:pt x="90" y="96"/>
                      <a:pt x="93" y="97"/>
                      <a:pt x="96" y="98"/>
                    </a:cubicBezTo>
                    <a:cubicBezTo>
                      <a:pt x="103" y="102"/>
                      <a:pt x="107" y="109"/>
                      <a:pt x="107" y="116"/>
                    </a:cubicBezTo>
                    <a:cubicBezTo>
                      <a:pt x="107" y="119"/>
                      <a:pt x="107" y="121"/>
                      <a:pt x="108" y="121"/>
                    </a:cubicBezTo>
                    <a:cubicBezTo>
                      <a:pt x="109" y="121"/>
                      <a:pt x="110" y="120"/>
                      <a:pt x="111" y="119"/>
                    </a:cubicBezTo>
                    <a:cubicBezTo>
                      <a:pt x="118" y="114"/>
                      <a:pt x="124" y="107"/>
                      <a:pt x="128" y="99"/>
                    </a:cubicBezTo>
                    <a:cubicBezTo>
                      <a:pt x="144" y="69"/>
                      <a:pt x="135" y="32"/>
                      <a:pt x="108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4" name="Freeform 142"/>
              <p:cNvSpPr>
                <a:spLocks noEditPoints="1"/>
              </p:cNvSpPr>
              <p:nvPr/>
            </p:nvSpPr>
            <p:spPr bwMode="auto">
              <a:xfrm>
                <a:off x="-4886325" y="6961188"/>
                <a:ext cx="582613" cy="563563"/>
              </a:xfrm>
              <a:custGeom>
                <a:avLst/>
                <a:gdLst>
                  <a:gd name="T0" fmla="*/ 64 w 155"/>
                  <a:gd name="T1" fmla="*/ 117 h 150"/>
                  <a:gd name="T2" fmla="*/ 94 w 155"/>
                  <a:gd name="T3" fmla="*/ 108 h 150"/>
                  <a:gd name="T4" fmla="*/ 136 w 155"/>
                  <a:gd name="T5" fmla="*/ 150 h 150"/>
                  <a:gd name="T6" fmla="*/ 155 w 155"/>
                  <a:gd name="T7" fmla="*/ 131 h 150"/>
                  <a:gd name="T8" fmla="*/ 113 w 155"/>
                  <a:gd name="T9" fmla="*/ 89 h 150"/>
                  <a:gd name="T10" fmla="*/ 105 w 155"/>
                  <a:gd name="T11" fmla="*/ 17 h 150"/>
                  <a:gd name="T12" fmla="*/ 64 w 155"/>
                  <a:gd name="T13" fmla="*/ 0 h 150"/>
                  <a:gd name="T14" fmla="*/ 64 w 155"/>
                  <a:gd name="T15" fmla="*/ 23 h 150"/>
                  <a:gd name="T16" fmla="*/ 75 w 155"/>
                  <a:gd name="T17" fmla="*/ 23 h 150"/>
                  <a:gd name="T18" fmla="*/ 75 w 155"/>
                  <a:gd name="T19" fmla="*/ 47 h 150"/>
                  <a:gd name="T20" fmla="*/ 99 w 155"/>
                  <a:gd name="T21" fmla="*/ 47 h 150"/>
                  <a:gd name="T22" fmla="*/ 99 w 155"/>
                  <a:gd name="T23" fmla="*/ 70 h 150"/>
                  <a:gd name="T24" fmla="*/ 75 w 155"/>
                  <a:gd name="T25" fmla="*/ 70 h 150"/>
                  <a:gd name="T26" fmla="*/ 75 w 155"/>
                  <a:gd name="T27" fmla="*/ 94 h 150"/>
                  <a:gd name="T28" fmla="*/ 64 w 155"/>
                  <a:gd name="T29" fmla="*/ 94 h 150"/>
                  <a:gd name="T30" fmla="*/ 64 w 155"/>
                  <a:gd name="T31" fmla="*/ 117 h 150"/>
                  <a:gd name="T32" fmla="*/ 22 w 155"/>
                  <a:gd name="T33" fmla="*/ 100 h 150"/>
                  <a:gd name="T34" fmla="*/ 64 w 155"/>
                  <a:gd name="T35" fmla="*/ 117 h 150"/>
                  <a:gd name="T36" fmla="*/ 64 w 155"/>
                  <a:gd name="T37" fmla="*/ 94 h 150"/>
                  <a:gd name="T38" fmla="*/ 53 w 155"/>
                  <a:gd name="T39" fmla="*/ 94 h 150"/>
                  <a:gd name="T40" fmla="*/ 53 w 155"/>
                  <a:gd name="T41" fmla="*/ 70 h 150"/>
                  <a:gd name="T42" fmla="*/ 28 w 155"/>
                  <a:gd name="T43" fmla="*/ 70 h 150"/>
                  <a:gd name="T44" fmla="*/ 28 w 155"/>
                  <a:gd name="T45" fmla="*/ 47 h 150"/>
                  <a:gd name="T46" fmla="*/ 28 w 155"/>
                  <a:gd name="T47" fmla="*/ 47 h 150"/>
                  <a:gd name="T48" fmla="*/ 53 w 155"/>
                  <a:gd name="T49" fmla="*/ 47 h 150"/>
                  <a:gd name="T50" fmla="*/ 53 w 155"/>
                  <a:gd name="T51" fmla="*/ 23 h 150"/>
                  <a:gd name="T52" fmla="*/ 64 w 155"/>
                  <a:gd name="T53" fmla="*/ 23 h 150"/>
                  <a:gd name="T54" fmla="*/ 64 w 155"/>
                  <a:gd name="T55" fmla="*/ 0 h 150"/>
                  <a:gd name="T56" fmla="*/ 22 w 155"/>
                  <a:gd name="T57" fmla="*/ 17 h 150"/>
                  <a:gd name="T58" fmla="*/ 22 w 155"/>
                  <a:gd name="T59" fmla="*/ 10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55" h="150">
                    <a:moveTo>
                      <a:pt x="64" y="117"/>
                    </a:moveTo>
                    <a:cubicBezTo>
                      <a:pt x="74" y="117"/>
                      <a:pt x="85" y="114"/>
                      <a:pt x="94" y="108"/>
                    </a:cubicBezTo>
                    <a:cubicBezTo>
                      <a:pt x="136" y="150"/>
                      <a:pt x="136" y="150"/>
                      <a:pt x="136" y="150"/>
                    </a:cubicBezTo>
                    <a:cubicBezTo>
                      <a:pt x="155" y="131"/>
                      <a:pt x="155" y="131"/>
                      <a:pt x="155" y="131"/>
                    </a:cubicBezTo>
                    <a:cubicBezTo>
                      <a:pt x="113" y="89"/>
                      <a:pt x="113" y="89"/>
                      <a:pt x="113" y="89"/>
                    </a:cubicBezTo>
                    <a:cubicBezTo>
                      <a:pt x="127" y="67"/>
                      <a:pt x="124" y="37"/>
                      <a:pt x="105" y="17"/>
                    </a:cubicBezTo>
                    <a:cubicBezTo>
                      <a:pt x="94" y="6"/>
                      <a:pt x="79" y="0"/>
                      <a:pt x="64" y="0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75" y="47"/>
                      <a:pt x="75" y="47"/>
                      <a:pt x="75" y="47"/>
                    </a:cubicBezTo>
                    <a:cubicBezTo>
                      <a:pt x="99" y="47"/>
                      <a:pt x="99" y="47"/>
                      <a:pt x="99" y="47"/>
                    </a:cubicBezTo>
                    <a:cubicBezTo>
                      <a:pt x="99" y="70"/>
                      <a:pt x="99" y="70"/>
                      <a:pt x="99" y="70"/>
                    </a:cubicBezTo>
                    <a:cubicBezTo>
                      <a:pt x="75" y="70"/>
                      <a:pt x="75" y="70"/>
                      <a:pt x="75" y="70"/>
                    </a:cubicBezTo>
                    <a:cubicBezTo>
                      <a:pt x="75" y="94"/>
                      <a:pt x="75" y="94"/>
                      <a:pt x="75" y="94"/>
                    </a:cubicBezTo>
                    <a:cubicBezTo>
                      <a:pt x="64" y="94"/>
                      <a:pt x="64" y="94"/>
                      <a:pt x="64" y="94"/>
                    </a:cubicBezTo>
                    <a:lnTo>
                      <a:pt x="64" y="117"/>
                    </a:lnTo>
                    <a:close/>
                    <a:moveTo>
                      <a:pt x="22" y="100"/>
                    </a:moveTo>
                    <a:cubicBezTo>
                      <a:pt x="34" y="111"/>
                      <a:pt x="49" y="117"/>
                      <a:pt x="64" y="117"/>
                    </a:cubicBezTo>
                    <a:cubicBezTo>
                      <a:pt x="64" y="94"/>
                      <a:pt x="64" y="94"/>
                      <a:pt x="64" y="94"/>
                    </a:cubicBezTo>
                    <a:cubicBezTo>
                      <a:pt x="53" y="94"/>
                      <a:pt x="53" y="94"/>
                      <a:pt x="53" y="94"/>
                    </a:cubicBezTo>
                    <a:cubicBezTo>
                      <a:pt x="53" y="70"/>
                      <a:pt x="53" y="70"/>
                      <a:pt x="53" y="70"/>
                    </a:cubicBezTo>
                    <a:cubicBezTo>
                      <a:pt x="28" y="70"/>
                      <a:pt x="28" y="70"/>
                      <a:pt x="28" y="70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28" y="47"/>
                      <a:pt x="28" y="47"/>
                      <a:pt x="28" y="47"/>
                    </a:cubicBezTo>
                    <a:cubicBezTo>
                      <a:pt x="53" y="47"/>
                      <a:pt x="53" y="47"/>
                      <a:pt x="53" y="47"/>
                    </a:cubicBezTo>
                    <a:cubicBezTo>
                      <a:pt x="53" y="23"/>
                      <a:pt x="53" y="23"/>
                      <a:pt x="53" y="23"/>
                    </a:cubicBezTo>
                    <a:cubicBezTo>
                      <a:pt x="64" y="23"/>
                      <a:pt x="64" y="23"/>
                      <a:pt x="64" y="23"/>
                    </a:cubicBezTo>
                    <a:cubicBezTo>
                      <a:pt x="64" y="0"/>
                      <a:pt x="64" y="0"/>
                      <a:pt x="64" y="0"/>
                    </a:cubicBezTo>
                    <a:cubicBezTo>
                      <a:pt x="49" y="0"/>
                      <a:pt x="34" y="6"/>
                      <a:pt x="22" y="17"/>
                    </a:cubicBezTo>
                    <a:cubicBezTo>
                      <a:pt x="0" y="40"/>
                      <a:pt x="0" y="77"/>
                      <a:pt x="22" y="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5" name="Freeform 143"/>
              <p:cNvSpPr/>
              <p:nvPr/>
            </p:nvSpPr>
            <p:spPr bwMode="auto">
              <a:xfrm>
                <a:off x="-6264275" y="5621338"/>
                <a:ext cx="153988" cy="195263"/>
              </a:xfrm>
              <a:custGeom>
                <a:avLst/>
                <a:gdLst>
                  <a:gd name="T0" fmla="*/ 0 w 41"/>
                  <a:gd name="T1" fmla="*/ 0 h 52"/>
                  <a:gd name="T2" fmla="*/ 16 w 41"/>
                  <a:gd name="T3" fmla="*/ 52 h 52"/>
                  <a:gd name="T4" fmla="*/ 41 w 41"/>
                  <a:gd name="T5" fmla="*/ 0 h 52"/>
                  <a:gd name="T6" fmla="*/ 0 w 41"/>
                  <a:gd name="T7" fmla="*/ 0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52">
                    <a:moveTo>
                      <a:pt x="0" y="0"/>
                    </a:moveTo>
                    <a:cubicBezTo>
                      <a:pt x="1" y="21"/>
                      <a:pt x="7" y="39"/>
                      <a:pt x="16" y="52"/>
                    </a:cubicBezTo>
                    <a:cubicBezTo>
                      <a:pt x="30" y="39"/>
                      <a:pt x="39" y="21"/>
                      <a:pt x="41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6" name="Freeform 144"/>
              <p:cNvSpPr/>
              <p:nvPr/>
            </p:nvSpPr>
            <p:spPr bwMode="auto">
              <a:xfrm>
                <a:off x="-6264275" y="5380038"/>
                <a:ext cx="153988" cy="192088"/>
              </a:xfrm>
              <a:custGeom>
                <a:avLst/>
                <a:gdLst>
                  <a:gd name="T0" fmla="*/ 16 w 41"/>
                  <a:gd name="T1" fmla="*/ 0 h 51"/>
                  <a:gd name="T2" fmla="*/ 0 w 41"/>
                  <a:gd name="T3" fmla="*/ 51 h 51"/>
                  <a:gd name="T4" fmla="*/ 41 w 41"/>
                  <a:gd name="T5" fmla="*/ 51 h 51"/>
                  <a:gd name="T6" fmla="*/ 16 w 41"/>
                  <a:gd name="T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1" h="51">
                    <a:moveTo>
                      <a:pt x="16" y="0"/>
                    </a:moveTo>
                    <a:cubicBezTo>
                      <a:pt x="7" y="12"/>
                      <a:pt x="1" y="30"/>
                      <a:pt x="0" y="51"/>
                    </a:cubicBezTo>
                    <a:cubicBezTo>
                      <a:pt x="41" y="51"/>
                      <a:pt x="41" y="51"/>
                      <a:pt x="41" y="51"/>
                    </a:cubicBezTo>
                    <a:cubicBezTo>
                      <a:pt x="39" y="31"/>
                      <a:pt x="30" y="13"/>
                      <a:pt x="1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7" name="Freeform 145"/>
              <p:cNvSpPr/>
              <p:nvPr/>
            </p:nvSpPr>
            <p:spPr bwMode="auto">
              <a:xfrm>
                <a:off x="-6380163" y="5302250"/>
                <a:ext cx="134938" cy="269875"/>
              </a:xfrm>
              <a:custGeom>
                <a:avLst/>
                <a:gdLst>
                  <a:gd name="T0" fmla="*/ 0 w 36"/>
                  <a:gd name="T1" fmla="*/ 0 h 72"/>
                  <a:gd name="T2" fmla="*/ 0 w 36"/>
                  <a:gd name="T3" fmla="*/ 72 h 72"/>
                  <a:gd name="T4" fmla="*/ 18 w 36"/>
                  <a:gd name="T5" fmla="*/ 72 h 72"/>
                  <a:gd name="T6" fmla="*/ 36 w 36"/>
                  <a:gd name="T7" fmla="*/ 12 h 72"/>
                  <a:gd name="T8" fmla="*/ 0 w 36"/>
                  <a:gd name="T9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2">
                    <a:moveTo>
                      <a:pt x="0" y="0"/>
                    </a:moveTo>
                    <a:cubicBezTo>
                      <a:pt x="0" y="72"/>
                      <a:pt x="0" y="72"/>
                      <a:pt x="0" y="72"/>
                    </a:cubicBezTo>
                    <a:cubicBezTo>
                      <a:pt x="18" y="72"/>
                      <a:pt x="18" y="72"/>
                      <a:pt x="18" y="72"/>
                    </a:cubicBezTo>
                    <a:cubicBezTo>
                      <a:pt x="19" y="48"/>
                      <a:pt x="26" y="27"/>
                      <a:pt x="36" y="12"/>
                    </a:cubicBezTo>
                    <a:cubicBezTo>
                      <a:pt x="26" y="6"/>
                      <a:pt x="13" y="1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8" name="Freeform 146"/>
              <p:cNvSpPr/>
              <p:nvPr/>
            </p:nvSpPr>
            <p:spPr bwMode="auto">
              <a:xfrm>
                <a:off x="-6569075" y="5621338"/>
                <a:ext cx="139700" cy="269875"/>
              </a:xfrm>
              <a:custGeom>
                <a:avLst/>
                <a:gdLst>
                  <a:gd name="T0" fmla="*/ 37 w 37"/>
                  <a:gd name="T1" fmla="*/ 72 h 72"/>
                  <a:gd name="T2" fmla="*/ 37 w 37"/>
                  <a:gd name="T3" fmla="*/ 0 h 72"/>
                  <a:gd name="T4" fmla="*/ 18 w 37"/>
                  <a:gd name="T5" fmla="*/ 0 h 72"/>
                  <a:gd name="T6" fmla="*/ 0 w 37"/>
                  <a:gd name="T7" fmla="*/ 59 h 72"/>
                  <a:gd name="T8" fmla="*/ 37 w 37"/>
                  <a:gd name="T9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72">
                    <a:moveTo>
                      <a:pt x="37" y="72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7" y="24"/>
                      <a:pt x="10" y="45"/>
                      <a:pt x="0" y="59"/>
                    </a:cubicBezTo>
                    <a:cubicBezTo>
                      <a:pt x="11" y="67"/>
                      <a:pt x="23" y="71"/>
                      <a:pt x="37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39" name="Freeform 147"/>
              <p:cNvSpPr/>
              <p:nvPr/>
            </p:nvSpPr>
            <p:spPr bwMode="auto">
              <a:xfrm>
                <a:off x="-6569075" y="5302250"/>
                <a:ext cx="139700" cy="269875"/>
              </a:xfrm>
              <a:custGeom>
                <a:avLst/>
                <a:gdLst>
                  <a:gd name="T0" fmla="*/ 18 w 37"/>
                  <a:gd name="T1" fmla="*/ 72 h 72"/>
                  <a:gd name="T2" fmla="*/ 37 w 37"/>
                  <a:gd name="T3" fmla="*/ 72 h 72"/>
                  <a:gd name="T4" fmla="*/ 37 w 37"/>
                  <a:gd name="T5" fmla="*/ 0 h 72"/>
                  <a:gd name="T6" fmla="*/ 0 w 37"/>
                  <a:gd name="T7" fmla="*/ 13 h 72"/>
                  <a:gd name="T8" fmla="*/ 18 w 37"/>
                  <a:gd name="T9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7" h="72">
                    <a:moveTo>
                      <a:pt x="18" y="72"/>
                    </a:moveTo>
                    <a:cubicBezTo>
                      <a:pt x="37" y="72"/>
                      <a:pt x="37" y="72"/>
                      <a:pt x="37" y="72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3" y="1"/>
                      <a:pt x="11" y="6"/>
                      <a:pt x="0" y="13"/>
                    </a:cubicBezTo>
                    <a:cubicBezTo>
                      <a:pt x="10" y="28"/>
                      <a:pt x="17" y="48"/>
                      <a:pt x="18" y="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0" name="Freeform 148"/>
              <p:cNvSpPr/>
              <p:nvPr/>
            </p:nvSpPr>
            <p:spPr bwMode="auto">
              <a:xfrm>
                <a:off x="-6699250" y="5621338"/>
                <a:ext cx="149225" cy="190500"/>
              </a:xfrm>
              <a:custGeom>
                <a:avLst/>
                <a:gdLst>
                  <a:gd name="T0" fmla="*/ 25 w 40"/>
                  <a:gd name="T1" fmla="*/ 51 h 51"/>
                  <a:gd name="T2" fmla="*/ 40 w 40"/>
                  <a:gd name="T3" fmla="*/ 0 h 51"/>
                  <a:gd name="T4" fmla="*/ 0 w 40"/>
                  <a:gd name="T5" fmla="*/ 0 h 51"/>
                  <a:gd name="T6" fmla="*/ 25 w 40"/>
                  <a:gd name="T7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51">
                    <a:moveTo>
                      <a:pt x="25" y="51"/>
                    </a:moveTo>
                    <a:cubicBezTo>
                      <a:pt x="33" y="38"/>
                      <a:pt x="39" y="21"/>
                      <a:pt x="4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20"/>
                      <a:pt x="11" y="38"/>
                      <a:pt x="25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1" name="Freeform 149"/>
              <p:cNvSpPr/>
              <p:nvPr/>
            </p:nvSpPr>
            <p:spPr bwMode="auto">
              <a:xfrm>
                <a:off x="-6699250" y="5380038"/>
                <a:ext cx="149225" cy="192088"/>
              </a:xfrm>
              <a:custGeom>
                <a:avLst/>
                <a:gdLst>
                  <a:gd name="T0" fmla="*/ 25 w 40"/>
                  <a:gd name="T1" fmla="*/ 0 h 51"/>
                  <a:gd name="T2" fmla="*/ 0 w 40"/>
                  <a:gd name="T3" fmla="*/ 51 h 51"/>
                  <a:gd name="T4" fmla="*/ 40 w 40"/>
                  <a:gd name="T5" fmla="*/ 51 h 51"/>
                  <a:gd name="T6" fmla="*/ 25 w 40"/>
                  <a:gd name="T7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0" h="51">
                    <a:moveTo>
                      <a:pt x="25" y="0"/>
                    </a:moveTo>
                    <a:cubicBezTo>
                      <a:pt x="11" y="13"/>
                      <a:pt x="1" y="31"/>
                      <a:pt x="0" y="51"/>
                    </a:cubicBezTo>
                    <a:cubicBezTo>
                      <a:pt x="40" y="51"/>
                      <a:pt x="40" y="51"/>
                      <a:pt x="40" y="51"/>
                    </a:cubicBezTo>
                    <a:cubicBezTo>
                      <a:pt x="39" y="31"/>
                      <a:pt x="33" y="13"/>
                      <a:pt x="25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2" name="Freeform 150"/>
              <p:cNvSpPr/>
              <p:nvPr/>
            </p:nvSpPr>
            <p:spPr bwMode="auto">
              <a:xfrm>
                <a:off x="-6380163" y="5621338"/>
                <a:ext cx="134938" cy="269875"/>
              </a:xfrm>
              <a:custGeom>
                <a:avLst/>
                <a:gdLst>
                  <a:gd name="T0" fmla="*/ 0 w 36"/>
                  <a:gd name="T1" fmla="*/ 72 h 72"/>
                  <a:gd name="T2" fmla="*/ 36 w 36"/>
                  <a:gd name="T3" fmla="*/ 60 h 72"/>
                  <a:gd name="T4" fmla="*/ 18 w 36"/>
                  <a:gd name="T5" fmla="*/ 0 h 72"/>
                  <a:gd name="T6" fmla="*/ 0 w 36"/>
                  <a:gd name="T7" fmla="*/ 0 h 72"/>
                  <a:gd name="T8" fmla="*/ 0 w 36"/>
                  <a:gd name="T9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72">
                    <a:moveTo>
                      <a:pt x="0" y="72"/>
                    </a:moveTo>
                    <a:cubicBezTo>
                      <a:pt x="13" y="71"/>
                      <a:pt x="26" y="67"/>
                      <a:pt x="36" y="60"/>
                    </a:cubicBezTo>
                    <a:cubicBezTo>
                      <a:pt x="26" y="45"/>
                      <a:pt x="19" y="24"/>
                      <a:pt x="18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3" name="Freeform 151"/>
              <p:cNvSpPr>
                <a:spLocks noEditPoints="1"/>
              </p:cNvSpPr>
              <p:nvPr/>
            </p:nvSpPr>
            <p:spPr bwMode="auto">
              <a:xfrm>
                <a:off x="-2324100" y="5951538"/>
                <a:ext cx="582613" cy="712788"/>
              </a:xfrm>
              <a:custGeom>
                <a:avLst/>
                <a:gdLst>
                  <a:gd name="T0" fmla="*/ 108 w 155"/>
                  <a:gd name="T1" fmla="*/ 175 h 190"/>
                  <a:gd name="T2" fmla="*/ 155 w 155"/>
                  <a:gd name="T3" fmla="*/ 190 h 190"/>
                  <a:gd name="T4" fmla="*/ 108 w 155"/>
                  <a:gd name="T5" fmla="*/ 109 h 190"/>
                  <a:gd name="T6" fmla="*/ 98 w 155"/>
                  <a:gd name="T7" fmla="*/ 92 h 190"/>
                  <a:gd name="T8" fmla="*/ 89 w 155"/>
                  <a:gd name="T9" fmla="*/ 132 h 190"/>
                  <a:gd name="T10" fmla="*/ 93 w 155"/>
                  <a:gd name="T11" fmla="*/ 144 h 190"/>
                  <a:gd name="T12" fmla="*/ 89 w 155"/>
                  <a:gd name="T13" fmla="*/ 140 h 190"/>
                  <a:gd name="T14" fmla="*/ 96 w 155"/>
                  <a:gd name="T15" fmla="*/ 161 h 190"/>
                  <a:gd name="T16" fmla="*/ 89 w 155"/>
                  <a:gd name="T17" fmla="*/ 175 h 190"/>
                  <a:gd name="T18" fmla="*/ 89 w 155"/>
                  <a:gd name="T19" fmla="*/ 175 h 190"/>
                  <a:gd name="T20" fmla="*/ 77 w 155"/>
                  <a:gd name="T21" fmla="*/ 161 h 190"/>
                  <a:gd name="T22" fmla="*/ 89 w 155"/>
                  <a:gd name="T23" fmla="*/ 50 h 190"/>
                  <a:gd name="T24" fmla="*/ 82 w 155"/>
                  <a:gd name="T25" fmla="*/ 28 h 190"/>
                  <a:gd name="T26" fmla="*/ 77 w 155"/>
                  <a:gd name="T27" fmla="*/ 56 h 190"/>
                  <a:gd name="T28" fmla="*/ 77 w 155"/>
                  <a:gd name="T29" fmla="*/ 92 h 190"/>
                  <a:gd name="T30" fmla="*/ 85 w 155"/>
                  <a:gd name="T31" fmla="*/ 109 h 190"/>
                  <a:gd name="T32" fmla="*/ 77 w 155"/>
                  <a:gd name="T33" fmla="*/ 129 h 190"/>
                  <a:gd name="T34" fmla="*/ 89 w 155"/>
                  <a:gd name="T35" fmla="*/ 154 h 190"/>
                  <a:gd name="T36" fmla="*/ 84 w 155"/>
                  <a:gd name="T37" fmla="*/ 136 h 190"/>
                  <a:gd name="T38" fmla="*/ 89 w 155"/>
                  <a:gd name="T39" fmla="*/ 50 h 190"/>
                  <a:gd name="T40" fmla="*/ 77 w 155"/>
                  <a:gd name="T41" fmla="*/ 175 h 190"/>
                  <a:gd name="T42" fmla="*/ 77 w 155"/>
                  <a:gd name="T43" fmla="*/ 161 h 190"/>
                  <a:gd name="T44" fmla="*/ 77 w 155"/>
                  <a:gd name="T45" fmla="*/ 161 h 190"/>
                  <a:gd name="T46" fmla="*/ 66 w 155"/>
                  <a:gd name="T47" fmla="*/ 175 h 190"/>
                  <a:gd name="T48" fmla="*/ 77 w 155"/>
                  <a:gd name="T49" fmla="*/ 0 h 190"/>
                  <a:gd name="T50" fmla="*/ 70 w 155"/>
                  <a:gd name="T51" fmla="*/ 28 h 190"/>
                  <a:gd name="T52" fmla="*/ 66 w 155"/>
                  <a:gd name="T53" fmla="*/ 132 h 190"/>
                  <a:gd name="T54" fmla="*/ 66 w 155"/>
                  <a:gd name="T55" fmla="*/ 140 h 190"/>
                  <a:gd name="T56" fmla="*/ 77 w 155"/>
                  <a:gd name="T57" fmla="*/ 143 h 190"/>
                  <a:gd name="T58" fmla="*/ 77 w 155"/>
                  <a:gd name="T59" fmla="*/ 129 h 190"/>
                  <a:gd name="T60" fmla="*/ 68 w 155"/>
                  <a:gd name="T61" fmla="*/ 119 h 190"/>
                  <a:gd name="T62" fmla="*/ 77 w 155"/>
                  <a:gd name="T63" fmla="*/ 109 h 190"/>
                  <a:gd name="T64" fmla="*/ 77 w 155"/>
                  <a:gd name="T65" fmla="*/ 109 h 190"/>
                  <a:gd name="T66" fmla="*/ 77 w 155"/>
                  <a:gd name="T67" fmla="*/ 92 h 190"/>
                  <a:gd name="T68" fmla="*/ 77 w 155"/>
                  <a:gd name="T69" fmla="*/ 56 h 190"/>
                  <a:gd name="T70" fmla="*/ 77 w 155"/>
                  <a:gd name="T71" fmla="*/ 56 h 190"/>
                  <a:gd name="T72" fmla="*/ 0 w 155"/>
                  <a:gd name="T73" fmla="*/ 190 h 190"/>
                  <a:gd name="T74" fmla="*/ 47 w 155"/>
                  <a:gd name="T75" fmla="*/ 175 h 190"/>
                  <a:gd name="T76" fmla="*/ 66 w 155"/>
                  <a:gd name="T77" fmla="*/ 161 h 190"/>
                  <a:gd name="T78" fmla="*/ 66 w 155"/>
                  <a:gd name="T79" fmla="*/ 154 h 190"/>
                  <a:gd name="T80" fmla="*/ 62 w 155"/>
                  <a:gd name="T81" fmla="*/ 144 h 190"/>
                  <a:gd name="T82" fmla="*/ 65 w 155"/>
                  <a:gd name="T83" fmla="*/ 131 h 190"/>
                  <a:gd name="T84" fmla="*/ 66 w 155"/>
                  <a:gd name="T85" fmla="*/ 50 h 190"/>
                  <a:gd name="T86" fmla="*/ 47 w 155"/>
                  <a:gd name="T87" fmla="*/ 92 h 190"/>
                  <a:gd name="T88" fmla="*/ 52 w 155"/>
                  <a:gd name="T89" fmla="*/ 109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55" h="190">
                    <a:moveTo>
                      <a:pt x="89" y="175"/>
                    </a:moveTo>
                    <a:cubicBezTo>
                      <a:pt x="108" y="175"/>
                      <a:pt x="108" y="175"/>
                      <a:pt x="108" y="175"/>
                    </a:cubicBezTo>
                    <a:cubicBezTo>
                      <a:pt x="124" y="190"/>
                      <a:pt x="124" y="190"/>
                      <a:pt x="124" y="190"/>
                    </a:cubicBezTo>
                    <a:cubicBezTo>
                      <a:pt x="155" y="190"/>
                      <a:pt x="155" y="190"/>
                      <a:pt x="155" y="190"/>
                    </a:cubicBezTo>
                    <a:cubicBezTo>
                      <a:pt x="130" y="177"/>
                      <a:pt x="114" y="142"/>
                      <a:pt x="103" y="109"/>
                    </a:cubicBezTo>
                    <a:cubicBezTo>
                      <a:pt x="108" y="109"/>
                      <a:pt x="108" y="109"/>
                      <a:pt x="108" y="109"/>
                    </a:cubicBezTo>
                    <a:cubicBezTo>
                      <a:pt x="108" y="92"/>
                      <a:pt x="108" y="92"/>
                      <a:pt x="108" y="92"/>
                    </a:cubicBezTo>
                    <a:cubicBezTo>
                      <a:pt x="98" y="92"/>
                      <a:pt x="98" y="92"/>
                      <a:pt x="98" y="92"/>
                    </a:cubicBezTo>
                    <a:cubicBezTo>
                      <a:pt x="94" y="77"/>
                      <a:pt x="91" y="62"/>
                      <a:pt x="89" y="50"/>
                    </a:cubicBezTo>
                    <a:cubicBezTo>
                      <a:pt x="89" y="132"/>
                      <a:pt x="89" y="132"/>
                      <a:pt x="89" y="132"/>
                    </a:cubicBezTo>
                    <a:cubicBezTo>
                      <a:pt x="89" y="131"/>
                      <a:pt x="89" y="131"/>
                      <a:pt x="89" y="131"/>
                    </a:cubicBezTo>
                    <a:cubicBezTo>
                      <a:pt x="90" y="135"/>
                      <a:pt x="92" y="140"/>
                      <a:pt x="93" y="144"/>
                    </a:cubicBezTo>
                    <a:cubicBezTo>
                      <a:pt x="93" y="144"/>
                      <a:pt x="93" y="144"/>
                      <a:pt x="93" y="144"/>
                    </a:cubicBezTo>
                    <a:cubicBezTo>
                      <a:pt x="89" y="140"/>
                      <a:pt x="89" y="140"/>
                      <a:pt x="89" y="140"/>
                    </a:cubicBezTo>
                    <a:cubicBezTo>
                      <a:pt x="89" y="154"/>
                      <a:pt x="89" y="154"/>
                      <a:pt x="89" y="154"/>
                    </a:cubicBezTo>
                    <a:cubicBezTo>
                      <a:pt x="96" y="161"/>
                      <a:pt x="96" y="161"/>
                      <a:pt x="96" y="161"/>
                    </a:cubicBezTo>
                    <a:cubicBezTo>
                      <a:pt x="89" y="161"/>
                      <a:pt x="89" y="161"/>
                      <a:pt x="89" y="161"/>
                    </a:cubicBezTo>
                    <a:lnTo>
                      <a:pt x="89" y="175"/>
                    </a:lnTo>
                    <a:close/>
                    <a:moveTo>
                      <a:pt x="77" y="175"/>
                    </a:moveTo>
                    <a:cubicBezTo>
                      <a:pt x="89" y="175"/>
                      <a:pt x="89" y="175"/>
                      <a:pt x="89" y="175"/>
                    </a:cubicBezTo>
                    <a:cubicBezTo>
                      <a:pt x="89" y="161"/>
                      <a:pt x="89" y="161"/>
                      <a:pt x="89" y="161"/>
                    </a:cubicBezTo>
                    <a:cubicBezTo>
                      <a:pt x="77" y="161"/>
                      <a:pt x="77" y="161"/>
                      <a:pt x="77" y="161"/>
                    </a:cubicBezTo>
                    <a:cubicBezTo>
                      <a:pt x="77" y="175"/>
                      <a:pt x="77" y="175"/>
                      <a:pt x="77" y="175"/>
                    </a:cubicBezTo>
                    <a:close/>
                    <a:moveTo>
                      <a:pt x="89" y="50"/>
                    </a:moveTo>
                    <a:cubicBezTo>
                      <a:pt x="86" y="37"/>
                      <a:pt x="85" y="28"/>
                      <a:pt x="85" y="28"/>
                    </a:cubicBezTo>
                    <a:cubicBezTo>
                      <a:pt x="82" y="28"/>
                      <a:pt x="82" y="28"/>
                      <a:pt x="82" y="28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77" y="57"/>
                      <a:pt x="79" y="84"/>
                      <a:pt x="81" y="92"/>
                    </a:cubicBezTo>
                    <a:cubicBezTo>
                      <a:pt x="77" y="92"/>
                      <a:pt x="77" y="92"/>
                      <a:pt x="77" y="92"/>
                    </a:cubicBezTo>
                    <a:cubicBezTo>
                      <a:pt x="77" y="109"/>
                      <a:pt x="77" y="109"/>
                      <a:pt x="77" y="109"/>
                    </a:cubicBezTo>
                    <a:cubicBezTo>
                      <a:pt x="85" y="109"/>
                      <a:pt x="85" y="109"/>
                      <a:pt x="85" y="109"/>
                    </a:cubicBezTo>
                    <a:cubicBezTo>
                      <a:pt x="85" y="109"/>
                      <a:pt x="85" y="113"/>
                      <a:pt x="87" y="119"/>
                    </a:cubicBezTo>
                    <a:cubicBezTo>
                      <a:pt x="77" y="129"/>
                      <a:pt x="77" y="129"/>
                      <a:pt x="77" y="129"/>
                    </a:cubicBezTo>
                    <a:cubicBezTo>
                      <a:pt x="77" y="143"/>
                      <a:pt x="77" y="143"/>
                      <a:pt x="77" y="143"/>
                    </a:cubicBezTo>
                    <a:cubicBezTo>
                      <a:pt x="89" y="154"/>
                      <a:pt x="89" y="154"/>
                      <a:pt x="89" y="154"/>
                    </a:cubicBezTo>
                    <a:cubicBezTo>
                      <a:pt x="89" y="140"/>
                      <a:pt x="89" y="140"/>
                      <a:pt x="89" y="140"/>
                    </a:cubicBezTo>
                    <a:cubicBezTo>
                      <a:pt x="84" y="136"/>
                      <a:pt x="84" y="136"/>
                      <a:pt x="84" y="136"/>
                    </a:cubicBezTo>
                    <a:cubicBezTo>
                      <a:pt x="89" y="132"/>
                      <a:pt x="89" y="132"/>
                      <a:pt x="89" y="132"/>
                    </a:cubicBezTo>
                    <a:lnTo>
                      <a:pt x="89" y="50"/>
                    </a:lnTo>
                    <a:close/>
                    <a:moveTo>
                      <a:pt x="66" y="175"/>
                    </a:move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75"/>
                      <a:pt x="77" y="175"/>
                      <a:pt x="77" y="175"/>
                    </a:cubicBezTo>
                    <a:cubicBezTo>
                      <a:pt x="77" y="161"/>
                      <a:pt x="77" y="161"/>
                      <a:pt x="77" y="161"/>
                    </a:cubicBezTo>
                    <a:cubicBezTo>
                      <a:pt x="77" y="161"/>
                      <a:pt x="77" y="161"/>
                      <a:pt x="77" y="161"/>
                    </a:cubicBezTo>
                    <a:cubicBezTo>
                      <a:pt x="77" y="161"/>
                      <a:pt x="77" y="161"/>
                      <a:pt x="77" y="161"/>
                    </a:cubicBezTo>
                    <a:cubicBezTo>
                      <a:pt x="66" y="161"/>
                      <a:pt x="66" y="161"/>
                      <a:pt x="66" y="161"/>
                    </a:cubicBezTo>
                    <a:cubicBezTo>
                      <a:pt x="66" y="175"/>
                      <a:pt x="66" y="175"/>
                      <a:pt x="66" y="175"/>
                    </a:cubicBezTo>
                    <a:close/>
                    <a:moveTo>
                      <a:pt x="77" y="0"/>
                    </a:moveTo>
                    <a:cubicBezTo>
                      <a:pt x="77" y="0"/>
                      <a:pt x="77" y="0"/>
                      <a:pt x="77" y="0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0" y="28"/>
                      <a:pt x="70" y="28"/>
                      <a:pt x="70" y="28"/>
                    </a:cubicBezTo>
                    <a:cubicBezTo>
                      <a:pt x="70" y="28"/>
                      <a:pt x="69" y="37"/>
                      <a:pt x="66" y="50"/>
                    </a:cubicBezTo>
                    <a:cubicBezTo>
                      <a:pt x="66" y="132"/>
                      <a:pt x="66" y="132"/>
                      <a:pt x="66" y="132"/>
                    </a:cubicBezTo>
                    <a:cubicBezTo>
                      <a:pt x="70" y="136"/>
                      <a:pt x="70" y="136"/>
                      <a:pt x="70" y="136"/>
                    </a:cubicBezTo>
                    <a:cubicBezTo>
                      <a:pt x="66" y="140"/>
                      <a:pt x="66" y="140"/>
                      <a:pt x="66" y="140"/>
                    </a:cubicBezTo>
                    <a:cubicBezTo>
                      <a:pt x="66" y="154"/>
                      <a:pt x="66" y="154"/>
                      <a:pt x="66" y="154"/>
                    </a:cubicBezTo>
                    <a:cubicBezTo>
                      <a:pt x="77" y="143"/>
                      <a:pt x="77" y="143"/>
                      <a:pt x="77" y="143"/>
                    </a:cubicBezTo>
                    <a:cubicBezTo>
                      <a:pt x="77" y="143"/>
                      <a:pt x="77" y="143"/>
                      <a:pt x="77" y="143"/>
                    </a:cubicBezTo>
                    <a:cubicBezTo>
                      <a:pt x="77" y="129"/>
                      <a:pt x="77" y="129"/>
                      <a:pt x="77" y="129"/>
                    </a:cubicBezTo>
                    <a:cubicBezTo>
                      <a:pt x="77" y="129"/>
                      <a:pt x="77" y="129"/>
                      <a:pt x="77" y="129"/>
                    </a:cubicBezTo>
                    <a:cubicBezTo>
                      <a:pt x="68" y="119"/>
                      <a:pt x="68" y="119"/>
                      <a:pt x="68" y="119"/>
                    </a:cubicBezTo>
                    <a:cubicBezTo>
                      <a:pt x="69" y="113"/>
                      <a:pt x="70" y="109"/>
                      <a:pt x="70" y="109"/>
                    </a:cubicBezTo>
                    <a:cubicBezTo>
                      <a:pt x="77" y="109"/>
                      <a:pt x="77" y="109"/>
                      <a:pt x="77" y="109"/>
                    </a:cubicBezTo>
                    <a:cubicBezTo>
                      <a:pt x="77" y="109"/>
                      <a:pt x="77" y="109"/>
                      <a:pt x="77" y="109"/>
                    </a:cubicBezTo>
                    <a:cubicBezTo>
                      <a:pt x="77" y="109"/>
                      <a:pt x="77" y="109"/>
                      <a:pt x="77" y="109"/>
                    </a:cubicBezTo>
                    <a:cubicBezTo>
                      <a:pt x="77" y="92"/>
                      <a:pt x="77" y="92"/>
                      <a:pt x="77" y="92"/>
                    </a:cubicBezTo>
                    <a:cubicBezTo>
                      <a:pt x="77" y="92"/>
                      <a:pt x="77" y="92"/>
                      <a:pt x="77" y="92"/>
                    </a:cubicBezTo>
                    <a:cubicBezTo>
                      <a:pt x="74" y="92"/>
                      <a:pt x="74" y="92"/>
                      <a:pt x="74" y="92"/>
                    </a:cubicBezTo>
                    <a:cubicBezTo>
                      <a:pt x="76" y="84"/>
                      <a:pt x="77" y="56"/>
                      <a:pt x="77" y="56"/>
                    </a:cubicBezTo>
                    <a:cubicBezTo>
                      <a:pt x="77" y="56"/>
                      <a:pt x="77" y="56"/>
                      <a:pt x="77" y="56"/>
                    </a:cubicBezTo>
                    <a:cubicBezTo>
                      <a:pt x="77" y="56"/>
                      <a:pt x="77" y="56"/>
                      <a:pt x="77" y="56"/>
                    </a:cubicBezTo>
                    <a:lnTo>
                      <a:pt x="77" y="0"/>
                    </a:lnTo>
                    <a:close/>
                    <a:moveTo>
                      <a:pt x="0" y="190"/>
                    </a:moveTo>
                    <a:cubicBezTo>
                      <a:pt x="31" y="190"/>
                      <a:pt x="31" y="190"/>
                      <a:pt x="31" y="190"/>
                    </a:cubicBezTo>
                    <a:cubicBezTo>
                      <a:pt x="47" y="175"/>
                      <a:pt x="47" y="175"/>
                      <a:pt x="47" y="175"/>
                    </a:cubicBezTo>
                    <a:cubicBezTo>
                      <a:pt x="66" y="175"/>
                      <a:pt x="66" y="175"/>
                      <a:pt x="66" y="175"/>
                    </a:cubicBezTo>
                    <a:cubicBezTo>
                      <a:pt x="66" y="161"/>
                      <a:pt x="66" y="161"/>
                      <a:pt x="66" y="161"/>
                    </a:cubicBezTo>
                    <a:cubicBezTo>
                      <a:pt x="59" y="161"/>
                      <a:pt x="59" y="161"/>
                      <a:pt x="59" y="161"/>
                    </a:cubicBezTo>
                    <a:cubicBezTo>
                      <a:pt x="66" y="154"/>
                      <a:pt x="66" y="154"/>
                      <a:pt x="66" y="154"/>
                    </a:cubicBezTo>
                    <a:cubicBezTo>
                      <a:pt x="66" y="140"/>
                      <a:pt x="66" y="140"/>
                      <a:pt x="66" y="140"/>
                    </a:cubicBezTo>
                    <a:cubicBezTo>
                      <a:pt x="62" y="144"/>
                      <a:pt x="62" y="144"/>
                      <a:pt x="62" y="144"/>
                    </a:cubicBezTo>
                    <a:cubicBezTo>
                      <a:pt x="63" y="140"/>
                      <a:pt x="64" y="135"/>
                      <a:pt x="65" y="131"/>
                    </a:cubicBezTo>
                    <a:cubicBezTo>
                      <a:pt x="65" y="131"/>
                      <a:pt x="65" y="131"/>
                      <a:pt x="65" y="131"/>
                    </a:cubicBezTo>
                    <a:cubicBezTo>
                      <a:pt x="66" y="132"/>
                      <a:pt x="66" y="132"/>
                      <a:pt x="66" y="132"/>
                    </a:cubicBezTo>
                    <a:cubicBezTo>
                      <a:pt x="66" y="50"/>
                      <a:pt x="66" y="50"/>
                      <a:pt x="66" y="50"/>
                    </a:cubicBezTo>
                    <a:cubicBezTo>
                      <a:pt x="64" y="62"/>
                      <a:pt x="61" y="77"/>
                      <a:pt x="57" y="92"/>
                    </a:cubicBezTo>
                    <a:cubicBezTo>
                      <a:pt x="47" y="92"/>
                      <a:pt x="47" y="92"/>
                      <a:pt x="47" y="92"/>
                    </a:cubicBezTo>
                    <a:cubicBezTo>
                      <a:pt x="47" y="109"/>
                      <a:pt x="47" y="109"/>
                      <a:pt x="47" y="109"/>
                    </a:cubicBezTo>
                    <a:cubicBezTo>
                      <a:pt x="52" y="109"/>
                      <a:pt x="52" y="109"/>
                      <a:pt x="52" y="109"/>
                    </a:cubicBezTo>
                    <a:cubicBezTo>
                      <a:pt x="41" y="142"/>
                      <a:pt x="25" y="177"/>
                      <a:pt x="0" y="19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4" name="Freeform 152"/>
              <p:cNvSpPr/>
              <p:nvPr/>
            </p:nvSpPr>
            <p:spPr bwMode="auto">
              <a:xfrm>
                <a:off x="-1196975" y="2162175"/>
                <a:ext cx="233363" cy="668338"/>
              </a:xfrm>
              <a:custGeom>
                <a:avLst/>
                <a:gdLst>
                  <a:gd name="T0" fmla="*/ 8 w 62"/>
                  <a:gd name="T1" fmla="*/ 21 h 178"/>
                  <a:gd name="T2" fmla="*/ 1 w 62"/>
                  <a:gd name="T3" fmla="*/ 43 h 178"/>
                  <a:gd name="T4" fmla="*/ 6 w 62"/>
                  <a:gd name="T5" fmla="*/ 62 h 178"/>
                  <a:gd name="T6" fmla="*/ 23 w 62"/>
                  <a:gd name="T7" fmla="*/ 82 h 178"/>
                  <a:gd name="T8" fmla="*/ 23 w 62"/>
                  <a:gd name="T9" fmla="*/ 178 h 178"/>
                  <a:gd name="T10" fmla="*/ 40 w 62"/>
                  <a:gd name="T11" fmla="*/ 178 h 178"/>
                  <a:gd name="T12" fmla="*/ 40 w 62"/>
                  <a:gd name="T13" fmla="*/ 82 h 178"/>
                  <a:gd name="T14" fmla="*/ 57 w 62"/>
                  <a:gd name="T15" fmla="*/ 62 h 178"/>
                  <a:gd name="T16" fmla="*/ 61 w 62"/>
                  <a:gd name="T17" fmla="*/ 43 h 178"/>
                  <a:gd name="T18" fmla="*/ 55 w 62"/>
                  <a:gd name="T19" fmla="*/ 21 h 178"/>
                  <a:gd name="T20" fmla="*/ 41 w 62"/>
                  <a:gd name="T21" fmla="*/ 1 h 178"/>
                  <a:gd name="T22" fmla="*/ 46 w 62"/>
                  <a:gd name="T23" fmla="*/ 42 h 178"/>
                  <a:gd name="T24" fmla="*/ 40 w 62"/>
                  <a:gd name="T25" fmla="*/ 42 h 178"/>
                  <a:gd name="T26" fmla="*/ 36 w 62"/>
                  <a:gd name="T27" fmla="*/ 0 h 178"/>
                  <a:gd name="T28" fmla="*/ 31 w 62"/>
                  <a:gd name="T29" fmla="*/ 0 h 178"/>
                  <a:gd name="T30" fmla="*/ 27 w 62"/>
                  <a:gd name="T31" fmla="*/ 0 h 178"/>
                  <a:gd name="T32" fmla="*/ 22 w 62"/>
                  <a:gd name="T33" fmla="*/ 42 h 178"/>
                  <a:gd name="T34" fmla="*/ 17 w 62"/>
                  <a:gd name="T35" fmla="*/ 42 h 178"/>
                  <a:gd name="T36" fmla="*/ 21 w 62"/>
                  <a:gd name="T37" fmla="*/ 1 h 178"/>
                  <a:gd name="T38" fmla="*/ 8 w 62"/>
                  <a:gd name="T39" fmla="*/ 21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2" h="178">
                    <a:moveTo>
                      <a:pt x="8" y="21"/>
                    </a:moveTo>
                    <a:cubicBezTo>
                      <a:pt x="5" y="29"/>
                      <a:pt x="2" y="36"/>
                      <a:pt x="1" y="43"/>
                    </a:cubicBezTo>
                    <a:cubicBezTo>
                      <a:pt x="0" y="51"/>
                      <a:pt x="2" y="56"/>
                      <a:pt x="6" y="62"/>
                    </a:cubicBezTo>
                    <a:cubicBezTo>
                      <a:pt x="9" y="68"/>
                      <a:pt x="15" y="77"/>
                      <a:pt x="23" y="82"/>
                    </a:cubicBezTo>
                    <a:cubicBezTo>
                      <a:pt x="23" y="178"/>
                      <a:pt x="23" y="178"/>
                      <a:pt x="23" y="178"/>
                    </a:cubicBezTo>
                    <a:cubicBezTo>
                      <a:pt x="40" y="178"/>
                      <a:pt x="40" y="178"/>
                      <a:pt x="40" y="178"/>
                    </a:cubicBezTo>
                    <a:cubicBezTo>
                      <a:pt x="40" y="82"/>
                      <a:pt x="40" y="82"/>
                      <a:pt x="40" y="82"/>
                    </a:cubicBezTo>
                    <a:cubicBezTo>
                      <a:pt x="47" y="78"/>
                      <a:pt x="53" y="68"/>
                      <a:pt x="57" y="62"/>
                    </a:cubicBezTo>
                    <a:cubicBezTo>
                      <a:pt x="60" y="56"/>
                      <a:pt x="62" y="51"/>
                      <a:pt x="61" y="43"/>
                    </a:cubicBezTo>
                    <a:cubicBezTo>
                      <a:pt x="60" y="36"/>
                      <a:pt x="57" y="29"/>
                      <a:pt x="55" y="21"/>
                    </a:cubicBezTo>
                    <a:cubicBezTo>
                      <a:pt x="53" y="16"/>
                      <a:pt x="49" y="2"/>
                      <a:pt x="41" y="1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0" y="42"/>
                      <a:pt x="40" y="42"/>
                      <a:pt x="40" y="42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2" y="42"/>
                      <a:pt x="22" y="42"/>
                      <a:pt x="22" y="42"/>
                    </a:cubicBezTo>
                    <a:cubicBezTo>
                      <a:pt x="17" y="42"/>
                      <a:pt x="17" y="42"/>
                      <a:pt x="17" y="42"/>
                    </a:cubicBezTo>
                    <a:cubicBezTo>
                      <a:pt x="21" y="1"/>
                      <a:pt x="21" y="1"/>
                      <a:pt x="21" y="1"/>
                    </a:cubicBezTo>
                    <a:cubicBezTo>
                      <a:pt x="14" y="2"/>
                      <a:pt x="10" y="16"/>
                      <a:pt x="8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5" name="Freeform 153"/>
              <p:cNvSpPr/>
              <p:nvPr/>
            </p:nvSpPr>
            <p:spPr bwMode="auto">
              <a:xfrm>
                <a:off x="-892175" y="2151062"/>
                <a:ext cx="244475" cy="679450"/>
              </a:xfrm>
              <a:custGeom>
                <a:avLst/>
                <a:gdLst>
                  <a:gd name="T0" fmla="*/ 41 w 65"/>
                  <a:gd name="T1" fmla="*/ 181 h 181"/>
                  <a:gd name="T2" fmla="*/ 41 w 65"/>
                  <a:gd name="T3" fmla="*/ 86 h 181"/>
                  <a:gd name="T4" fmla="*/ 65 w 65"/>
                  <a:gd name="T5" fmla="*/ 48 h 181"/>
                  <a:gd name="T6" fmla="*/ 33 w 65"/>
                  <a:gd name="T7" fmla="*/ 0 h 181"/>
                  <a:gd name="T8" fmla="*/ 0 w 65"/>
                  <a:gd name="T9" fmla="*/ 48 h 181"/>
                  <a:gd name="T10" fmla="*/ 24 w 65"/>
                  <a:gd name="T11" fmla="*/ 86 h 181"/>
                  <a:gd name="T12" fmla="*/ 24 w 65"/>
                  <a:gd name="T13" fmla="*/ 181 h 181"/>
                  <a:gd name="T14" fmla="*/ 41 w 65"/>
                  <a:gd name="T15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5" h="181">
                    <a:moveTo>
                      <a:pt x="41" y="181"/>
                    </a:moveTo>
                    <a:cubicBezTo>
                      <a:pt x="41" y="86"/>
                      <a:pt x="41" y="86"/>
                      <a:pt x="41" y="86"/>
                    </a:cubicBezTo>
                    <a:cubicBezTo>
                      <a:pt x="55" y="82"/>
                      <a:pt x="65" y="66"/>
                      <a:pt x="65" y="48"/>
                    </a:cubicBezTo>
                    <a:cubicBezTo>
                      <a:pt x="65" y="26"/>
                      <a:pt x="51" y="0"/>
                      <a:pt x="33" y="0"/>
                    </a:cubicBezTo>
                    <a:cubicBezTo>
                      <a:pt x="15" y="0"/>
                      <a:pt x="0" y="26"/>
                      <a:pt x="0" y="48"/>
                    </a:cubicBezTo>
                    <a:cubicBezTo>
                      <a:pt x="0" y="66"/>
                      <a:pt x="10" y="82"/>
                      <a:pt x="24" y="86"/>
                    </a:cubicBezTo>
                    <a:cubicBezTo>
                      <a:pt x="24" y="181"/>
                      <a:pt x="24" y="181"/>
                      <a:pt x="24" y="181"/>
                    </a:cubicBezTo>
                    <a:lnTo>
                      <a:pt x="41" y="1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6" name="Freeform 154"/>
              <p:cNvSpPr>
                <a:spLocks noEditPoints="1"/>
              </p:cNvSpPr>
              <p:nvPr/>
            </p:nvSpPr>
            <p:spPr bwMode="auto">
              <a:xfrm>
                <a:off x="-3724275" y="806450"/>
                <a:ext cx="581025" cy="147638"/>
              </a:xfrm>
              <a:custGeom>
                <a:avLst/>
                <a:gdLst>
                  <a:gd name="T0" fmla="*/ 182 w 366"/>
                  <a:gd name="T1" fmla="*/ 76 h 93"/>
                  <a:gd name="T2" fmla="*/ 314 w 366"/>
                  <a:gd name="T3" fmla="*/ 76 h 93"/>
                  <a:gd name="T4" fmla="*/ 324 w 366"/>
                  <a:gd name="T5" fmla="*/ 93 h 93"/>
                  <a:gd name="T6" fmla="*/ 366 w 366"/>
                  <a:gd name="T7" fmla="*/ 93 h 93"/>
                  <a:gd name="T8" fmla="*/ 298 w 366"/>
                  <a:gd name="T9" fmla="*/ 0 h 93"/>
                  <a:gd name="T10" fmla="*/ 255 w 366"/>
                  <a:gd name="T11" fmla="*/ 0 h 93"/>
                  <a:gd name="T12" fmla="*/ 265 w 366"/>
                  <a:gd name="T13" fmla="*/ 12 h 93"/>
                  <a:gd name="T14" fmla="*/ 182 w 366"/>
                  <a:gd name="T15" fmla="*/ 12 h 93"/>
                  <a:gd name="T16" fmla="*/ 182 w 366"/>
                  <a:gd name="T17" fmla="*/ 36 h 93"/>
                  <a:gd name="T18" fmla="*/ 284 w 366"/>
                  <a:gd name="T19" fmla="*/ 36 h 93"/>
                  <a:gd name="T20" fmla="*/ 295 w 366"/>
                  <a:gd name="T21" fmla="*/ 52 h 93"/>
                  <a:gd name="T22" fmla="*/ 182 w 366"/>
                  <a:gd name="T23" fmla="*/ 52 h 93"/>
                  <a:gd name="T24" fmla="*/ 182 w 366"/>
                  <a:gd name="T25" fmla="*/ 76 h 93"/>
                  <a:gd name="T26" fmla="*/ 52 w 366"/>
                  <a:gd name="T27" fmla="*/ 76 h 93"/>
                  <a:gd name="T28" fmla="*/ 182 w 366"/>
                  <a:gd name="T29" fmla="*/ 76 h 93"/>
                  <a:gd name="T30" fmla="*/ 182 w 366"/>
                  <a:gd name="T31" fmla="*/ 52 h 93"/>
                  <a:gd name="T32" fmla="*/ 71 w 366"/>
                  <a:gd name="T33" fmla="*/ 52 h 93"/>
                  <a:gd name="T34" fmla="*/ 82 w 366"/>
                  <a:gd name="T35" fmla="*/ 36 h 93"/>
                  <a:gd name="T36" fmla="*/ 82 w 366"/>
                  <a:gd name="T37" fmla="*/ 36 h 93"/>
                  <a:gd name="T38" fmla="*/ 182 w 366"/>
                  <a:gd name="T39" fmla="*/ 36 h 93"/>
                  <a:gd name="T40" fmla="*/ 182 w 366"/>
                  <a:gd name="T41" fmla="*/ 12 h 93"/>
                  <a:gd name="T42" fmla="*/ 101 w 366"/>
                  <a:gd name="T43" fmla="*/ 12 h 93"/>
                  <a:gd name="T44" fmla="*/ 111 w 366"/>
                  <a:gd name="T45" fmla="*/ 0 h 93"/>
                  <a:gd name="T46" fmla="*/ 68 w 366"/>
                  <a:gd name="T47" fmla="*/ 0 h 93"/>
                  <a:gd name="T48" fmla="*/ 0 w 366"/>
                  <a:gd name="T49" fmla="*/ 93 h 93"/>
                  <a:gd name="T50" fmla="*/ 42 w 366"/>
                  <a:gd name="T51" fmla="*/ 93 h 93"/>
                  <a:gd name="T52" fmla="*/ 52 w 366"/>
                  <a:gd name="T53" fmla="*/ 76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6" h="93">
                    <a:moveTo>
                      <a:pt x="182" y="76"/>
                    </a:moveTo>
                    <a:lnTo>
                      <a:pt x="314" y="76"/>
                    </a:lnTo>
                    <a:lnTo>
                      <a:pt x="324" y="93"/>
                    </a:lnTo>
                    <a:lnTo>
                      <a:pt x="366" y="93"/>
                    </a:lnTo>
                    <a:lnTo>
                      <a:pt x="298" y="0"/>
                    </a:lnTo>
                    <a:lnTo>
                      <a:pt x="255" y="0"/>
                    </a:lnTo>
                    <a:lnTo>
                      <a:pt x="265" y="12"/>
                    </a:lnTo>
                    <a:lnTo>
                      <a:pt x="182" y="12"/>
                    </a:lnTo>
                    <a:lnTo>
                      <a:pt x="182" y="36"/>
                    </a:lnTo>
                    <a:lnTo>
                      <a:pt x="284" y="36"/>
                    </a:lnTo>
                    <a:lnTo>
                      <a:pt x="295" y="52"/>
                    </a:lnTo>
                    <a:lnTo>
                      <a:pt x="182" y="52"/>
                    </a:lnTo>
                    <a:lnTo>
                      <a:pt x="182" y="76"/>
                    </a:lnTo>
                    <a:close/>
                    <a:moveTo>
                      <a:pt x="52" y="76"/>
                    </a:moveTo>
                    <a:lnTo>
                      <a:pt x="182" y="76"/>
                    </a:lnTo>
                    <a:lnTo>
                      <a:pt x="182" y="52"/>
                    </a:lnTo>
                    <a:lnTo>
                      <a:pt x="71" y="52"/>
                    </a:lnTo>
                    <a:lnTo>
                      <a:pt x="82" y="36"/>
                    </a:lnTo>
                    <a:lnTo>
                      <a:pt x="82" y="36"/>
                    </a:lnTo>
                    <a:lnTo>
                      <a:pt x="182" y="36"/>
                    </a:lnTo>
                    <a:lnTo>
                      <a:pt x="182" y="12"/>
                    </a:lnTo>
                    <a:lnTo>
                      <a:pt x="101" y="12"/>
                    </a:lnTo>
                    <a:lnTo>
                      <a:pt x="111" y="0"/>
                    </a:lnTo>
                    <a:lnTo>
                      <a:pt x="68" y="0"/>
                    </a:lnTo>
                    <a:lnTo>
                      <a:pt x="0" y="93"/>
                    </a:lnTo>
                    <a:lnTo>
                      <a:pt x="42" y="93"/>
                    </a:lnTo>
                    <a:lnTo>
                      <a:pt x="52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7" name="Freeform 155"/>
              <p:cNvSpPr>
                <a:spLocks noEditPoints="1"/>
              </p:cNvSpPr>
              <p:nvPr/>
            </p:nvSpPr>
            <p:spPr bwMode="auto">
              <a:xfrm>
                <a:off x="-3694113" y="239712"/>
                <a:ext cx="533400" cy="549275"/>
              </a:xfrm>
              <a:custGeom>
                <a:avLst/>
                <a:gdLst>
                  <a:gd name="T0" fmla="*/ 281 w 336"/>
                  <a:gd name="T1" fmla="*/ 0 h 346"/>
                  <a:gd name="T2" fmla="*/ 310 w 336"/>
                  <a:gd name="T3" fmla="*/ 73 h 346"/>
                  <a:gd name="T4" fmla="*/ 310 w 336"/>
                  <a:gd name="T5" fmla="*/ 241 h 346"/>
                  <a:gd name="T6" fmla="*/ 281 w 336"/>
                  <a:gd name="T7" fmla="*/ 275 h 346"/>
                  <a:gd name="T8" fmla="*/ 310 w 336"/>
                  <a:gd name="T9" fmla="*/ 305 h 346"/>
                  <a:gd name="T10" fmla="*/ 281 w 336"/>
                  <a:gd name="T11" fmla="*/ 305 h 346"/>
                  <a:gd name="T12" fmla="*/ 336 w 336"/>
                  <a:gd name="T13" fmla="*/ 346 h 346"/>
                  <a:gd name="T14" fmla="*/ 336 w 336"/>
                  <a:gd name="T15" fmla="*/ 0 h 346"/>
                  <a:gd name="T16" fmla="*/ 168 w 336"/>
                  <a:gd name="T17" fmla="*/ 0 h 346"/>
                  <a:gd name="T18" fmla="*/ 267 w 336"/>
                  <a:gd name="T19" fmla="*/ 24 h 346"/>
                  <a:gd name="T20" fmla="*/ 168 w 336"/>
                  <a:gd name="T21" fmla="*/ 45 h 346"/>
                  <a:gd name="T22" fmla="*/ 281 w 336"/>
                  <a:gd name="T23" fmla="*/ 73 h 346"/>
                  <a:gd name="T24" fmla="*/ 281 w 336"/>
                  <a:gd name="T25" fmla="*/ 0 h 346"/>
                  <a:gd name="T26" fmla="*/ 281 w 336"/>
                  <a:gd name="T27" fmla="*/ 346 h 346"/>
                  <a:gd name="T28" fmla="*/ 250 w 336"/>
                  <a:gd name="T29" fmla="*/ 305 h 346"/>
                  <a:gd name="T30" fmla="*/ 281 w 336"/>
                  <a:gd name="T31" fmla="*/ 275 h 346"/>
                  <a:gd name="T32" fmla="*/ 168 w 336"/>
                  <a:gd name="T33" fmla="*/ 241 h 346"/>
                  <a:gd name="T34" fmla="*/ 168 w 336"/>
                  <a:gd name="T35" fmla="*/ 0 h 346"/>
                  <a:gd name="T36" fmla="*/ 56 w 336"/>
                  <a:gd name="T37" fmla="*/ 73 h 346"/>
                  <a:gd name="T38" fmla="*/ 168 w 336"/>
                  <a:gd name="T39" fmla="*/ 45 h 346"/>
                  <a:gd name="T40" fmla="*/ 71 w 336"/>
                  <a:gd name="T41" fmla="*/ 24 h 346"/>
                  <a:gd name="T42" fmla="*/ 168 w 336"/>
                  <a:gd name="T43" fmla="*/ 24 h 346"/>
                  <a:gd name="T44" fmla="*/ 168 w 336"/>
                  <a:gd name="T45" fmla="*/ 0 h 346"/>
                  <a:gd name="T46" fmla="*/ 168 w 336"/>
                  <a:gd name="T47" fmla="*/ 346 h 346"/>
                  <a:gd name="T48" fmla="*/ 56 w 336"/>
                  <a:gd name="T49" fmla="*/ 241 h 346"/>
                  <a:gd name="T50" fmla="*/ 85 w 336"/>
                  <a:gd name="T51" fmla="*/ 275 h 346"/>
                  <a:gd name="T52" fmla="*/ 85 w 336"/>
                  <a:gd name="T53" fmla="*/ 305 h 346"/>
                  <a:gd name="T54" fmla="*/ 56 w 336"/>
                  <a:gd name="T55" fmla="*/ 346 h 346"/>
                  <a:gd name="T56" fmla="*/ 0 w 336"/>
                  <a:gd name="T57" fmla="*/ 0 h 346"/>
                  <a:gd name="T58" fmla="*/ 56 w 336"/>
                  <a:gd name="T59" fmla="*/ 346 h 346"/>
                  <a:gd name="T60" fmla="*/ 26 w 336"/>
                  <a:gd name="T61" fmla="*/ 305 h 346"/>
                  <a:gd name="T62" fmla="*/ 56 w 336"/>
                  <a:gd name="T63" fmla="*/ 275 h 346"/>
                  <a:gd name="T64" fmla="*/ 26 w 336"/>
                  <a:gd name="T65" fmla="*/ 241 h 346"/>
                  <a:gd name="T66" fmla="*/ 56 w 336"/>
                  <a:gd name="T67" fmla="*/ 73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36" h="346">
                    <a:moveTo>
                      <a:pt x="336" y="0"/>
                    </a:moveTo>
                    <a:lnTo>
                      <a:pt x="281" y="0"/>
                    </a:lnTo>
                    <a:lnTo>
                      <a:pt x="281" y="73"/>
                    </a:lnTo>
                    <a:lnTo>
                      <a:pt x="310" y="73"/>
                    </a:lnTo>
                    <a:lnTo>
                      <a:pt x="310" y="241"/>
                    </a:lnTo>
                    <a:lnTo>
                      <a:pt x="310" y="241"/>
                    </a:lnTo>
                    <a:lnTo>
                      <a:pt x="281" y="241"/>
                    </a:lnTo>
                    <a:lnTo>
                      <a:pt x="281" y="275"/>
                    </a:lnTo>
                    <a:lnTo>
                      <a:pt x="310" y="275"/>
                    </a:lnTo>
                    <a:lnTo>
                      <a:pt x="310" y="305"/>
                    </a:lnTo>
                    <a:lnTo>
                      <a:pt x="310" y="305"/>
                    </a:lnTo>
                    <a:lnTo>
                      <a:pt x="281" y="305"/>
                    </a:lnTo>
                    <a:lnTo>
                      <a:pt x="281" y="346"/>
                    </a:lnTo>
                    <a:lnTo>
                      <a:pt x="336" y="346"/>
                    </a:lnTo>
                    <a:lnTo>
                      <a:pt x="336" y="0"/>
                    </a:lnTo>
                    <a:lnTo>
                      <a:pt x="336" y="0"/>
                    </a:lnTo>
                    <a:close/>
                    <a:moveTo>
                      <a:pt x="281" y="0"/>
                    </a:moveTo>
                    <a:lnTo>
                      <a:pt x="168" y="0"/>
                    </a:lnTo>
                    <a:lnTo>
                      <a:pt x="168" y="24"/>
                    </a:lnTo>
                    <a:lnTo>
                      <a:pt x="267" y="24"/>
                    </a:lnTo>
                    <a:lnTo>
                      <a:pt x="267" y="45"/>
                    </a:lnTo>
                    <a:lnTo>
                      <a:pt x="168" y="45"/>
                    </a:lnTo>
                    <a:lnTo>
                      <a:pt x="168" y="73"/>
                    </a:lnTo>
                    <a:lnTo>
                      <a:pt x="281" y="73"/>
                    </a:lnTo>
                    <a:lnTo>
                      <a:pt x="281" y="0"/>
                    </a:lnTo>
                    <a:lnTo>
                      <a:pt x="281" y="0"/>
                    </a:lnTo>
                    <a:close/>
                    <a:moveTo>
                      <a:pt x="168" y="346"/>
                    </a:moveTo>
                    <a:lnTo>
                      <a:pt x="281" y="346"/>
                    </a:lnTo>
                    <a:lnTo>
                      <a:pt x="281" y="305"/>
                    </a:lnTo>
                    <a:lnTo>
                      <a:pt x="250" y="305"/>
                    </a:lnTo>
                    <a:lnTo>
                      <a:pt x="250" y="275"/>
                    </a:lnTo>
                    <a:lnTo>
                      <a:pt x="281" y="275"/>
                    </a:lnTo>
                    <a:lnTo>
                      <a:pt x="281" y="241"/>
                    </a:lnTo>
                    <a:lnTo>
                      <a:pt x="168" y="241"/>
                    </a:lnTo>
                    <a:lnTo>
                      <a:pt x="168" y="346"/>
                    </a:lnTo>
                    <a:close/>
                    <a:moveTo>
                      <a:pt x="168" y="0"/>
                    </a:moveTo>
                    <a:lnTo>
                      <a:pt x="56" y="0"/>
                    </a:lnTo>
                    <a:lnTo>
                      <a:pt x="56" y="73"/>
                    </a:lnTo>
                    <a:lnTo>
                      <a:pt x="168" y="73"/>
                    </a:lnTo>
                    <a:lnTo>
                      <a:pt x="168" y="45"/>
                    </a:lnTo>
                    <a:lnTo>
                      <a:pt x="71" y="45"/>
                    </a:lnTo>
                    <a:lnTo>
                      <a:pt x="71" y="24"/>
                    </a:lnTo>
                    <a:lnTo>
                      <a:pt x="71" y="24"/>
                    </a:lnTo>
                    <a:lnTo>
                      <a:pt x="168" y="24"/>
                    </a:lnTo>
                    <a:lnTo>
                      <a:pt x="168" y="0"/>
                    </a:lnTo>
                    <a:lnTo>
                      <a:pt x="168" y="0"/>
                    </a:lnTo>
                    <a:close/>
                    <a:moveTo>
                      <a:pt x="56" y="346"/>
                    </a:moveTo>
                    <a:lnTo>
                      <a:pt x="168" y="346"/>
                    </a:lnTo>
                    <a:lnTo>
                      <a:pt x="168" y="241"/>
                    </a:lnTo>
                    <a:lnTo>
                      <a:pt x="56" y="241"/>
                    </a:lnTo>
                    <a:lnTo>
                      <a:pt x="56" y="275"/>
                    </a:lnTo>
                    <a:lnTo>
                      <a:pt x="85" y="275"/>
                    </a:lnTo>
                    <a:lnTo>
                      <a:pt x="85" y="305"/>
                    </a:lnTo>
                    <a:lnTo>
                      <a:pt x="85" y="305"/>
                    </a:lnTo>
                    <a:lnTo>
                      <a:pt x="56" y="305"/>
                    </a:lnTo>
                    <a:lnTo>
                      <a:pt x="56" y="346"/>
                    </a:lnTo>
                    <a:close/>
                    <a:moveTo>
                      <a:pt x="56" y="0"/>
                    </a:moveTo>
                    <a:lnTo>
                      <a:pt x="0" y="0"/>
                    </a:lnTo>
                    <a:lnTo>
                      <a:pt x="0" y="346"/>
                    </a:lnTo>
                    <a:lnTo>
                      <a:pt x="56" y="346"/>
                    </a:lnTo>
                    <a:lnTo>
                      <a:pt x="56" y="305"/>
                    </a:lnTo>
                    <a:lnTo>
                      <a:pt x="26" y="305"/>
                    </a:lnTo>
                    <a:lnTo>
                      <a:pt x="26" y="275"/>
                    </a:lnTo>
                    <a:lnTo>
                      <a:pt x="56" y="275"/>
                    </a:lnTo>
                    <a:lnTo>
                      <a:pt x="56" y="241"/>
                    </a:lnTo>
                    <a:lnTo>
                      <a:pt x="26" y="241"/>
                    </a:lnTo>
                    <a:lnTo>
                      <a:pt x="26" y="73"/>
                    </a:lnTo>
                    <a:lnTo>
                      <a:pt x="56" y="73"/>
                    </a:lnTo>
                    <a:lnTo>
                      <a:pt x="5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8" name="Rectangle 156"/>
              <p:cNvSpPr>
                <a:spLocks noChangeArrowheads="1"/>
              </p:cNvSpPr>
              <p:nvPr/>
            </p:nvSpPr>
            <p:spPr bwMode="auto">
              <a:xfrm>
                <a:off x="-2574925" y="4899025"/>
                <a:ext cx="558800" cy="650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49" name="Freeform 157"/>
              <p:cNvSpPr>
                <a:spLocks noEditPoints="1"/>
              </p:cNvSpPr>
              <p:nvPr/>
            </p:nvSpPr>
            <p:spPr bwMode="auto">
              <a:xfrm>
                <a:off x="-2574925" y="5030788"/>
                <a:ext cx="558800" cy="225425"/>
              </a:xfrm>
              <a:custGeom>
                <a:avLst/>
                <a:gdLst>
                  <a:gd name="T0" fmla="*/ 298 w 352"/>
                  <a:gd name="T1" fmla="*/ 142 h 142"/>
                  <a:gd name="T2" fmla="*/ 352 w 352"/>
                  <a:gd name="T3" fmla="*/ 142 h 142"/>
                  <a:gd name="T4" fmla="*/ 352 w 352"/>
                  <a:gd name="T5" fmla="*/ 0 h 142"/>
                  <a:gd name="T6" fmla="*/ 298 w 352"/>
                  <a:gd name="T7" fmla="*/ 0 h 142"/>
                  <a:gd name="T8" fmla="*/ 298 w 352"/>
                  <a:gd name="T9" fmla="*/ 69 h 142"/>
                  <a:gd name="T10" fmla="*/ 298 w 352"/>
                  <a:gd name="T11" fmla="*/ 69 h 142"/>
                  <a:gd name="T12" fmla="*/ 324 w 352"/>
                  <a:gd name="T13" fmla="*/ 95 h 142"/>
                  <a:gd name="T14" fmla="*/ 298 w 352"/>
                  <a:gd name="T15" fmla="*/ 121 h 142"/>
                  <a:gd name="T16" fmla="*/ 298 w 352"/>
                  <a:gd name="T17" fmla="*/ 142 h 142"/>
                  <a:gd name="T18" fmla="*/ 0 w 352"/>
                  <a:gd name="T19" fmla="*/ 142 h 142"/>
                  <a:gd name="T20" fmla="*/ 298 w 352"/>
                  <a:gd name="T21" fmla="*/ 142 h 142"/>
                  <a:gd name="T22" fmla="*/ 298 w 352"/>
                  <a:gd name="T23" fmla="*/ 121 h 142"/>
                  <a:gd name="T24" fmla="*/ 272 w 352"/>
                  <a:gd name="T25" fmla="*/ 95 h 142"/>
                  <a:gd name="T26" fmla="*/ 298 w 352"/>
                  <a:gd name="T27" fmla="*/ 69 h 142"/>
                  <a:gd name="T28" fmla="*/ 298 w 352"/>
                  <a:gd name="T29" fmla="*/ 0 h 142"/>
                  <a:gd name="T30" fmla="*/ 0 w 352"/>
                  <a:gd name="T31" fmla="*/ 0 h 142"/>
                  <a:gd name="T32" fmla="*/ 0 w 352"/>
                  <a:gd name="T33" fmla="*/ 142 h 142"/>
                  <a:gd name="T34" fmla="*/ 0 w 352"/>
                  <a:gd name="T35" fmla="*/ 142 h 142"/>
                  <a:gd name="T36" fmla="*/ 298 w 352"/>
                  <a:gd name="T37" fmla="*/ 69 h 142"/>
                  <a:gd name="T38" fmla="*/ 298 w 352"/>
                  <a:gd name="T39" fmla="*/ 69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2" h="142">
                    <a:moveTo>
                      <a:pt x="298" y="142"/>
                    </a:moveTo>
                    <a:lnTo>
                      <a:pt x="352" y="142"/>
                    </a:lnTo>
                    <a:lnTo>
                      <a:pt x="352" y="0"/>
                    </a:lnTo>
                    <a:lnTo>
                      <a:pt x="298" y="0"/>
                    </a:lnTo>
                    <a:lnTo>
                      <a:pt x="298" y="69"/>
                    </a:lnTo>
                    <a:lnTo>
                      <a:pt x="298" y="69"/>
                    </a:lnTo>
                    <a:lnTo>
                      <a:pt x="324" y="95"/>
                    </a:lnTo>
                    <a:lnTo>
                      <a:pt x="298" y="121"/>
                    </a:lnTo>
                    <a:lnTo>
                      <a:pt x="298" y="142"/>
                    </a:lnTo>
                    <a:close/>
                    <a:moveTo>
                      <a:pt x="0" y="142"/>
                    </a:moveTo>
                    <a:lnTo>
                      <a:pt x="298" y="142"/>
                    </a:lnTo>
                    <a:lnTo>
                      <a:pt x="298" y="121"/>
                    </a:lnTo>
                    <a:lnTo>
                      <a:pt x="272" y="95"/>
                    </a:lnTo>
                    <a:lnTo>
                      <a:pt x="298" y="69"/>
                    </a:lnTo>
                    <a:lnTo>
                      <a:pt x="298" y="0"/>
                    </a:lnTo>
                    <a:lnTo>
                      <a:pt x="0" y="0"/>
                    </a:lnTo>
                    <a:lnTo>
                      <a:pt x="0" y="142"/>
                    </a:lnTo>
                    <a:lnTo>
                      <a:pt x="0" y="142"/>
                    </a:lnTo>
                    <a:close/>
                    <a:moveTo>
                      <a:pt x="298" y="69"/>
                    </a:moveTo>
                    <a:lnTo>
                      <a:pt x="298" y="6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0" name="Freeform 158"/>
              <p:cNvSpPr>
                <a:spLocks noEditPoints="1"/>
              </p:cNvSpPr>
              <p:nvPr/>
            </p:nvSpPr>
            <p:spPr bwMode="auto">
              <a:xfrm>
                <a:off x="-2574925" y="5030788"/>
                <a:ext cx="558800" cy="225425"/>
              </a:xfrm>
              <a:custGeom>
                <a:avLst/>
                <a:gdLst>
                  <a:gd name="T0" fmla="*/ 298 w 352"/>
                  <a:gd name="T1" fmla="*/ 142 h 142"/>
                  <a:gd name="T2" fmla="*/ 352 w 352"/>
                  <a:gd name="T3" fmla="*/ 142 h 142"/>
                  <a:gd name="T4" fmla="*/ 352 w 352"/>
                  <a:gd name="T5" fmla="*/ 0 h 142"/>
                  <a:gd name="T6" fmla="*/ 298 w 352"/>
                  <a:gd name="T7" fmla="*/ 0 h 142"/>
                  <a:gd name="T8" fmla="*/ 298 w 352"/>
                  <a:gd name="T9" fmla="*/ 69 h 142"/>
                  <a:gd name="T10" fmla="*/ 298 w 352"/>
                  <a:gd name="T11" fmla="*/ 69 h 142"/>
                  <a:gd name="T12" fmla="*/ 324 w 352"/>
                  <a:gd name="T13" fmla="*/ 95 h 142"/>
                  <a:gd name="T14" fmla="*/ 298 w 352"/>
                  <a:gd name="T15" fmla="*/ 121 h 142"/>
                  <a:gd name="T16" fmla="*/ 298 w 352"/>
                  <a:gd name="T17" fmla="*/ 142 h 142"/>
                  <a:gd name="T18" fmla="*/ 0 w 352"/>
                  <a:gd name="T19" fmla="*/ 142 h 142"/>
                  <a:gd name="T20" fmla="*/ 298 w 352"/>
                  <a:gd name="T21" fmla="*/ 142 h 142"/>
                  <a:gd name="T22" fmla="*/ 298 w 352"/>
                  <a:gd name="T23" fmla="*/ 121 h 142"/>
                  <a:gd name="T24" fmla="*/ 272 w 352"/>
                  <a:gd name="T25" fmla="*/ 95 h 142"/>
                  <a:gd name="T26" fmla="*/ 298 w 352"/>
                  <a:gd name="T27" fmla="*/ 69 h 142"/>
                  <a:gd name="T28" fmla="*/ 298 w 352"/>
                  <a:gd name="T29" fmla="*/ 0 h 142"/>
                  <a:gd name="T30" fmla="*/ 0 w 352"/>
                  <a:gd name="T31" fmla="*/ 0 h 142"/>
                  <a:gd name="T32" fmla="*/ 0 w 352"/>
                  <a:gd name="T33" fmla="*/ 142 h 142"/>
                  <a:gd name="T34" fmla="*/ 0 w 352"/>
                  <a:gd name="T35" fmla="*/ 142 h 142"/>
                  <a:gd name="T36" fmla="*/ 298 w 352"/>
                  <a:gd name="T37" fmla="*/ 69 h 142"/>
                  <a:gd name="T38" fmla="*/ 298 w 352"/>
                  <a:gd name="T39" fmla="*/ 69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352" h="142">
                    <a:moveTo>
                      <a:pt x="298" y="142"/>
                    </a:moveTo>
                    <a:lnTo>
                      <a:pt x="352" y="142"/>
                    </a:lnTo>
                    <a:lnTo>
                      <a:pt x="352" y="0"/>
                    </a:lnTo>
                    <a:lnTo>
                      <a:pt x="298" y="0"/>
                    </a:lnTo>
                    <a:lnTo>
                      <a:pt x="298" y="69"/>
                    </a:lnTo>
                    <a:lnTo>
                      <a:pt x="298" y="69"/>
                    </a:lnTo>
                    <a:lnTo>
                      <a:pt x="324" y="95"/>
                    </a:lnTo>
                    <a:lnTo>
                      <a:pt x="298" y="121"/>
                    </a:lnTo>
                    <a:lnTo>
                      <a:pt x="298" y="142"/>
                    </a:lnTo>
                    <a:moveTo>
                      <a:pt x="0" y="142"/>
                    </a:moveTo>
                    <a:lnTo>
                      <a:pt x="298" y="142"/>
                    </a:lnTo>
                    <a:lnTo>
                      <a:pt x="298" y="121"/>
                    </a:lnTo>
                    <a:lnTo>
                      <a:pt x="272" y="95"/>
                    </a:lnTo>
                    <a:lnTo>
                      <a:pt x="298" y="69"/>
                    </a:lnTo>
                    <a:lnTo>
                      <a:pt x="298" y="0"/>
                    </a:lnTo>
                    <a:lnTo>
                      <a:pt x="0" y="0"/>
                    </a:lnTo>
                    <a:lnTo>
                      <a:pt x="0" y="142"/>
                    </a:lnTo>
                    <a:lnTo>
                      <a:pt x="0" y="142"/>
                    </a:lnTo>
                    <a:moveTo>
                      <a:pt x="298" y="69"/>
                    </a:moveTo>
                    <a:lnTo>
                      <a:pt x="298" y="69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1" name="Freeform 159"/>
              <p:cNvSpPr>
                <a:spLocks noEditPoints="1"/>
              </p:cNvSpPr>
              <p:nvPr/>
            </p:nvSpPr>
            <p:spPr bwMode="auto">
              <a:xfrm>
                <a:off x="-3187700" y="7847013"/>
                <a:ext cx="525463" cy="327025"/>
              </a:xfrm>
              <a:custGeom>
                <a:avLst/>
                <a:gdLst>
                  <a:gd name="T0" fmla="*/ 260 w 331"/>
                  <a:gd name="T1" fmla="*/ 206 h 206"/>
                  <a:gd name="T2" fmla="*/ 331 w 331"/>
                  <a:gd name="T3" fmla="*/ 206 h 206"/>
                  <a:gd name="T4" fmla="*/ 331 w 331"/>
                  <a:gd name="T5" fmla="*/ 114 h 206"/>
                  <a:gd name="T6" fmla="*/ 291 w 331"/>
                  <a:gd name="T7" fmla="*/ 114 h 206"/>
                  <a:gd name="T8" fmla="*/ 291 w 331"/>
                  <a:gd name="T9" fmla="*/ 0 h 206"/>
                  <a:gd name="T10" fmla="*/ 260 w 331"/>
                  <a:gd name="T11" fmla="*/ 0 h 206"/>
                  <a:gd name="T12" fmla="*/ 260 w 331"/>
                  <a:gd name="T13" fmla="*/ 144 h 206"/>
                  <a:gd name="T14" fmla="*/ 289 w 331"/>
                  <a:gd name="T15" fmla="*/ 144 h 206"/>
                  <a:gd name="T16" fmla="*/ 289 w 331"/>
                  <a:gd name="T17" fmla="*/ 185 h 206"/>
                  <a:gd name="T18" fmla="*/ 289 w 331"/>
                  <a:gd name="T19" fmla="*/ 185 h 206"/>
                  <a:gd name="T20" fmla="*/ 260 w 331"/>
                  <a:gd name="T21" fmla="*/ 185 h 206"/>
                  <a:gd name="T22" fmla="*/ 260 w 331"/>
                  <a:gd name="T23" fmla="*/ 206 h 206"/>
                  <a:gd name="T24" fmla="*/ 215 w 331"/>
                  <a:gd name="T25" fmla="*/ 0 h 206"/>
                  <a:gd name="T26" fmla="*/ 215 w 331"/>
                  <a:gd name="T27" fmla="*/ 114 h 206"/>
                  <a:gd name="T28" fmla="*/ 166 w 331"/>
                  <a:gd name="T29" fmla="*/ 114 h 206"/>
                  <a:gd name="T30" fmla="*/ 166 w 331"/>
                  <a:gd name="T31" fmla="*/ 144 h 206"/>
                  <a:gd name="T32" fmla="*/ 194 w 331"/>
                  <a:gd name="T33" fmla="*/ 144 h 206"/>
                  <a:gd name="T34" fmla="*/ 194 w 331"/>
                  <a:gd name="T35" fmla="*/ 185 h 206"/>
                  <a:gd name="T36" fmla="*/ 194 w 331"/>
                  <a:gd name="T37" fmla="*/ 185 h 206"/>
                  <a:gd name="T38" fmla="*/ 166 w 331"/>
                  <a:gd name="T39" fmla="*/ 185 h 206"/>
                  <a:gd name="T40" fmla="*/ 166 w 331"/>
                  <a:gd name="T41" fmla="*/ 206 h 206"/>
                  <a:gd name="T42" fmla="*/ 260 w 331"/>
                  <a:gd name="T43" fmla="*/ 206 h 206"/>
                  <a:gd name="T44" fmla="*/ 260 w 331"/>
                  <a:gd name="T45" fmla="*/ 185 h 206"/>
                  <a:gd name="T46" fmla="*/ 232 w 331"/>
                  <a:gd name="T47" fmla="*/ 185 h 206"/>
                  <a:gd name="T48" fmla="*/ 232 w 331"/>
                  <a:gd name="T49" fmla="*/ 144 h 206"/>
                  <a:gd name="T50" fmla="*/ 260 w 331"/>
                  <a:gd name="T51" fmla="*/ 144 h 206"/>
                  <a:gd name="T52" fmla="*/ 260 w 331"/>
                  <a:gd name="T53" fmla="*/ 0 h 206"/>
                  <a:gd name="T54" fmla="*/ 215 w 331"/>
                  <a:gd name="T55" fmla="*/ 0 h 206"/>
                  <a:gd name="T56" fmla="*/ 166 w 331"/>
                  <a:gd name="T57" fmla="*/ 114 h 206"/>
                  <a:gd name="T58" fmla="*/ 71 w 331"/>
                  <a:gd name="T59" fmla="*/ 114 h 206"/>
                  <a:gd name="T60" fmla="*/ 71 w 331"/>
                  <a:gd name="T61" fmla="*/ 144 h 206"/>
                  <a:gd name="T62" fmla="*/ 99 w 331"/>
                  <a:gd name="T63" fmla="*/ 144 h 206"/>
                  <a:gd name="T64" fmla="*/ 99 w 331"/>
                  <a:gd name="T65" fmla="*/ 185 h 206"/>
                  <a:gd name="T66" fmla="*/ 99 w 331"/>
                  <a:gd name="T67" fmla="*/ 185 h 206"/>
                  <a:gd name="T68" fmla="*/ 71 w 331"/>
                  <a:gd name="T69" fmla="*/ 185 h 206"/>
                  <a:gd name="T70" fmla="*/ 71 w 331"/>
                  <a:gd name="T71" fmla="*/ 206 h 206"/>
                  <a:gd name="T72" fmla="*/ 166 w 331"/>
                  <a:gd name="T73" fmla="*/ 206 h 206"/>
                  <a:gd name="T74" fmla="*/ 166 w 331"/>
                  <a:gd name="T75" fmla="*/ 185 h 206"/>
                  <a:gd name="T76" fmla="*/ 137 w 331"/>
                  <a:gd name="T77" fmla="*/ 185 h 206"/>
                  <a:gd name="T78" fmla="*/ 137 w 331"/>
                  <a:gd name="T79" fmla="*/ 144 h 206"/>
                  <a:gd name="T80" fmla="*/ 166 w 331"/>
                  <a:gd name="T81" fmla="*/ 144 h 206"/>
                  <a:gd name="T82" fmla="*/ 166 w 331"/>
                  <a:gd name="T83" fmla="*/ 114 h 206"/>
                  <a:gd name="T84" fmla="*/ 71 w 331"/>
                  <a:gd name="T85" fmla="*/ 114 h 206"/>
                  <a:gd name="T86" fmla="*/ 0 w 331"/>
                  <a:gd name="T87" fmla="*/ 114 h 206"/>
                  <a:gd name="T88" fmla="*/ 0 w 331"/>
                  <a:gd name="T89" fmla="*/ 206 h 206"/>
                  <a:gd name="T90" fmla="*/ 71 w 331"/>
                  <a:gd name="T91" fmla="*/ 206 h 206"/>
                  <a:gd name="T92" fmla="*/ 71 w 331"/>
                  <a:gd name="T93" fmla="*/ 185 h 206"/>
                  <a:gd name="T94" fmla="*/ 43 w 331"/>
                  <a:gd name="T95" fmla="*/ 185 h 206"/>
                  <a:gd name="T96" fmla="*/ 43 w 331"/>
                  <a:gd name="T97" fmla="*/ 144 h 206"/>
                  <a:gd name="T98" fmla="*/ 71 w 331"/>
                  <a:gd name="T99" fmla="*/ 144 h 206"/>
                  <a:gd name="T100" fmla="*/ 71 w 331"/>
                  <a:gd name="T101" fmla="*/ 114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31" h="206">
                    <a:moveTo>
                      <a:pt x="260" y="206"/>
                    </a:moveTo>
                    <a:lnTo>
                      <a:pt x="331" y="206"/>
                    </a:lnTo>
                    <a:lnTo>
                      <a:pt x="331" y="114"/>
                    </a:lnTo>
                    <a:lnTo>
                      <a:pt x="291" y="114"/>
                    </a:lnTo>
                    <a:lnTo>
                      <a:pt x="291" y="0"/>
                    </a:lnTo>
                    <a:lnTo>
                      <a:pt x="260" y="0"/>
                    </a:lnTo>
                    <a:lnTo>
                      <a:pt x="260" y="144"/>
                    </a:lnTo>
                    <a:lnTo>
                      <a:pt x="289" y="144"/>
                    </a:lnTo>
                    <a:lnTo>
                      <a:pt x="289" y="185"/>
                    </a:lnTo>
                    <a:lnTo>
                      <a:pt x="289" y="185"/>
                    </a:lnTo>
                    <a:lnTo>
                      <a:pt x="260" y="185"/>
                    </a:lnTo>
                    <a:lnTo>
                      <a:pt x="260" y="206"/>
                    </a:lnTo>
                    <a:close/>
                    <a:moveTo>
                      <a:pt x="215" y="0"/>
                    </a:moveTo>
                    <a:lnTo>
                      <a:pt x="215" y="114"/>
                    </a:lnTo>
                    <a:lnTo>
                      <a:pt x="166" y="114"/>
                    </a:lnTo>
                    <a:lnTo>
                      <a:pt x="166" y="144"/>
                    </a:lnTo>
                    <a:lnTo>
                      <a:pt x="194" y="144"/>
                    </a:lnTo>
                    <a:lnTo>
                      <a:pt x="194" y="185"/>
                    </a:lnTo>
                    <a:lnTo>
                      <a:pt x="194" y="185"/>
                    </a:lnTo>
                    <a:lnTo>
                      <a:pt x="166" y="185"/>
                    </a:lnTo>
                    <a:lnTo>
                      <a:pt x="166" y="206"/>
                    </a:lnTo>
                    <a:lnTo>
                      <a:pt x="260" y="206"/>
                    </a:lnTo>
                    <a:lnTo>
                      <a:pt x="260" y="185"/>
                    </a:lnTo>
                    <a:lnTo>
                      <a:pt x="232" y="185"/>
                    </a:lnTo>
                    <a:lnTo>
                      <a:pt x="232" y="144"/>
                    </a:lnTo>
                    <a:lnTo>
                      <a:pt x="260" y="144"/>
                    </a:lnTo>
                    <a:lnTo>
                      <a:pt x="260" y="0"/>
                    </a:lnTo>
                    <a:lnTo>
                      <a:pt x="215" y="0"/>
                    </a:lnTo>
                    <a:close/>
                    <a:moveTo>
                      <a:pt x="166" y="114"/>
                    </a:moveTo>
                    <a:lnTo>
                      <a:pt x="71" y="114"/>
                    </a:lnTo>
                    <a:lnTo>
                      <a:pt x="71" y="144"/>
                    </a:lnTo>
                    <a:lnTo>
                      <a:pt x="99" y="144"/>
                    </a:lnTo>
                    <a:lnTo>
                      <a:pt x="99" y="185"/>
                    </a:lnTo>
                    <a:lnTo>
                      <a:pt x="99" y="185"/>
                    </a:lnTo>
                    <a:lnTo>
                      <a:pt x="71" y="185"/>
                    </a:lnTo>
                    <a:lnTo>
                      <a:pt x="71" y="206"/>
                    </a:lnTo>
                    <a:lnTo>
                      <a:pt x="166" y="206"/>
                    </a:lnTo>
                    <a:lnTo>
                      <a:pt x="166" y="185"/>
                    </a:lnTo>
                    <a:lnTo>
                      <a:pt x="137" y="185"/>
                    </a:lnTo>
                    <a:lnTo>
                      <a:pt x="137" y="144"/>
                    </a:lnTo>
                    <a:lnTo>
                      <a:pt x="166" y="144"/>
                    </a:lnTo>
                    <a:lnTo>
                      <a:pt x="166" y="114"/>
                    </a:lnTo>
                    <a:close/>
                    <a:moveTo>
                      <a:pt x="71" y="114"/>
                    </a:moveTo>
                    <a:lnTo>
                      <a:pt x="0" y="114"/>
                    </a:lnTo>
                    <a:lnTo>
                      <a:pt x="0" y="206"/>
                    </a:lnTo>
                    <a:lnTo>
                      <a:pt x="71" y="206"/>
                    </a:lnTo>
                    <a:lnTo>
                      <a:pt x="71" y="185"/>
                    </a:lnTo>
                    <a:lnTo>
                      <a:pt x="43" y="185"/>
                    </a:lnTo>
                    <a:lnTo>
                      <a:pt x="43" y="144"/>
                    </a:lnTo>
                    <a:lnTo>
                      <a:pt x="71" y="144"/>
                    </a:lnTo>
                    <a:lnTo>
                      <a:pt x="71" y="1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2" name="Freeform 160"/>
              <p:cNvSpPr/>
              <p:nvPr/>
            </p:nvSpPr>
            <p:spPr bwMode="auto">
              <a:xfrm>
                <a:off x="-3311525" y="8193088"/>
                <a:ext cx="709613" cy="228600"/>
              </a:xfrm>
              <a:custGeom>
                <a:avLst/>
                <a:gdLst>
                  <a:gd name="T0" fmla="*/ 431 w 447"/>
                  <a:gd name="T1" fmla="*/ 144 h 144"/>
                  <a:gd name="T2" fmla="*/ 447 w 447"/>
                  <a:gd name="T3" fmla="*/ 0 h 144"/>
                  <a:gd name="T4" fmla="*/ 0 w 447"/>
                  <a:gd name="T5" fmla="*/ 0 h 144"/>
                  <a:gd name="T6" fmla="*/ 50 w 447"/>
                  <a:gd name="T7" fmla="*/ 144 h 144"/>
                  <a:gd name="T8" fmla="*/ 431 w 447"/>
                  <a:gd name="T9" fmla="*/ 144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7" h="144">
                    <a:moveTo>
                      <a:pt x="431" y="144"/>
                    </a:moveTo>
                    <a:lnTo>
                      <a:pt x="447" y="0"/>
                    </a:lnTo>
                    <a:lnTo>
                      <a:pt x="0" y="0"/>
                    </a:lnTo>
                    <a:lnTo>
                      <a:pt x="50" y="144"/>
                    </a:lnTo>
                    <a:lnTo>
                      <a:pt x="431" y="1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3" name="Oval 161"/>
              <p:cNvSpPr>
                <a:spLocks noChangeArrowheads="1"/>
              </p:cNvSpPr>
              <p:nvPr/>
            </p:nvSpPr>
            <p:spPr bwMode="auto">
              <a:xfrm>
                <a:off x="-4468813" y="1171575"/>
                <a:ext cx="153988" cy="153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4" name="Freeform 162"/>
              <p:cNvSpPr/>
              <p:nvPr/>
            </p:nvSpPr>
            <p:spPr bwMode="auto">
              <a:xfrm>
                <a:off x="-4867275" y="1314450"/>
                <a:ext cx="725488" cy="561975"/>
              </a:xfrm>
              <a:custGeom>
                <a:avLst/>
                <a:gdLst>
                  <a:gd name="T0" fmla="*/ 367 w 457"/>
                  <a:gd name="T1" fmla="*/ 73 h 354"/>
                  <a:gd name="T2" fmla="*/ 315 w 457"/>
                  <a:gd name="T3" fmla="*/ 33 h 354"/>
                  <a:gd name="T4" fmla="*/ 230 w 457"/>
                  <a:gd name="T5" fmla="*/ 0 h 354"/>
                  <a:gd name="T6" fmla="*/ 126 w 457"/>
                  <a:gd name="T7" fmla="*/ 0 h 354"/>
                  <a:gd name="T8" fmla="*/ 74 w 457"/>
                  <a:gd name="T9" fmla="*/ 113 h 354"/>
                  <a:gd name="T10" fmla="*/ 62 w 457"/>
                  <a:gd name="T11" fmla="*/ 108 h 354"/>
                  <a:gd name="T12" fmla="*/ 55 w 457"/>
                  <a:gd name="T13" fmla="*/ 120 h 354"/>
                  <a:gd name="T14" fmla="*/ 55 w 457"/>
                  <a:gd name="T15" fmla="*/ 125 h 354"/>
                  <a:gd name="T16" fmla="*/ 52 w 457"/>
                  <a:gd name="T17" fmla="*/ 130 h 354"/>
                  <a:gd name="T18" fmla="*/ 36 w 457"/>
                  <a:gd name="T19" fmla="*/ 125 h 354"/>
                  <a:gd name="T20" fmla="*/ 0 w 457"/>
                  <a:gd name="T21" fmla="*/ 210 h 354"/>
                  <a:gd name="T22" fmla="*/ 83 w 457"/>
                  <a:gd name="T23" fmla="*/ 246 h 354"/>
                  <a:gd name="T24" fmla="*/ 90 w 457"/>
                  <a:gd name="T25" fmla="*/ 250 h 354"/>
                  <a:gd name="T26" fmla="*/ 93 w 457"/>
                  <a:gd name="T27" fmla="*/ 246 h 354"/>
                  <a:gd name="T28" fmla="*/ 128 w 457"/>
                  <a:gd name="T29" fmla="*/ 163 h 354"/>
                  <a:gd name="T30" fmla="*/ 112 w 457"/>
                  <a:gd name="T31" fmla="*/ 156 h 354"/>
                  <a:gd name="T32" fmla="*/ 114 w 457"/>
                  <a:gd name="T33" fmla="*/ 151 h 354"/>
                  <a:gd name="T34" fmla="*/ 116 w 457"/>
                  <a:gd name="T35" fmla="*/ 146 h 354"/>
                  <a:gd name="T36" fmla="*/ 121 w 457"/>
                  <a:gd name="T37" fmla="*/ 134 h 354"/>
                  <a:gd name="T38" fmla="*/ 107 w 457"/>
                  <a:gd name="T39" fmla="*/ 127 h 354"/>
                  <a:gd name="T40" fmla="*/ 147 w 457"/>
                  <a:gd name="T41" fmla="*/ 35 h 354"/>
                  <a:gd name="T42" fmla="*/ 218 w 457"/>
                  <a:gd name="T43" fmla="*/ 35 h 354"/>
                  <a:gd name="T44" fmla="*/ 171 w 457"/>
                  <a:gd name="T45" fmla="*/ 168 h 354"/>
                  <a:gd name="T46" fmla="*/ 159 w 457"/>
                  <a:gd name="T47" fmla="*/ 241 h 354"/>
                  <a:gd name="T48" fmla="*/ 138 w 457"/>
                  <a:gd name="T49" fmla="*/ 243 h 354"/>
                  <a:gd name="T50" fmla="*/ 128 w 457"/>
                  <a:gd name="T51" fmla="*/ 265 h 354"/>
                  <a:gd name="T52" fmla="*/ 123 w 457"/>
                  <a:gd name="T53" fmla="*/ 274 h 354"/>
                  <a:gd name="T54" fmla="*/ 114 w 457"/>
                  <a:gd name="T55" fmla="*/ 269 h 354"/>
                  <a:gd name="T56" fmla="*/ 62 w 457"/>
                  <a:gd name="T57" fmla="*/ 248 h 354"/>
                  <a:gd name="T58" fmla="*/ 52 w 457"/>
                  <a:gd name="T59" fmla="*/ 248 h 354"/>
                  <a:gd name="T60" fmla="*/ 57 w 457"/>
                  <a:gd name="T61" fmla="*/ 295 h 354"/>
                  <a:gd name="T62" fmla="*/ 199 w 457"/>
                  <a:gd name="T63" fmla="*/ 286 h 354"/>
                  <a:gd name="T64" fmla="*/ 213 w 457"/>
                  <a:gd name="T65" fmla="*/ 198 h 354"/>
                  <a:gd name="T66" fmla="*/ 218 w 457"/>
                  <a:gd name="T67" fmla="*/ 201 h 354"/>
                  <a:gd name="T68" fmla="*/ 272 w 457"/>
                  <a:gd name="T69" fmla="*/ 243 h 354"/>
                  <a:gd name="T70" fmla="*/ 280 w 457"/>
                  <a:gd name="T71" fmla="*/ 354 h 354"/>
                  <a:gd name="T72" fmla="*/ 327 w 457"/>
                  <a:gd name="T73" fmla="*/ 352 h 354"/>
                  <a:gd name="T74" fmla="*/ 320 w 457"/>
                  <a:gd name="T75" fmla="*/ 217 h 354"/>
                  <a:gd name="T76" fmla="*/ 251 w 457"/>
                  <a:gd name="T77" fmla="*/ 168 h 354"/>
                  <a:gd name="T78" fmla="*/ 301 w 457"/>
                  <a:gd name="T79" fmla="*/ 66 h 354"/>
                  <a:gd name="T80" fmla="*/ 367 w 457"/>
                  <a:gd name="T81" fmla="*/ 118 h 354"/>
                  <a:gd name="T82" fmla="*/ 457 w 457"/>
                  <a:gd name="T83" fmla="*/ 42 h 354"/>
                  <a:gd name="T84" fmla="*/ 433 w 457"/>
                  <a:gd name="T85" fmla="*/ 14 h 354"/>
                  <a:gd name="T86" fmla="*/ 367 w 457"/>
                  <a:gd name="T87" fmla="*/ 73 h 3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457" h="354">
                    <a:moveTo>
                      <a:pt x="367" y="73"/>
                    </a:moveTo>
                    <a:lnTo>
                      <a:pt x="315" y="33"/>
                    </a:lnTo>
                    <a:lnTo>
                      <a:pt x="230" y="0"/>
                    </a:lnTo>
                    <a:lnTo>
                      <a:pt x="126" y="0"/>
                    </a:lnTo>
                    <a:lnTo>
                      <a:pt x="74" y="113"/>
                    </a:lnTo>
                    <a:lnTo>
                      <a:pt x="62" y="108"/>
                    </a:lnTo>
                    <a:lnTo>
                      <a:pt x="55" y="120"/>
                    </a:lnTo>
                    <a:lnTo>
                      <a:pt x="55" y="125"/>
                    </a:lnTo>
                    <a:lnTo>
                      <a:pt x="52" y="130"/>
                    </a:lnTo>
                    <a:lnTo>
                      <a:pt x="36" y="125"/>
                    </a:lnTo>
                    <a:lnTo>
                      <a:pt x="0" y="210"/>
                    </a:lnTo>
                    <a:lnTo>
                      <a:pt x="83" y="246"/>
                    </a:lnTo>
                    <a:lnTo>
                      <a:pt x="90" y="250"/>
                    </a:lnTo>
                    <a:lnTo>
                      <a:pt x="93" y="246"/>
                    </a:lnTo>
                    <a:lnTo>
                      <a:pt x="128" y="163"/>
                    </a:lnTo>
                    <a:lnTo>
                      <a:pt x="112" y="156"/>
                    </a:lnTo>
                    <a:lnTo>
                      <a:pt x="114" y="151"/>
                    </a:lnTo>
                    <a:lnTo>
                      <a:pt x="116" y="146"/>
                    </a:lnTo>
                    <a:lnTo>
                      <a:pt x="121" y="134"/>
                    </a:lnTo>
                    <a:lnTo>
                      <a:pt x="107" y="127"/>
                    </a:lnTo>
                    <a:lnTo>
                      <a:pt x="147" y="35"/>
                    </a:lnTo>
                    <a:lnTo>
                      <a:pt x="218" y="35"/>
                    </a:lnTo>
                    <a:lnTo>
                      <a:pt x="171" y="168"/>
                    </a:lnTo>
                    <a:lnTo>
                      <a:pt x="159" y="241"/>
                    </a:lnTo>
                    <a:lnTo>
                      <a:pt x="138" y="243"/>
                    </a:lnTo>
                    <a:lnTo>
                      <a:pt x="128" y="265"/>
                    </a:lnTo>
                    <a:lnTo>
                      <a:pt x="123" y="274"/>
                    </a:lnTo>
                    <a:lnTo>
                      <a:pt x="114" y="269"/>
                    </a:lnTo>
                    <a:lnTo>
                      <a:pt x="62" y="248"/>
                    </a:lnTo>
                    <a:lnTo>
                      <a:pt x="52" y="248"/>
                    </a:lnTo>
                    <a:lnTo>
                      <a:pt x="57" y="295"/>
                    </a:lnTo>
                    <a:lnTo>
                      <a:pt x="199" y="286"/>
                    </a:lnTo>
                    <a:lnTo>
                      <a:pt x="213" y="198"/>
                    </a:lnTo>
                    <a:lnTo>
                      <a:pt x="218" y="201"/>
                    </a:lnTo>
                    <a:lnTo>
                      <a:pt x="272" y="243"/>
                    </a:lnTo>
                    <a:lnTo>
                      <a:pt x="280" y="354"/>
                    </a:lnTo>
                    <a:lnTo>
                      <a:pt x="327" y="352"/>
                    </a:lnTo>
                    <a:lnTo>
                      <a:pt x="320" y="217"/>
                    </a:lnTo>
                    <a:lnTo>
                      <a:pt x="251" y="168"/>
                    </a:lnTo>
                    <a:lnTo>
                      <a:pt x="301" y="66"/>
                    </a:lnTo>
                    <a:lnTo>
                      <a:pt x="367" y="118"/>
                    </a:lnTo>
                    <a:lnTo>
                      <a:pt x="457" y="42"/>
                    </a:lnTo>
                    <a:lnTo>
                      <a:pt x="433" y="14"/>
                    </a:lnTo>
                    <a:lnTo>
                      <a:pt x="367" y="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5" name="Freeform 163"/>
              <p:cNvSpPr/>
              <p:nvPr/>
            </p:nvSpPr>
            <p:spPr bwMode="auto">
              <a:xfrm>
                <a:off x="-4911725" y="1493837"/>
                <a:ext cx="82550" cy="146050"/>
              </a:xfrm>
              <a:custGeom>
                <a:avLst/>
                <a:gdLst>
                  <a:gd name="T0" fmla="*/ 0 w 52"/>
                  <a:gd name="T1" fmla="*/ 88 h 92"/>
                  <a:gd name="T2" fmla="*/ 38 w 52"/>
                  <a:gd name="T3" fmla="*/ 0 h 92"/>
                  <a:gd name="T4" fmla="*/ 52 w 52"/>
                  <a:gd name="T5" fmla="*/ 7 h 92"/>
                  <a:gd name="T6" fmla="*/ 16 w 52"/>
                  <a:gd name="T7" fmla="*/ 92 h 92"/>
                  <a:gd name="T8" fmla="*/ 0 w 52"/>
                  <a:gd name="T9" fmla="*/ 8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2" h="92">
                    <a:moveTo>
                      <a:pt x="0" y="88"/>
                    </a:moveTo>
                    <a:lnTo>
                      <a:pt x="38" y="0"/>
                    </a:lnTo>
                    <a:lnTo>
                      <a:pt x="52" y="7"/>
                    </a:lnTo>
                    <a:lnTo>
                      <a:pt x="16" y="92"/>
                    </a:lnTo>
                    <a:lnTo>
                      <a:pt x="0" y="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6" name="Freeform 164"/>
              <p:cNvSpPr/>
              <p:nvPr/>
            </p:nvSpPr>
            <p:spPr bwMode="auto">
              <a:xfrm>
                <a:off x="-4705350" y="1581150"/>
                <a:ext cx="82550" cy="146050"/>
              </a:xfrm>
              <a:custGeom>
                <a:avLst/>
                <a:gdLst>
                  <a:gd name="T0" fmla="*/ 24 w 52"/>
                  <a:gd name="T1" fmla="*/ 75 h 92"/>
                  <a:gd name="T2" fmla="*/ 52 w 52"/>
                  <a:gd name="T3" fmla="*/ 7 h 92"/>
                  <a:gd name="T4" fmla="*/ 38 w 52"/>
                  <a:gd name="T5" fmla="*/ 0 h 92"/>
                  <a:gd name="T6" fmla="*/ 5 w 52"/>
                  <a:gd name="T7" fmla="*/ 78 h 92"/>
                  <a:gd name="T8" fmla="*/ 0 w 52"/>
                  <a:gd name="T9" fmla="*/ 87 h 92"/>
                  <a:gd name="T10" fmla="*/ 17 w 52"/>
                  <a:gd name="T11" fmla="*/ 92 h 92"/>
                  <a:gd name="T12" fmla="*/ 24 w 52"/>
                  <a:gd name="T13" fmla="*/ 7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92">
                    <a:moveTo>
                      <a:pt x="24" y="75"/>
                    </a:moveTo>
                    <a:lnTo>
                      <a:pt x="52" y="7"/>
                    </a:lnTo>
                    <a:lnTo>
                      <a:pt x="38" y="0"/>
                    </a:lnTo>
                    <a:lnTo>
                      <a:pt x="5" y="78"/>
                    </a:lnTo>
                    <a:lnTo>
                      <a:pt x="0" y="87"/>
                    </a:lnTo>
                    <a:lnTo>
                      <a:pt x="17" y="92"/>
                    </a:lnTo>
                    <a:lnTo>
                      <a:pt x="24" y="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7" name="Freeform 165"/>
              <p:cNvSpPr>
                <a:spLocks noEditPoints="1"/>
              </p:cNvSpPr>
              <p:nvPr/>
            </p:nvSpPr>
            <p:spPr bwMode="auto">
              <a:xfrm>
                <a:off x="-5821363" y="4024312"/>
                <a:ext cx="368300" cy="585788"/>
              </a:xfrm>
              <a:custGeom>
                <a:avLst/>
                <a:gdLst>
                  <a:gd name="T0" fmla="*/ 232 w 232"/>
                  <a:gd name="T1" fmla="*/ 369 h 369"/>
                  <a:gd name="T2" fmla="*/ 206 w 232"/>
                  <a:gd name="T3" fmla="*/ 7 h 369"/>
                  <a:gd name="T4" fmla="*/ 185 w 232"/>
                  <a:gd name="T5" fmla="*/ 0 h 369"/>
                  <a:gd name="T6" fmla="*/ 206 w 232"/>
                  <a:gd name="T7" fmla="*/ 29 h 369"/>
                  <a:gd name="T8" fmla="*/ 206 w 232"/>
                  <a:gd name="T9" fmla="*/ 239 h 369"/>
                  <a:gd name="T10" fmla="*/ 185 w 232"/>
                  <a:gd name="T11" fmla="*/ 265 h 369"/>
                  <a:gd name="T12" fmla="*/ 206 w 232"/>
                  <a:gd name="T13" fmla="*/ 296 h 369"/>
                  <a:gd name="T14" fmla="*/ 185 w 232"/>
                  <a:gd name="T15" fmla="*/ 296 h 369"/>
                  <a:gd name="T16" fmla="*/ 206 w 232"/>
                  <a:gd name="T17" fmla="*/ 317 h 369"/>
                  <a:gd name="T18" fmla="*/ 206 w 232"/>
                  <a:gd name="T19" fmla="*/ 346 h 369"/>
                  <a:gd name="T20" fmla="*/ 185 w 232"/>
                  <a:gd name="T21" fmla="*/ 369 h 369"/>
                  <a:gd name="T22" fmla="*/ 161 w 232"/>
                  <a:gd name="T23" fmla="*/ 7 h 369"/>
                  <a:gd name="T24" fmla="*/ 116 w 232"/>
                  <a:gd name="T25" fmla="*/ 29 h 369"/>
                  <a:gd name="T26" fmla="*/ 185 w 232"/>
                  <a:gd name="T27" fmla="*/ 0 h 369"/>
                  <a:gd name="T28" fmla="*/ 161 w 232"/>
                  <a:gd name="T29" fmla="*/ 0 h 369"/>
                  <a:gd name="T30" fmla="*/ 185 w 232"/>
                  <a:gd name="T31" fmla="*/ 369 h 369"/>
                  <a:gd name="T32" fmla="*/ 161 w 232"/>
                  <a:gd name="T33" fmla="*/ 346 h 369"/>
                  <a:gd name="T34" fmla="*/ 185 w 232"/>
                  <a:gd name="T35" fmla="*/ 317 h 369"/>
                  <a:gd name="T36" fmla="*/ 161 w 232"/>
                  <a:gd name="T37" fmla="*/ 296 h 369"/>
                  <a:gd name="T38" fmla="*/ 185 w 232"/>
                  <a:gd name="T39" fmla="*/ 265 h 369"/>
                  <a:gd name="T40" fmla="*/ 116 w 232"/>
                  <a:gd name="T41" fmla="*/ 239 h 369"/>
                  <a:gd name="T42" fmla="*/ 138 w 232"/>
                  <a:gd name="T43" fmla="*/ 265 h 369"/>
                  <a:gd name="T44" fmla="*/ 138 w 232"/>
                  <a:gd name="T45" fmla="*/ 296 h 369"/>
                  <a:gd name="T46" fmla="*/ 116 w 232"/>
                  <a:gd name="T47" fmla="*/ 317 h 369"/>
                  <a:gd name="T48" fmla="*/ 138 w 232"/>
                  <a:gd name="T49" fmla="*/ 346 h 369"/>
                  <a:gd name="T50" fmla="*/ 116 w 232"/>
                  <a:gd name="T51" fmla="*/ 346 h 369"/>
                  <a:gd name="T52" fmla="*/ 116 w 232"/>
                  <a:gd name="T53" fmla="*/ 7 h 369"/>
                  <a:gd name="T54" fmla="*/ 48 w 232"/>
                  <a:gd name="T55" fmla="*/ 29 h 369"/>
                  <a:gd name="T56" fmla="*/ 116 w 232"/>
                  <a:gd name="T57" fmla="*/ 7 h 369"/>
                  <a:gd name="T58" fmla="*/ 48 w 232"/>
                  <a:gd name="T59" fmla="*/ 369 h 369"/>
                  <a:gd name="T60" fmla="*/ 116 w 232"/>
                  <a:gd name="T61" fmla="*/ 346 h 369"/>
                  <a:gd name="T62" fmla="*/ 93 w 232"/>
                  <a:gd name="T63" fmla="*/ 317 h 369"/>
                  <a:gd name="T64" fmla="*/ 116 w 232"/>
                  <a:gd name="T65" fmla="*/ 296 h 369"/>
                  <a:gd name="T66" fmla="*/ 93 w 232"/>
                  <a:gd name="T67" fmla="*/ 265 h 369"/>
                  <a:gd name="T68" fmla="*/ 116 w 232"/>
                  <a:gd name="T69" fmla="*/ 239 h 369"/>
                  <a:gd name="T70" fmla="*/ 48 w 232"/>
                  <a:gd name="T71" fmla="*/ 265 h 369"/>
                  <a:gd name="T72" fmla="*/ 69 w 232"/>
                  <a:gd name="T73" fmla="*/ 296 h 369"/>
                  <a:gd name="T74" fmla="*/ 48 w 232"/>
                  <a:gd name="T75" fmla="*/ 296 h 369"/>
                  <a:gd name="T76" fmla="*/ 69 w 232"/>
                  <a:gd name="T77" fmla="*/ 317 h 369"/>
                  <a:gd name="T78" fmla="*/ 69 w 232"/>
                  <a:gd name="T79" fmla="*/ 346 h 369"/>
                  <a:gd name="T80" fmla="*/ 48 w 232"/>
                  <a:gd name="T81" fmla="*/ 369 h 369"/>
                  <a:gd name="T82" fmla="*/ 0 w 232"/>
                  <a:gd name="T83" fmla="*/ 7 h 369"/>
                  <a:gd name="T84" fmla="*/ 48 w 232"/>
                  <a:gd name="T85" fmla="*/ 369 h 369"/>
                  <a:gd name="T86" fmla="*/ 26 w 232"/>
                  <a:gd name="T87" fmla="*/ 346 h 369"/>
                  <a:gd name="T88" fmla="*/ 48 w 232"/>
                  <a:gd name="T89" fmla="*/ 317 h 369"/>
                  <a:gd name="T90" fmla="*/ 26 w 232"/>
                  <a:gd name="T91" fmla="*/ 296 h 369"/>
                  <a:gd name="T92" fmla="*/ 48 w 232"/>
                  <a:gd name="T93" fmla="*/ 265 h 369"/>
                  <a:gd name="T94" fmla="*/ 26 w 232"/>
                  <a:gd name="T95" fmla="*/ 239 h 369"/>
                  <a:gd name="T96" fmla="*/ 48 w 232"/>
                  <a:gd name="T97" fmla="*/ 29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32" h="369">
                    <a:moveTo>
                      <a:pt x="185" y="369"/>
                    </a:moveTo>
                    <a:lnTo>
                      <a:pt x="232" y="369"/>
                    </a:lnTo>
                    <a:lnTo>
                      <a:pt x="232" y="7"/>
                    </a:lnTo>
                    <a:lnTo>
                      <a:pt x="206" y="7"/>
                    </a:lnTo>
                    <a:lnTo>
                      <a:pt x="206" y="0"/>
                    </a:lnTo>
                    <a:lnTo>
                      <a:pt x="185" y="0"/>
                    </a:lnTo>
                    <a:lnTo>
                      <a:pt x="185" y="29"/>
                    </a:lnTo>
                    <a:lnTo>
                      <a:pt x="206" y="29"/>
                    </a:lnTo>
                    <a:lnTo>
                      <a:pt x="206" y="239"/>
                    </a:lnTo>
                    <a:lnTo>
                      <a:pt x="206" y="239"/>
                    </a:lnTo>
                    <a:lnTo>
                      <a:pt x="185" y="239"/>
                    </a:lnTo>
                    <a:lnTo>
                      <a:pt x="185" y="265"/>
                    </a:lnTo>
                    <a:lnTo>
                      <a:pt x="206" y="265"/>
                    </a:lnTo>
                    <a:lnTo>
                      <a:pt x="206" y="296"/>
                    </a:lnTo>
                    <a:lnTo>
                      <a:pt x="206" y="296"/>
                    </a:lnTo>
                    <a:lnTo>
                      <a:pt x="185" y="296"/>
                    </a:lnTo>
                    <a:lnTo>
                      <a:pt x="185" y="317"/>
                    </a:lnTo>
                    <a:lnTo>
                      <a:pt x="206" y="317"/>
                    </a:lnTo>
                    <a:lnTo>
                      <a:pt x="206" y="346"/>
                    </a:lnTo>
                    <a:lnTo>
                      <a:pt x="206" y="346"/>
                    </a:lnTo>
                    <a:lnTo>
                      <a:pt x="185" y="346"/>
                    </a:lnTo>
                    <a:lnTo>
                      <a:pt x="185" y="369"/>
                    </a:lnTo>
                    <a:close/>
                    <a:moveTo>
                      <a:pt x="161" y="0"/>
                    </a:moveTo>
                    <a:lnTo>
                      <a:pt x="161" y="7"/>
                    </a:lnTo>
                    <a:lnTo>
                      <a:pt x="116" y="7"/>
                    </a:lnTo>
                    <a:lnTo>
                      <a:pt x="116" y="29"/>
                    </a:lnTo>
                    <a:lnTo>
                      <a:pt x="185" y="29"/>
                    </a:lnTo>
                    <a:lnTo>
                      <a:pt x="185" y="0"/>
                    </a:lnTo>
                    <a:lnTo>
                      <a:pt x="161" y="0"/>
                    </a:lnTo>
                    <a:lnTo>
                      <a:pt x="161" y="0"/>
                    </a:lnTo>
                    <a:close/>
                    <a:moveTo>
                      <a:pt x="116" y="369"/>
                    </a:moveTo>
                    <a:lnTo>
                      <a:pt x="185" y="369"/>
                    </a:lnTo>
                    <a:lnTo>
                      <a:pt x="185" y="346"/>
                    </a:lnTo>
                    <a:lnTo>
                      <a:pt x="161" y="346"/>
                    </a:lnTo>
                    <a:lnTo>
                      <a:pt x="161" y="317"/>
                    </a:lnTo>
                    <a:lnTo>
                      <a:pt x="185" y="317"/>
                    </a:lnTo>
                    <a:lnTo>
                      <a:pt x="185" y="296"/>
                    </a:lnTo>
                    <a:lnTo>
                      <a:pt x="161" y="296"/>
                    </a:lnTo>
                    <a:lnTo>
                      <a:pt x="161" y="265"/>
                    </a:lnTo>
                    <a:lnTo>
                      <a:pt x="185" y="265"/>
                    </a:lnTo>
                    <a:lnTo>
                      <a:pt x="185" y="239"/>
                    </a:lnTo>
                    <a:lnTo>
                      <a:pt x="116" y="239"/>
                    </a:lnTo>
                    <a:lnTo>
                      <a:pt x="116" y="265"/>
                    </a:lnTo>
                    <a:lnTo>
                      <a:pt x="138" y="265"/>
                    </a:lnTo>
                    <a:lnTo>
                      <a:pt x="138" y="296"/>
                    </a:lnTo>
                    <a:lnTo>
                      <a:pt x="138" y="296"/>
                    </a:lnTo>
                    <a:lnTo>
                      <a:pt x="116" y="296"/>
                    </a:lnTo>
                    <a:lnTo>
                      <a:pt x="116" y="317"/>
                    </a:lnTo>
                    <a:lnTo>
                      <a:pt x="138" y="317"/>
                    </a:lnTo>
                    <a:lnTo>
                      <a:pt x="138" y="346"/>
                    </a:lnTo>
                    <a:lnTo>
                      <a:pt x="138" y="346"/>
                    </a:lnTo>
                    <a:lnTo>
                      <a:pt x="116" y="346"/>
                    </a:lnTo>
                    <a:lnTo>
                      <a:pt x="116" y="369"/>
                    </a:lnTo>
                    <a:close/>
                    <a:moveTo>
                      <a:pt x="116" y="7"/>
                    </a:moveTo>
                    <a:lnTo>
                      <a:pt x="48" y="7"/>
                    </a:lnTo>
                    <a:lnTo>
                      <a:pt x="48" y="29"/>
                    </a:lnTo>
                    <a:lnTo>
                      <a:pt x="116" y="29"/>
                    </a:lnTo>
                    <a:lnTo>
                      <a:pt x="116" y="7"/>
                    </a:lnTo>
                    <a:lnTo>
                      <a:pt x="116" y="7"/>
                    </a:lnTo>
                    <a:close/>
                    <a:moveTo>
                      <a:pt x="48" y="369"/>
                    </a:moveTo>
                    <a:lnTo>
                      <a:pt x="116" y="369"/>
                    </a:lnTo>
                    <a:lnTo>
                      <a:pt x="116" y="346"/>
                    </a:lnTo>
                    <a:lnTo>
                      <a:pt x="93" y="346"/>
                    </a:lnTo>
                    <a:lnTo>
                      <a:pt x="93" y="317"/>
                    </a:lnTo>
                    <a:lnTo>
                      <a:pt x="116" y="317"/>
                    </a:lnTo>
                    <a:lnTo>
                      <a:pt x="116" y="296"/>
                    </a:lnTo>
                    <a:lnTo>
                      <a:pt x="93" y="296"/>
                    </a:lnTo>
                    <a:lnTo>
                      <a:pt x="93" y="265"/>
                    </a:lnTo>
                    <a:lnTo>
                      <a:pt x="116" y="265"/>
                    </a:lnTo>
                    <a:lnTo>
                      <a:pt x="116" y="239"/>
                    </a:lnTo>
                    <a:lnTo>
                      <a:pt x="48" y="239"/>
                    </a:lnTo>
                    <a:lnTo>
                      <a:pt x="48" y="265"/>
                    </a:lnTo>
                    <a:lnTo>
                      <a:pt x="69" y="265"/>
                    </a:lnTo>
                    <a:lnTo>
                      <a:pt x="69" y="296"/>
                    </a:lnTo>
                    <a:lnTo>
                      <a:pt x="69" y="296"/>
                    </a:lnTo>
                    <a:lnTo>
                      <a:pt x="48" y="296"/>
                    </a:lnTo>
                    <a:lnTo>
                      <a:pt x="48" y="317"/>
                    </a:lnTo>
                    <a:lnTo>
                      <a:pt x="69" y="317"/>
                    </a:lnTo>
                    <a:lnTo>
                      <a:pt x="69" y="346"/>
                    </a:lnTo>
                    <a:lnTo>
                      <a:pt x="69" y="346"/>
                    </a:lnTo>
                    <a:lnTo>
                      <a:pt x="48" y="346"/>
                    </a:lnTo>
                    <a:lnTo>
                      <a:pt x="48" y="369"/>
                    </a:lnTo>
                    <a:close/>
                    <a:moveTo>
                      <a:pt x="48" y="7"/>
                    </a:moveTo>
                    <a:lnTo>
                      <a:pt x="0" y="7"/>
                    </a:lnTo>
                    <a:lnTo>
                      <a:pt x="0" y="369"/>
                    </a:lnTo>
                    <a:lnTo>
                      <a:pt x="48" y="369"/>
                    </a:lnTo>
                    <a:lnTo>
                      <a:pt x="48" y="346"/>
                    </a:lnTo>
                    <a:lnTo>
                      <a:pt x="26" y="346"/>
                    </a:lnTo>
                    <a:lnTo>
                      <a:pt x="26" y="317"/>
                    </a:lnTo>
                    <a:lnTo>
                      <a:pt x="48" y="317"/>
                    </a:lnTo>
                    <a:lnTo>
                      <a:pt x="48" y="296"/>
                    </a:lnTo>
                    <a:lnTo>
                      <a:pt x="26" y="296"/>
                    </a:lnTo>
                    <a:lnTo>
                      <a:pt x="26" y="265"/>
                    </a:lnTo>
                    <a:lnTo>
                      <a:pt x="48" y="265"/>
                    </a:lnTo>
                    <a:lnTo>
                      <a:pt x="48" y="239"/>
                    </a:lnTo>
                    <a:lnTo>
                      <a:pt x="26" y="239"/>
                    </a:lnTo>
                    <a:lnTo>
                      <a:pt x="26" y="29"/>
                    </a:lnTo>
                    <a:lnTo>
                      <a:pt x="48" y="29"/>
                    </a:lnTo>
                    <a:lnTo>
                      <a:pt x="48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8" name="Freeform 166"/>
              <p:cNvSpPr/>
              <p:nvPr/>
            </p:nvSpPr>
            <p:spPr bwMode="auto">
              <a:xfrm>
                <a:off x="-2863850" y="-300038"/>
                <a:ext cx="254000" cy="112713"/>
              </a:xfrm>
              <a:custGeom>
                <a:avLst/>
                <a:gdLst>
                  <a:gd name="T0" fmla="*/ 0 w 160"/>
                  <a:gd name="T1" fmla="*/ 40 h 71"/>
                  <a:gd name="T2" fmla="*/ 61 w 160"/>
                  <a:gd name="T3" fmla="*/ 71 h 71"/>
                  <a:gd name="T4" fmla="*/ 160 w 160"/>
                  <a:gd name="T5" fmla="*/ 71 h 71"/>
                  <a:gd name="T6" fmla="*/ 18 w 160"/>
                  <a:gd name="T7" fmla="*/ 0 h 71"/>
                  <a:gd name="T8" fmla="*/ 0 w 160"/>
                  <a:gd name="T9" fmla="*/ 40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0" h="71">
                    <a:moveTo>
                      <a:pt x="0" y="40"/>
                    </a:moveTo>
                    <a:lnTo>
                      <a:pt x="61" y="71"/>
                    </a:lnTo>
                    <a:lnTo>
                      <a:pt x="160" y="71"/>
                    </a:lnTo>
                    <a:lnTo>
                      <a:pt x="18" y="0"/>
                    </a:lnTo>
                    <a:lnTo>
                      <a:pt x="0" y="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59" name="Freeform 167"/>
              <p:cNvSpPr>
                <a:spLocks noEditPoints="1"/>
              </p:cNvSpPr>
              <p:nvPr/>
            </p:nvSpPr>
            <p:spPr bwMode="auto">
              <a:xfrm>
                <a:off x="-2863850" y="-169863"/>
                <a:ext cx="615950" cy="307975"/>
              </a:xfrm>
              <a:custGeom>
                <a:avLst/>
                <a:gdLst>
                  <a:gd name="T0" fmla="*/ 156 w 388"/>
                  <a:gd name="T1" fmla="*/ 194 h 194"/>
                  <a:gd name="T2" fmla="*/ 312 w 388"/>
                  <a:gd name="T3" fmla="*/ 194 h 194"/>
                  <a:gd name="T4" fmla="*/ 312 w 388"/>
                  <a:gd name="T5" fmla="*/ 156 h 194"/>
                  <a:gd name="T6" fmla="*/ 388 w 388"/>
                  <a:gd name="T7" fmla="*/ 156 h 194"/>
                  <a:gd name="T8" fmla="*/ 388 w 388"/>
                  <a:gd name="T9" fmla="*/ 38 h 194"/>
                  <a:gd name="T10" fmla="*/ 312 w 388"/>
                  <a:gd name="T11" fmla="*/ 38 h 194"/>
                  <a:gd name="T12" fmla="*/ 312 w 388"/>
                  <a:gd name="T13" fmla="*/ 0 h 194"/>
                  <a:gd name="T14" fmla="*/ 182 w 388"/>
                  <a:gd name="T15" fmla="*/ 0 h 194"/>
                  <a:gd name="T16" fmla="*/ 156 w 388"/>
                  <a:gd name="T17" fmla="*/ 0 h 194"/>
                  <a:gd name="T18" fmla="*/ 156 w 388"/>
                  <a:gd name="T19" fmla="*/ 76 h 194"/>
                  <a:gd name="T20" fmla="*/ 234 w 388"/>
                  <a:gd name="T21" fmla="*/ 76 h 194"/>
                  <a:gd name="T22" fmla="*/ 234 w 388"/>
                  <a:gd name="T23" fmla="*/ 119 h 194"/>
                  <a:gd name="T24" fmla="*/ 156 w 388"/>
                  <a:gd name="T25" fmla="*/ 119 h 194"/>
                  <a:gd name="T26" fmla="*/ 156 w 388"/>
                  <a:gd name="T27" fmla="*/ 194 h 194"/>
                  <a:gd name="T28" fmla="*/ 0 w 388"/>
                  <a:gd name="T29" fmla="*/ 194 h 194"/>
                  <a:gd name="T30" fmla="*/ 156 w 388"/>
                  <a:gd name="T31" fmla="*/ 194 h 194"/>
                  <a:gd name="T32" fmla="*/ 156 w 388"/>
                  <a:gd name="T33" fmla="*/ 119 h 194"/>
                  <a:gd name="T34" fmla="*/ 78 w 388"/>
                  <a:gd name="T35" fmla="*/ 119 h 194"/>
                  <a:gd name="T36" fmla="*/ 78 w 388"/>
                  <a:gd name="T37" fmla="*/ 76 h 194"/>
                  <a:gd name="T38" fmla="*/ 78 w 388"/>
                  <a:gd name="T39" fmla="*/ 76 h 194"/>
                  <a:gd name="T40" fmla="*/ 156 w 388"/>
                  <a:gd name="T41" fmla="*/ 76 h 194"/>
                  <a:gd name="T42" fmla="*/ 156 w 388"/>
                  <a:gd name="T43" fmla="*/ 0 h 194"/>
                  <a:gd name="T44" fmla="*/ 82 w 388"/>
                  <a:gd name="T45" fmla="*/ 0 h 194"/>
                  <a:gd name="T46" fmla="*/ 0 w 388"/>
                  <a:gd name="T47" fmla="*/ 0 h 194"/>
                  <a:gd name="T48" fmla="*/ 0 w 388"/>
                  <a:gd name="T49" fmla="*/ 194 h 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88" h="194">
                    <a:moveTo>
                      <a:pt x="156" y="194"/>
                    </a:moveTo>
                    <a:lnTo>
                      <a:pt x="312" y="194"/>
                    </a:lnTo>
                    <a:lnTo>
                      <a:pt x="312" y="156"/>
                    </a:lnTo>
                    <a:lnTo>
                      <a:pt x="388" y="156"/>
                    </a:lnTo>
                    <a:lnTo>
                      <a:pt x="388" y="38"/>
                    </a:lnTo>
                    <a:lnTo>
                      <a:pt x="312" y="38"/>
                    </a:lnTo>
                    <a:lnTo>
                      <a:pt x="312" y="0"/>
                    </a:lnTo>
                    <a:lnTo>
                      <a:pt x="182" y="0"/>
                    </a:lnTo>
                    <a:lnTo>
                      <a:pt x="156" y="0"/>
                    </a:lnTo>
                    <a:lnTo>
                      <a:pt x="156" y="76"/>
                    </a:lnTo>
                    <a:lnTo>
                      <a:pt x="234" y="76"/>
                    </a:lnTo>
                    <a:lnTo>
                      <a:pt x="234" y="119"/>
                    </a:lnTo>
                    <a:lnTo>
                      <a:pt x="156" y="119"/>
                    </a:lnTo>
                    <a:lnTo>
                      <a:pt x="156" y="194"/>
                    </a:lnTo>
                    <a:close/>
                    <a:moveTo>
                      <a:pt x="0" y="194"/>
                    </a:moveTo>
                    <a:lnTo>
                      <a:pt x="156" y="194"/>
                    </a:lnTo>
                    <a:lnTo>
                      <a:pt x="156" y="119"/>
                    </a:lnTo>
                    <a:lnTo>
                      <a:pt x="78" y="119"/>
                    </a:lnTo>
                    <a:lnTo>
                      <a:pt x="78" y="76"/>
                    </a:lnTo>
                    <a:lnTo>
                      <a:pt x="78" y="76"/>
                    </a:lnTo>
                    <a:lnTo>
                      <a:pt x="156" y="76"/>
                    </a:lnTo>
                    <a:lnTo>
                      <a:pt x="156" y="0"/>
                    </a:lnTo>
                    <a:lnTo>
                      <a:pt x="82" y="0"/>
                    </a:lnTo>
                    <a:lnTo>
                      <a:pt x="0" y="0"/>
                    </a:lnTo>
                    <a:lnTo>
                      <a:pt x="0" y="1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0" name="Freeform 168"/>
              <p:cNvSpPr>
                <a:spLocks noEditPoints="1"/>
              </p:cNvSpPr>
              <p:nvPr/>
            </p:nvSpPr>
            <p:spPr bwMode="auto">
              <a:xfrm>
                <a:off x="-5205413" y="8448675"/>
                <a:ext cx="444500" cy="349250"/>
              </a:xfrm>
              <a:custGeom>
                <a:avLst/>
                <a:gdLst>
                  <a:gd name="T0" fmla="*/ 93 w 118"/>
                  <a:gd name="T1" fmla="*/ 93 h 93"/>
                  <a:gd name="T2" fmla="*/ 93 w 118"/>
                  <a:gd name="T3" fmla="*/ 61 h 93"/>
                  <a:gd name="T4" fmla="*/ 109 w 118"/>
                  <a:gd name="T5" fmla="*/ 47 h 93"/>
                  <a:gd name="T6" fmla="*/ 118 w 118"/>
                  <a:gd name="T7" fmla="*/ 47 h 93"/>
                  <a:gd name="T8" fmla="*/ 118 w 118"/>
                  <a:gd name="T9" fmla="*/ 12 h 93"/>
                  <a:gd name="T10" fmla="*/ 105 w 118"/>
                  <a:gd name="T11" fmla="*/ 0 h 93"/>
                  <a:gd name="T12" fmla="*/ 76 w 118"/>
                  <a:gd name="T13" fmla="*/ 0 h 93"/>
                  <a:gd name="T14" fmla="*/ 76 w 118"/>
                  <a:gd name="T15" fmla="*/ 15 h 93"/>
                  <a:gd name="T16" fmla="*/ 87 w 118"/>
                  <a:gd name="T17" fmla="*/ 25 h 93"/>
                  <a:gd name="T18" fmla="*/ 76 w 118"/>
                  <a:gd name="T19" fmla="*/ 36 h 93"/>
                  <a:gd name="T20" fmla="*/ 76 w 118"/>
                  <a:gd name="T21" fmla="*/ 43 h 93"/>
                  <a:gd name="T22" fmla="*/ 87 w 118"/>
                  <a:gd name="T23" fmla="*/ 53 h 93"/>
                  <a:gd name="T24" fmla="*/ 76 w 118"/>
                  <a:gd name="T25" fmla="*/ 64 h 93"/>
                  <a:gd name="T26" fmla="*/ 76 w 118"/>
                  <a:gd name="T27" fmla="*/ 93 h 93"/>
                  <a:gd name="T28" fmla="*/ 93 w 118"/>
                  <a:gd name="T29" fmla="*/ 93 h 93"/>
                  <a:gd name="T30" fmla="*/ 76 w 118"/>
                  <a:gd name="T31" fmla="*/ 0 h 93"/>
                  <a:gd name="T32" fmla="*/ 42 w 118"/>
                  <a:gd name="T33" fmla="*/ 0 h 93"/>
                  <a:gd name="T34" fmla="*/ 42 w 118"/>
                  <a:gd name="T35" fmla="*/ 15 h 93"/>
                  <a:gd name="T36" fmla="*/ 42 w 118"/>
                  <a:gd name="T37" fmla="*/ 15 h 93"/>
                  <a:gd name="T38" fmla="*/ 53 w 118"/>
                  <a:gd name="T39" fmla="*/ 25 h 93"/>
                  <a:gd name="T40" fmla="*/ 42 w 118"/>
                  <a:gd name="T41" fmla="*/ 36 h 93"/>
                  <a:gd name="T42" fmla="*/ 42 w 118"/>
                  <a:gd name="T43" fmla="*/ 43 h 93"/>
                  <a:gd name="T44" fmla="*/ 42 w 118"/>
                  <a:gd name="T45" fmla="*/ 43 h 93"/>
                  <a:gd name="T46" fmla="*/ 53 w 118"/>
                  <a:gd name="T47" fmla="*/ 53 h 93"/>
                  <a:gd name="T48" fmla="*/ 42 w 118"/>
                  <a:gd name="T49" fmla="*/ 64 h 93"/>
                  <a:gd name="T50" fmla="*/ 42 w 118"/>
                  <a:gd name="T51" fmla="*/ 93 h 93"/>
                  <a:gd name="T52" fmla="*/ 76 w 118"/>
                  <a:gd name="T53" fmla="*/ 93 h 93"/>
                  <a:gd name="T54" fmla="*/ 76 w 118"/>
                  <a:gd name="T55" fmla="*/ 64 h 93"/>
                  <a:gd name="T56" fmla="*/ 76 w 118"/>
                  <a:gd name="T57" fmla="*/ 64 h 93"/>
                  <a:gd name="T58" fmla="*/ 65 w 118"/>
                  <a:gd name="T59" fmla="*/ 53 h 93"/>
                  <a:gd name="T60" fmla="*/ 76 w 118"/>
                  <a:gd name="T61" fmla="*/ 43 h 93"/>
                  <a:gd name="T62" fmla="*/ 76 w 118"/>
                  <a:gd name="T63" fmla="*/ 43 h 93"/>
                  <a:gd name="T64" fmla="*/ 76 w 118"/>
                  <a:gd name="T65" fmla="*/ 43 h 93"/>
                  <a:gd name="T66" fmla="*/ 76 w 118"/>
                  <a:gd name="T67" fmla="*/ 36 h 93"/>
                  <a:gd name="T68" fmla="*/ 76 w 118"/>
                  <a:gd name="T69" fmla="*/ 36 h 93"/>
                  <a:gd name="T70" fmla="*/ 65 w 118"/>
                  <a:gd name="T71" fmla="*/ 25 h 93"/>
                  <a:gd name="T72" fmla="*/ 76 w 118"/>
                  <a:gd name="T73" fmla="*/ 15 h 93"/>
                  <a:gd name="T74" fmla="*/ 76 w 118"/>
                  <a:gd name="T75" fmla="*/ 15 h 93"/>
                  <a:gd name="T76" fmla="*/ 76 w 118"/>
                  <a:gd name="T77" fmla="*/ 15 h 93"/>
                  <a:gd name="T78" fmla="*/ 76 w 118"/>
                  <a:gd name="T79" fmla="*/ 0 h 93"/>
                  <a:gd name="T80" fmla="*/ 42 w 118"/>
                  <a:gd name="T81" fmla="*/ 0 h 93"/>
                  <a:gd name="T82" fmla="*/ 13 w 118"/>
                  <a:gd name="T83" fmla="*/ 0 h 93"/>
                  <a:gd name="T84" fmla="*/ 0 w 118"/>
                  <a:gd name="T85" fmla="*/ 12 h 93"/>
                  <a:gd name="T86" fmla="*/ 0 w 118"/>
                  <a:gd name="T87" fmla="*/ 47 h 93"/>
                  <a:gd name="T88" fmla="*/ 10 w 118"/>
                  <a:gd name="T89" fmla="*/ 47 h 93"/>
                  <a:gd name="T90" fmla="*/ 25 w 118"/>
                  <a:gd name="T91" fmla="*/ 61 h 93"/>
                  <a:gd name="T92" fmla="*/ 25 w 118"/>
                  <a:gd name="T93" fmla="*/ 93 h 93"/>
                  <a:gd name="T94" fmla="*/ 42 w 118"/>
                  <a:gd name="T95" fmla="*/ 93 h 93"/>
                  <a:gd name="T96" fmla="*/ 42 w 118"/>
                  <a:gd name="T97" fmla="*/ 64 h 93"/>
                  <a:gd name="T98" fmla="*/ 32 w 118"/>
                  <a:gd name="T99" fmla="*/ 53 h 93"/>
                  <a:gd name="T100" fmla="*/ 42 w 118"/>
                  <a:gd name="T101" fmla="*/ 43 h 93"/>
                  <a:gd name="T102" fmla="*/ 42 w 118"/>
                  <a:gd name="T103" fmla="*/ 36 h 93"/>
                  <a:gd name="T104" fmla="*/ 32 w 118"/>
                  <a:gd name="T105" fmla="*/ 25 h 93"/>
                  <a:gd name="T106" fmla="*/ 42 w 118"/>
                  <a:gd name="T107" fmla="*/ 15 h 93"/>
                  <a:gd name="T108" fmla="*/ 42 w 118"/>
                  <a:gd name="T109" fmla="*/ 0 h 93"/>
                  <a:gd name="T110" fmla="*/ 42 w 118"/>
                  <a:gd name="T111" fmla="*/ 15 h 93"/>
                  <a:gd name="T112" fmla="*/ 42 w 118"/>
                  <a:gd name="T113" fmla="*/ 15 h 93"/>
                  <a:gd name="T114" fmla="*/ 42 w 118"/>
                  <a:gd name="T115" fmla="*/ 43 h 93"/>
                  <a:gd name="T116" fmla="*/ 42 w 118"/>
                  <a:gd name="T117" fmla="*/ 43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18" h="93">
                    <a:moveTo>
                      <a:pt x="93" y="93"/>
                    </a:moveTo>
                    <a:cubicBezTo>
                      <a:pt x="93" y="61"/>
                      <a:pt x="93" y="61"/>
                      <a:pt x="93" y="61"/>
                    </a:cubicBezTo>
                    <a:cubicBezTo>
                      <a:pt x="93" y="52"/>
                      <a:pt x="99" y="47"/>
                      <a:pt x="109" y="47"/>
                    </a:cubicBezTo>
                    <a:cubicBezTo>
                      <a:pt x="118" y="47"/>
                      <a:pt x="118" y="47"/>
                      <a:pt x="118" y="47"/>
                    </a:cubicBezTo>
                    <a:cubicBezTo>
                      <a:pt x="118" y="12"/>
                      <a:pt x="118" y="12"/>
                      <a:pt x="118" y="12"/>
                    </a:cubicBezTo>
                    <a:cubicBezTo>
                      <a:pt x="118" y="5"/>
                      <a:pt x="112" y="0"/>
                      <a:pt x="105" y="0"/>
                    </a:cubicBezTo>
                    <a:cubicBezTo>
                      <a:pt x="76" y="0"/>
                      <a:pt x="76" y="0"/>
                      <a:pt x="76" y="0"/>
                    </a:cubicBezTo>
                    <a:cubicBezTo>
                      <a:pt x="76" y="15"/>
                      <a:pt x="76" y="15"/>
                      <a:pt x="76" y="15"/>
                    </a:cubicBezTo>
                    <a:cubicBezTo>
                      <a:pt x="82" y="15"/>
                      <a:pt x="87" y="19"/>
                      <a:pt x="87" y="25"/>
                    </a:cubicBezTo>
                    <a:cubicBezTo>
                      <a:pt x="87" y="31"/>
                      <a:pt x="82" y="36"/>
                      <a:pt x="76" y="36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82" y="43"/>
                      <a:pt x="87" y="47"/>
                      <a:pt x="87" y="53"/>
                    </a:cubicBezTo>
                    <a:cubicBezTo>
                      <a:pt x="87" y="59"/>
                      <a:pt x="82" y="64"/>
                      <a:pt x="76" y="64"/>
                    </a:cubicBezTo>
                    <a:cubicBezTo>
                      <a:pt x="76" y="93"/>
                      <a:pt x="76" y="93"/>
                      <a:pt x="76" y="93"/>
                    </a:cubicBezTo>
                    <a:lnTo>
                      <a:pt x="93" y="93"/>
                    </a:lnTo>
                    <a:close/>
                    <a:moveTo>
                      <a:pt x="76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42" y="15"/>
                      <a:pt x="42" y="15"/>
                      <a:pt x="42" y="15"/>
                    </a:cubicBezTo>
                    <a:cubicBezTo>
                      <a:pt x="48" y="15"/>
                      <a:pt x="53" y="19"/>
                      <a:pt x="53" y="25"/>
                    </a:cubicBezTo>
                    <a:cubicBezTo>
                      <a:pt x="53" y="31"/>
                      <a:pt x="48" y="36"/>
                      <a:pt x="42" y="36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2" y="43"/>
                      <a:pt x="42" y="43"/>
                      <a:pt x="42" y="43"/>
                    </a:cubicBezTo>
                    <a:cubicBezTo>
                      <a:pt x="48" y="43"/>
                      <a:pt x="53" y="47"/>
                      <a:pt x="53" y="53"/>
                    </a:cubicBezTo>
                    <a:cubicBezTo>
                      <a:pt x="53" y="59"/>
                      <a:pt x="48" y="64"/>
                      <a:pt x="42" y="64"/>
                    </a:cubicBezTo>
                    <a:cubicBezTo>
                      <a:pt x="42" y="93"/>
                      <a:pt x="42" y="93"/>
                      <a:pt x="42" y="93"/>
                    </a:cubicBezTo>
                    <a:cubicBezTo>
                      <a:pt x="76" y="93"/>
                      <a:pt x="76" y="93"/>
                      <a:pt x="76" y="93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76" y="64"/>
                      <a:pt x="76" y="64"/>
                      <a:pt x="76" y="64"/>
                    </a:cubicBezTo>
                    <a:cubicBezTo>
                      <a:pt x="70" y="64"/>
                      <a:pt x="65" y="59"/>
                      <a:pt x="65" y="53"/>
                    </a:cubicBezTo>
                    <a:cubicBezTo>
                      <a:pt x="65" y="47"/>
                      <a:pt x="70" y="43"/>
                      <a:pt x="76" y="43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6" y="43"/>
                      <a:pt x="76" y="43"/>
                      <a:pt x="76" y="43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6" y="36"/>
                      <a:pt x="76" y="36"/>
                      <a:pt x="76" y="36"/>
                    </a:cubicBezTo>
                    <a:cubicBezTo>
                      <a:pt x="70" y="36"/>
                      <a:pt x="65" y="31"/>
                      <a:pt x="65" y="25"/>
                    </a:cubicBezTo>
                    <a:cubicBezTo>
                      <a:pt x="65" y="19"/>
                      <a:pt x="70" y="15"/>
                      <a:pt x="76" y="15"/>
                    </a:cubicBezTo>
                    <a:cubicBezTo>
                      <a:pt x="76" y="15"/>
                      <a:pt x="76" y="15"/>
                      <a:pt x="76" y="15"/>
                    </a:cubicBezTo>
                    <a:cubicBezTo>
                      <a:pt x="76" y="15"/>
                      <a:pt x="76" y="15"/>
                      <a:pt x="76" y="15"/>
                    </a:cubicBezTo>
                    <a:lnTo>
                      <a:pt x="76" y="0"/>
                    </a:lnTo>
                    <a:close/>
                    <a:moveTo>
                      <a:pt x="42" y="0"/>
                    </a:moveTo>
                    <a:cubicBezTo>
                      <a:pt x="13" y="0"/>
                      <a:pt x="13" y="0"/>
                      <a:pt x="13" y="0"/>
                    </a:cubicBezTo>
                    <a:cubicBezTo>
                      <a:pt x="6" y="0"/>
                      <a:pt x="0" y="5"/>
                      <a:pt x="0" y="12"/>
                    </a:cubicBezTo>
                    <a:cubicBezTo>
                      <a:pt x="0" y="47"/>
                      <a:pt x="0" y="47"/>
                      <a:pt x="0" y="47"/>
                    </a:cubicBezTo>
                    <a:cubicBezTo>
                      <a:pt x="10" y="47"/>
                      <a:pt x="10" y="47"/>
                      <a:pt x="10" y="47"/>
                    </a:cubicBezTo>
                    <a:cubicBezTo>
                      <a:pt x="20" y="47"/>
                      <a:pt x="25" y="52"/>
                      <a:pt x="25" y="61"/>
                    </a:cubicBezTo>
                    <a:cubicBezTo>
                      <a:pt x="25" y="93"/>
                      <a:pt x="25" y="93"/>
                      <a:pt x="25" y="93"/>
                    </a:cubicBezTo>
                    <a:cubicBezTo>
                      <a:pt x="42" y="93"/>
                      <a:pt x="42" y="93"/>
                      <a:pt x="42" y="93"/>
                    </a:cubicBezTo>
                    <a:cubicBezTo>
                      <a:pt x="42" y="64"/>
                      <a:pt x="42" y="64"/>
                      <a:pt x="42" y="64"/>
                    </a:cubicBezTo>
                    <a:cubicBezTo>
                      <a:pt x="36" y="64"/>
                      <a:pt x="32" y="59"/>
                      <a:pt x="32" y="53"/>
                    </a:cubicBezTo>
                    <a:cubicBezTo>
                      <a:pt x="32" y="47"/>
                      <a:pt x="36" y="43"/>
                      <a:pt x="42" y="43"/>
                    </a:cubicBezTo>
                    <a:cubicBezTo>
                      <a:pt x="42" y="36"/>
                      <a:pt x="42" y="36"/>
                      <a:pt x="42" y="36"/>
                    </a:cubicBezTo>
                    <a:cubicBezTo>
                      <a:pt x="36" y="36"/>
                      <a:pt x="32" y="31"/>
                      <a:pt x="32" y="25"/>
                    </a:cubicBezTo>
                    <a:cubicBezTo>
                      <a:pt x="32" y="19"/>
                      <a:pt x="36" y="15"/>
                      <a:pt x="42" y="15"/>
                    </a:cubicBezTo>
                    <a:cubicBezTo>
                      <a:pt x="42" y="0"/>
                      <a:pt x="42" y="0"/>
                      <a:pt x="42" y="0"/>
                    </a:cubicBezTo>
                    <a:close/>
                    <a:moveTo>
                      <a:pt x="42" y="15"/>
                    </a:moveTo>
                    <a:cubicBezTo>
                      <a:pt x="42" y="15"/>
                      <a:pt x="42" y="15"/>
                      <a:pt x="42" y="15"/>
                    </a:cubicBezTo>
                    <a:close/>
                    <a:moveTo>
                      <a:pt x="42" y="43"/>
                    </a:moveTo>
                    <a:cubicBezTo>
                      <a:pt x="42" y="43"/>
                      <a:pt x="42" y="43"/>
                      <a:pt x="42" y="43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1" name="Freeform 169"/>
              <p:cNvSpPr/>
              <p:nvPr/>
            </p:nvSpPr>
            <p:spPr bwMode="auto">
              <a:xfrm>
                <a:off x="-5283200" y="8639175"/>
                <a:ext cx="600075" cy="319088"/>
              </a:xfrm>
              <a:custGeom>
                <a:avLst/>
                <a:gdLst>
                  <a:gd name="T0" fmla="*/ 150 w 160"/>
                  <a:gd name="T1" fmla="*/ 0 h 85"/>
                  <a:gd name="T2" fmla="*/ 139 w 160"/>
                  <a:gd name="T3" fmla="*/ 0 h 85"/>
                  <a:gd name="T4" fmla="*/ 130 w 160"/>
                  <a:gd name="T5" fmla="*/ 0 h 85"/>
                  <a:gd name="T6" fmla="*/ 119 w 160"/>
                  <a:gd name="T7" fmla="*/ 10 h 85"/>
                  <a:gd name="T8" fmla="*/ 119 w 160"/>
                  <a:gd name="T9" fmla="*/ 47 h 85"/>
                  <a:gd name="T10" fmla="*/ 42 w 160"/>
                  <a:gd name="T11" fmla="*/ 47 h 85"/>
                  <a:gd name="T12" fmla="*/ 42 w 160"/>
                  <a:gd name="T13" fmla="*/ 10 h 85"/>
                  <a:gd name="T14" fmla="*/ 31 w 160"/>
                  <a:gd name="T15" fmla="*/ 0 h 85"/>
                  <a:gd name="T16" fmla="*/ 21 w 160"/>
                  <a:gd name="T17" fmla="*/ 0 h 85"/>
                  <a:gd name="T18" fmla="*/ 11 w 160"/>
                  <a:gd name="T19" fmla="*/ 0 h 85"/>
                  <a:gd name="T20" fmla="*/ 0 w 160"/>
                  <a:gd name="T21" fmla="*/ 10 h 85"/>
                  <a:gd name="T22" fmla="*/ 0 w 160"/>
                  <a:gd name="T23" fmla="*/ 63 h 85"/>
                  <a:gd name="T24" fmla="*/ 15 w 160"/>
                  <a:gd name="T25" fmla="*/ 79 h 85"/>
                  <a:gd name="T26" fmla="*/ 16 w 160"/>
                  <a:gd name="T27" fmla="*/ 80 h 85"/>
                  <a:gd name="T28" fmla="*/ 17 w 160"/>
                  <a:gd name="T29" fmla="*/ 83 h 85"/>
                  <a:gd name="T30" fmla="*/ 22 w 160"/>
                  <a:gd name="T31" fmla="*/ 85 h 85"/>
                  <a:gd name="T32" fmla="*/ 25 w 160"/>
                  <a:gd name="T33" fmla="*/ 85 h 85"/>
                  <a:gd name="T34" fmla="*/ 30 w 160"/>
                  <a:gd name="T35" fmla="*/ 83 h 85"/>
                  <a:gd name="T36" fmla="*/ 31 w 160"/>
                  <a:gd name="T37" fmla="*/ 80 h 85"/>
                  <a:gd name="T38" fmla="*/ 31 w 160"/>
                  <a:gd name="T39" fmla="*/ 79 h 85"/>
                  <a:gd name="T40" fmla="*/ 129 w 160"/>
                  <a:gd name="T41" fmla="*/ 79 h 85"/>
                  <a:gd name="T42" fmla="*/ 129 w 160"/>
                  <a:gd name="T43" fmla="*/ 80 h 85"/>
                  <a:gd name="T44" fmla="*/ 130 w 160"/>
                  <a:gd name="T45" fmla="*/ 83 h 85"/>
                  <a:gd name="T46" fmla="*/ 135 w 160"/>
                  <a:gd name="T47" fmla="*/ 85 h 85"/>
                  <a:gd name="T48" fmla="*/ 138 w 160"/>
                  <a:gd name="T49" fmla="*/ 85 h 85"/>
                  <a:gd name="T50" fmla="*/ 143 w 160"/>
                  <a:gd name="T51" fmla="*/ 83 h 85"/>
                  <a:gd name="T52" fmla="*/ 144 w 160"/>
                  <a:gd name="T53" fmla="*/ 80 h 85"/>
                  <a:gd name="T54" fmla="*/ 145 w 160"/>
                  <a:gd name="T55" fmla="*/ 79 h 85"/>
                  <a:gd name="T56" fmla="*/ 150 w 160"/>
                  <a:gd name="T57" fmla="*/ 79 h 85"/>
                  <a:gd name="T58" fmla="*/ 160 w 160"/>
                  <a:gd name="T59" fmla="*/ 63 h 85"/>
                  <a:gd name="T60" fmla="*/ 160 w 160"/>
                  <a:gd name="T61" fmla="*/ 10 h 85"/>
                  <a:gd name="T62" fmla="*/ 150 w 160"/>
                  <a:gd name="T63" fmla="*/ 0 h 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0" h="85">
                    <a:moveTo>
                      <a:pt x="150" y="0"/>
                    </a:moveTo>
                    <a:cubicBezTo>
                      <a:pt x="139" y="0"/>
                      <a:pt x="139" y="0"/>
                      <a:pt x="139" y="0"/>
                    </a:cubicBezTo>
                    <a:cubicBezTo>
                      <a:pt x="130" y="0"/>
                      <a:pt x="130" y="0"/>
                      <a:pt x="130" y="0"/>
                    </a:cubicBezTo>
                    <a:cubicBezTo>
                      <a:pt x="122" y="0"/>
                      <a:pt x="119" y="3"/>
                      <a:pt x="119" y="10"/>
                    </a:cubicBezTo>
                    <a:cubicBezTo>
                      <a:pt x="119" y="47"/>
                      <a:pt x="119" y="47"/>
                      <a:pt x="119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10"/>
                      <a:pt x="42" y="10"/>
                      <a:pt x="42" y="10"/>
                    </a:cubicBezTo>
                    <a:cubicBezTo>
                      <a:pt x="42" y="3"/>
                      <a:pt x="38" y="0"/>
                      <a:pt x="31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3"/>
                      <a:pt x="0" y="10"/>
                    </a:cubicBezTo>
                    <a:cubicBezTo>
                      <a:pt x="0" y="63"/>
                      <a:pt x="0" y="63"/>
                      <a:pt x="0" y="63"/>
                    </a:cubicBezTo>
                    <a:cubicBezTo>
                      <a:pt x="0" y="70"/>
                      <a:pt x="8" y="79"/>
                      <a:pt x="15" y="79"/>
                    </a:cubicBezTo>
                    <a:cubicBezTo>
                      <a:pt x="15" y="79"/>
                      <a:pt x="16" y="80"/>
                      <a:pt x="16" y="80"/>
                    </a:cubicBezTo>
                    <a:cubicBezTo>
                      <a:pt x="16" y="81"/>
                      <a:pt x="16" y="82"/>
                      <a:pt x="17" y="83"/>
                    </a:cubicBezTo>
                    <a:cubicBezTo>
                      <a:pt x="18" y="84"/>
                      <a:pt x="20" y="85"/>
                      <a:pt x="22" y="85"/>
                    </a:cubicBezTo>
                    <a:cubicBezTo>
                      <a:pt x="25" y="85"/>
                      <a:pt x="25" y="85"/>
                      <a:pt x="25" y="85"/>
                    </a:cubicBezTo>
                    <a:cubicBezTo>
                      <a:pt x="27" y="85"/>
                      <a:pt x="29" y="84"/>
                      <a:pt x="30" y="83"/>
                    </a:cubicBezTo>
                    <a:cubicBezTo>
                      <a:pt x="31" y="82"/>
                      <a:pt x="31" y="81"/>
                      <a:pt x="31" y="80"/>
                    </a:cubicBezTo>
                    <a:cubicBezTo>
                      <a:pt x="31" y="80"/>
                      <a:pt x="31" y="79"/>
                      <a:pt x="31" y="79"/>
                    </a:cubicBezTo>
                    <a:cubicBezTo>
                      <a:pt x="129" y="79"/>
                      <a:pt x="129" y="79"/>
                      <a:pt x="129" y="79"/>
                    </a:cubicBezTo>
                    <a:cubicBezTo>
                      <a:pt x="129" y="79"/>
                      <a:pt x="129" y="80"/>
                      <a:pt x="129" y="80"/>
                    </a:cubicBezTo>
                    <a:cubicBezTo>
                      <a:pt x="129" y="81"/>
                      <a:pt x="130" y="82"/>
                      <a:pt x="130" y="83"/>
                    </a:cubicBezTo>
                    <a:cubicBezTo>
                      <a:pt x="131" y="84"/>
                      <a:pt x="133" y="85"/>
                      <a:pt x="135" y="85"/>
                    </a:cubicBezTo>
                    <a:cubicBezTo>
                      <a:pt x="138" y="85"/>
                      <a:pt x="138" y="85"/>
                      <a:pt x="138" y="85"/>
                    </a:cubicBezTo>
                    <a:cubicBezTo>
                      <a:pt x="140" y="85"/>
                      <a:pt x="142" y="84"/>
                      <a:pt x="143" y="83"/>
                    </a:cubicBezTo>
                    <a:cubicBezTo>
                      <a:pt x="144" y="82"/>
                      <a:pt x="144" y="81"/>
                      <a:pt x="144" y="80"/>
                    </a:cubicBezTo>
                    <a:cubicBezTo>
                      <a:pt x="145" y="80"/>
                      <a:pt x="145" y="79"/>
                      <a:pt x="145" y="79"/>
                    </a:cubicBezTo>
                    <a:cubicBezTo>
                      <a:pt x="150" y="79"/>
                      <a:pt x="150" y="79"/>
                      <a:pt x="150" y="79"/>
                    </a:cubicBezTo>
                    <a:cubicBezTo>
                      <a:pt x="157" y="79"/>
                      <a:pt x="160" y="70"/>
                      <a:pt x="160" y="63"/>
                    </a:cubicBezTo>
                    <a:cubicBezTo>
                      <a:pt x="160" y="10"/>
                      <a:pt x="160" y="10"/>
                      <a:pt x="160" y="10"/>
                    </a:cubicBezTo>
                    <a:cubicBezTo>
                      <a:pt x="160" y="3"/>
                      <a:pt x="157" y="0"/>
                      <a:pt x="15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2" name="Oval 170"/>
              <p:cNvSpPr>
                <a:spLocks noChangeArrowheads="1"/>
              </p:cNvSpPr>
              <p:nvPr/>
            </p:nvSpPr>
            <p:spPr bwMode="auto">
              <a:xfrm>
                <a:off x="-5068888" y="8520113"/>
                <a:ext cx="47625" cy="47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3" name="Oval 171"/>
              <p:cNvSpPr>
                <a:spLocks noChangeArrowheads="1"/>
              </p:cNvSpPr>
              <p:nvPr/>
            </p:nvSpPr>
            <p:spPr bwMode="auto">
              <a:xfrm>
                <a:off x="-4941888" y="8520113"/>
                <a:ext cx="44450" cy="476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4" name="Oval 172"/>
              <p:cNvSpPr>
                <a:spLocks noChangeArrowheads="1"/>
              </p:cNvSpPr>
              <p:nvPr/>
            </p:nvSpPr>
            <p:spPr bwMode="auto">
              <a:xfrm>
                <a:off x="-5068888" y="8624888"/>
                <a:ext cx="47625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5" name="Oval 173"/>
              <p:cNvSpPr>
                <a:spLocks noChangeArrowheads="1"/>
              </p:cNvSpPr>
              <p:nvPr/>
            </p:nvSpPr>
            <p:spPr bwMode="auto">
              <a:xfrm>
                <a:off x="-4941888" y="8624888"/>
                <a:ext cx="44450" cy="492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6" name="Freeform 174"/>
              <p:cNvSpPr>
                <a:spLocks noEditPoints="1"/>
              </p:cNvSpPr>
              <p:nvPr/>
            </p:nvSpPr>
            <p:spPr bwMode="auto">
              <a:xfrm>
                <a:off x="-2709863" y="2819400"/>
                <a:ext cx="728663" cy="338138"/>
              </a:xfrm>
              <a:custGeom>
                <a:avLst/>
                <a:gdLst>
                  <a:gd name="T0" fmla="*/ 409 w 459"/>
                  <a:gd name="T1" fmla="*/ 0 h 213"/>
                  <a:gd name="T2" fmla="*/ 409 w 459"/>
                  <a:gd name="T3" fmla="*/ 71 h 213"/>
                  <a:gd name="T4" fmla="*/ 409 w 459"/>
                  <a:gd name="T5" fmla="*/ 71 h 213"/>
                  <a:gd name="T6" fmla="*/ 409 w 459"/>
                  <a:gd name="T7" fmla="*/ 31 h 213"/>
                  <a:gd name="T8" fmla="*/ 397 w 459"/>
                  <a:gd name="T9" fmla="*/ 90 h 213"/>
                  <a:gd name="T10" fmla="*/ 378 w 459"/>
                  <a:gd name="T11" fmla="*/ 154 h 213"/>
                  <a:gd name="T12" fmla="*/ 378 w 459"/>
                  <a:gd name="T13" fmla="*/ 194 h 213"/>
                  <a:gd name="T14" fmla="*/ 378 w 459"/>
                  <a:gd name="T15" fmla="*/ 194 h 213"/>
                  <a:gd name="T16" fmla="*/ 378 w 459"/>
                  <a:gd name="T17" fmla="*/ 0 h 213"/>
                  <a:gd name="T18" fmla="*/ 369 w 459"/>
                  <a:gd name="T19" fmla="*/ 71 h 213"/>
                  <a:gd name="T20" fmla="*/ 378 w 459"/>
                  <a:gd name="T21" fmla="*/ 130 h 213"/>
                  <a:gd name="T22" fmla="*/ 378 w 459"/>
                  <a:gd name="T23" fmla="*/ 0 h 213"/>
                  <a:gd name="T24" fmla="*/ 317 w 459"/>
                  <a:gd name="T25" fmla="*/ 194 h 213"/>
                  <a:gd name="T26" fmla="*/ 317 w 459"/>
                  <a:gd name="T27" fmla="*/ 0 h 213"/>
                  <a:gd name="T28" fmla="*/ 317 w 459"/>
                  <a:gd name="T29" fmla="*/ 130 h 213"/>
                  <a:gd name="T30" fmla="*/ 328 w 459"/>
                  <a:gd name="T31" fmla="*/ 71 h 213"/>
                  <a:gd name="T32" fmla="*/ 347 w 459"/>
                  <a:gd name="T33" fmla="*/ 0 h 213"/>
                  <a:gd name="T34" fmla="*/ 288 w 459"/>
                  <a:gd name="T35" fmla="*/ 194 h 213"/>
                  <a:gd name="T36" fmla="*/ 288 w 459"/>
                  <a:gd name="T37" fmla="*/ 0 h 213"/>
                  <a:gd name="T38" fmla="*/ 288 w 459"/>
                  <a:gd name="T39" fmla="*/ 71 h 213"/>
                  <a:gd name="T40" fmla="*/ 298 w 459"/>
                  <a:gd name="T41" fmla="*/ 130 h 213"/>
                  <a:gd name="T42" fmla="*/ 317 w 459"/>
                  <a:gd name="T43" fmla="*/ 0 h 213"/>
                  <a:gd name="T44" fmla="*/ 257 w 459"/>
                  <a:gd name="T45" fmla="*/ 194 h 213"/>
                  <a:gd name="T46" fmla="*/ 257 w 459"/>
                  <a:gd name="T47" fmla="*/ 0 h 213"/>
                  <a:gd name="T48" fmla="*/ 257 w 459"/>
                  <a:gd name="T49" fmla="*/ 130 h 213"/>
                  <a:gd name="T50" fmla="*/ 267 w 459"/>
                  <a:gd name="T51" fmla="*/ 71 h 213"/>
                  <a:gd name="T52" fmla="*/ 288 w 459"/>
                  <a:gd name="T53" fmla="*/ 0 h 213"/>
                  <a:gd name="T54" fmla="*/ 227 w 459"/>
                  <a:gd name="T55" fmla="*/ 194 h 213"/>
                  <a:gd name="T56" fmla="*/ 227 w 459"/>
                  <a:gd name="T57" fmla="*/ 0 h 213"/>
                  <a:gd name="T58" fmla="*/ 227 w 459"/>
                  <a:gd name="T59" fmla="*/ 71 h 213"/>
                  <a:gd name="T60" fmla="*/ 239 w 459"/>
                  <a:gd name="T61" fmla="*/ 130 h 213"/>
                  <a:gd name="T62" fmla="*/ 257 w 459"/>
                  <a:gd name="T63" fmla="*/ 0 h 213"/>
                  <a:gd name="T64" fmla="*/ 198 w 459"/>
                  <a:gd name="T65" fmla="*/ 194 h 213"/>
                  <a:gd name="T66" fmla="*/ 198 w 459"/>
                  <a:gd name="T67" fmla="*/ 0 h 213"/>
                  <a:gd name="T68" fmla="*/ 198 w 459"/>
                  <a:gd name="T69" fmla="*/ 130 h 213"/>
                  <a:gd name="T70" fmla="*/ 208 w 459"/>
                  <a:gd name="T71" fmla="*/ 71 h 213"/>
                  <a:gd name="T72" fmla="*/ 227 w 459"/>
                  <a:gd name="T73" fmla="*/ 0 h 213"/>
                  <a:gd name="T74" fmla="*/ 168 w 459"/>
                  <a:gd name="T75" fmla="*/ 194 h 213"/>
                  <a:gd name="T76" fmla="*/ 168 w 459"/>
                  <a:gd name="T77" fmla="*/ 0 h 213"/>
                  <a:gd name="T78" fmla="*/ 168 w 459"/>
                  <a:gd name="T79" fmla="*/ 71 h 213"/>
                  <a:gd name="T80" fmla="*/ 177 w 459"/>
                  <a:gd name="T81" fmla="*/ 130 h 213"/>
                  <a:gd name="T82" fmla="*/ 198 w 459"/>
                  <a:gd name="T83" fmla="*/ 0 h 213"/>
                  <a:gd name="T84" fmla="*/ 137 w 459"/>
                  <a:gd name="T85" fmla="*/ 194 h 213"/>
                  <a:gd name="T86" fmla="*/ 137 w 459"/>
                  <a:gd name="T87" fmla="*/ 0 h 213"/>
                  <a:gd name="T88" fmla="*/ 137 w 459"/>
                  <a:gd name="T89" fmla="*/ 130 h 213"/>
                  <a:gd name="T90" fmla="*/ 146 w 459"/>
                  <a:gd name="T91" fmla="*/ 71 h 213"/>
                  <a:gd name="T92" fmla="*/ 168 w 459"/>
                  <a:gd name="T93" fmla="*/ 0 h 213"/>
                  <a:gd name="T94" fmla="*/ 106 w 459"/>
                  <a:gd name="T95" fmla="*/ 194 h 213"/>
                  <a:gd name="T96" fmla="*/ 106 w 459"/>
                  <a:gd name="T97" fmla="*/ 0 h 213"/>
                  <a:gd name="T98" fmla="*/ 106 w 459"/>
                  <a:gd name="T99" fmla="*/ 71 h 213"/>
                  <a:gd name="T100" fmla="*/ 118 w 459"/>
                  <a:gd name="T101" fmla="*/ 130 h 213"/>
                  <a:gd name="T102" fmla="*/ 137 w 459"/>
                  <a:gd name="T103" fmla="*/ 0 h 213"/>
                  <a:gd name="T104" fmla="*/ 78 w 459"/>
                  <a:gd name="T105" fmla="*/ 194 h 213"/>
                  <a:gd name="T106" fmla="*/ 78 w 459"/>
                  <a:gd name="T107" fmla="*/ 0 h 213"/>
                  <a:gd name="T108" fmla="*/ 78 w 459"/>
                  <a:gd name="T109" fmla="*/ 130 h 213"/>
                  <a:gd name="T110" fmla="*/ 87 w 459"/>
                  <a:gd name="T111" fmla="*/ 71 h 213"/>
                  <a:gd name="T112" fmla="*/ 106 w 459"/>
                  <a:gd name="T113" fmla="*/ 0 h 213"/>
                  <a:gd name="T114" fmla="*/ 78 w 459"/>
                  <a:gd name="T115" fmla="*/ 154 h 213"/>
                  <a:gd name="T116" fmla="*/ 56 w 459"/>
                  <a:gd name="T117" fmla="*/ 90 h 213"/>
                  <a:gd name="T118" fmla="*/ 47 w 459"/>
                  <a:gd name="T119" fmla="*/ 31 h 213"/>
                  <a:gd name="T120" fmla="*/ 47 w 459"/>
                  <a:gd name="T121" fmla="*/ 213 h 213"/>
                  <a:gd name="T122" fmla="*/ 26 w 459"/>
                  <a:gd name="T123" fmla="*/ 71 h 213"/>
                  <a:gd name="T124" fmla="*/ 47 w 459"/>
                  <a:gd name="T12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459" h="213">
                    <a:moveTo>
                      <a:pt x="409" y="213"/>
                    </a:moveTo>
                    <a:lnTo>
                      <a:pt x="459" y="213"/>
                    </a:lnTo>
                    <a:lnTo>
                      <a:pt x="459" y="0"/>
                    </a:lnTo>
                    <a:lnTo>
                      <a:pt x="409" y="0"/>
                    </a:lnTo>
                    <a:lnTo>
                      <a:pt x="409" y="31"/>
                    </a:lnTo>
                    <a:lnTo>
                      <a:pt x="428" y="31"/>
                    </a:lnTo>
                    <a:lnTo>
                      <a:pt x="428" y="71"/>
                    </a:lnTo>
                    <a:lnTo>
                      <a:pt x="409" y="71"/>
                    </a:lnTo>
                    <a:lnTo>
                      <a:pt x="409" y="213"/>
                    </a:lnTo>
                    <a:close/>
                    <a:moveTo>
                      <a:pt x="378" y="213"/>
                    </a:moveTo>
                    <a:lnTo>
                      <a:pt x="409" y="213"/>
                    </a:lnTo>
                    <a:lnTo>
                      <a:pt x="409" y="71"/>
                    </a:lnTo>
                    <a:lnTo>
                      <a:pt x="388" y="71"/>
                    </a:lnTo>
                    <a:lnTo>
                      <a:pt x="388" y="31"/>
                    </a:lnTo>
                    <a:lnTo>
                      <a:pt x="388" y="31"/>
                    </a:lnTo>
                    <a:lnTo>
                      <a:pt x="409" y="31"/>
                    </a:lnTo>
                    <a:lnTo>
                      <a:pt x="409" y="0"/>
                    </a:lnTo>
                    <a:lnTo>
                      <a:pt x="378" y="0"/>
                    </a:lnTo>
                    <a:lnTo>
                      <a:pt x="378" y="90"/>
                    </a:lnTo>
                    <a:lnTo>
                      <a:pt x="397" y="90"/>
                    </a:lnTo>
                    <a:lnTo>
                      <a:pt x="397" y="130"/>
                    </a:lnTo>
                    <a:lnTo>
                      <a:pt x="397" y="130"/>
                    </a:lnTo>
                    <a:lnTo>
                      <a:pt x="378" y="130"/>
                    </a:lnTo>
                    <a:lnTo>
                      <a:pt x="378" y="154"/>
                    </a:lnTo>
                    <a:lnTo>
                      <a:pt x="378" y="154"/>
                    </a:lnTo>
                    <a:lnTo>
                      <a:pt x="378" y="194"/>
                    </a:lnTo>
                    <a:lnTo>
                      <a:pt x="378" y="194"/>
                    </a:lnTo>
                    <a:lnTo>
                      <a:pt x="378" y="194"/>
                    </a:lnTo>
                    <a:lnTo>
                      <a:pt x="378" y="213"/>
                    </a:lnTo>
                    <a:close/>
                    <a:moveTo>
                      <a:pt x="347" y="213"/>
                    </a:moveTo>
                    <a:lnTo>
                      <a:pt x="378" y="213"/>
                    </a:lnTo>
                    <a:lnTo>
                      <a:pt x="378" y="194"/>
                    </a:lnTo>
                    <a:lnTo>
                      <a:pt x="347" y="194"/>
                    </a:lnTo>
                    <a:lnTo>
                      <a:pt x="347" y="213"/>
                    </a:lnTo>
                    <a:lnTo>
                      <a:pt x="347" y="213"/>
                    </a:lnTo>
                    <a:close/>
                    <a:moveTo>
                      <a:pt x="378" y="0"/>
                    </a:moveTo>
                    <a:lnTo>
                      <a:pt x="347" y="0"/>
                    </a:lnTo>
                    <a:lnTo>
                      <a:pt x="347" y="31"/>
                    </a:lnTo>
                    <a:lnTo>
                      <a:pt x="369" y="31"/>
                    </a:lnTo>
                    <a:lnTo>
                      <a:pt x="369" y="71"/>
                    </a:lnTo>
                    <a:lnTo>
                      <a:pt x="347" y="71"/>
                    </a:lnTo>
                    <a:lnTo>
                      <a:pt x="347" y="154"/>
                    </a:lnTo>
                    <a:lnTo>
                      <a:pt x="378" y="154"/>
                    </a:lnTo>
                    <a:lnTo>
                      <a:pt x="378" y="130"/>
                    </a:lnTo>
                    <a:lnTo>
                      <a:pt x="357" y="130"/>
                    </a:lnTo>
                    <a:lnTo>
                      <a:pt x="357" y="90"/>
                    </a:lnTo>
                    <a:lnTo>
                      <a:pt x="378" y="90"/>
                    </a:lnTo>
                    <a:lnTo>
                      <a:pt x="378" y="0"/>
                    </a:lnTo>
                    <a:close/>
                    <a:moveTo>
                      <a:pt x="317" y="213"/>
                    </a:moveTo>
                    <a:lnTo>
                      <a:pt x="347" y="213"/>
                    </a:lnTo>
                    <a:lnTo>
                      <a:pt x="347" y="194"/>
                    </a:lnTo>
                    <a:lnTo>
                      <a:pt x="317" y="194"/>
                    </a:lnTo>
                    <a:lnTo>
                      <a:pt x="317" y="213"/>
                    </a:lnTo>
                    <a:lnTo>
                      <a:pt x="317" y="213"/>
                    </a:lnTo>
                    <a:close/>
                    <a:moveTo>
                      <a:pt x="347" y="0"/>
                    </a:moveTo>
                    <a:lnTo>
                      <a:pt x="317" y="0"/>
                    </a:lnTo>
                    <a:lnTo>
                      <a:pt x="317" y="90"/>
                    </a:lnTo>
                    <a:lnTo>
                      <a:pt x="338" y="90"/>
                    </a:lnTo>
                    <a:lnTo>
                      <a:pt x="338" y="130"/>
                    </a:lnTo>
                    <a:lnTo>
                      <a:pt x="317" y="130"/>
                    </a:lnTo>
                    <a:lnTo>
                      <a:pt x="317" y="154"/>
                    </a:lnTo>
                    <a:lnTo>
                      <a:pt x="347" y="154"/>
                    </a:lnTo>
                    <a:lnTo>
                      <a:pt x="347" y="71"/>
                    </a:lnTo>
                    <a:lnTo>
                      <a:pt x="328" y="71"/>
                    </a:lnTo>
                    <a:lnTo>
                      <a:pt x="328" y="31"/>
                    </a:lnTo>
                    <a:lnTo>
                      <a:pt x="328" y="31"/>
                    </a:lnTo>
                    <a:lnTo>
                      <a:pt x="347" y="31"/>
                    </a:lnTo>
                    <a:lnTo>
                      <a:pt x="347" y="0"/>
                    </a:lnTo>
                    <a:close/>
                    <a:moveTo>
                      <a:pt x="288" y="213"/>
                    </a:moveTo>
                    <a:lnTo>
                      <a:pt x="317" y="213"/>
                    </a:lnTo>
                    <a:lnTo>
                      <a:pt x="317" y="194"/>
                    </a:lnTo>
                    <a:lnTo>
                      <a:pt x="288" y="194"/>
                    </a:lnTo>
                    <a:lnTo>
                      <a:pt x="288" y="213"/>
                    </a:lnTo>
                    <a:lnTo>
                      <a:pt x="288" y="213"/>
                    </a:lnTo>
                    <a:close/>
                    <a:moveTo>
                      <a:pt x="317" y="0"/>
                    </a:moveTo>
                    <a:lnTo>
                      <a:pt x="288" y="0"/>
                    </a:lnTo>
                    <a:lnTo>
                      <a:pt x="288" y="31"/>
                    </a:lnTo>
                    <a:lnTo>
                      <a:pt x="307" y="31"/>
                    </a:lnTo>
                    <a:lnTo>
                      <a:pt x="307" y="71"/>
                    </a:lnTo>
                    <a:lnTo>
                      <a:pt x="288" y="71"/>
                    </a:lnTo>
                    <a:lnTo>
                      <a:pt x="288" y="154"/>
                    </a:lnTo>
                    <a:lnTo>
                      <a:pt x="317" y="154"/>
                    </a:lnTo>
                    <a:lnTo>
                      <a:pt x="317" y="130"/>
                    </a:lnTo>
                    <a:lnTo>
                      <a:pt x="298" y="130"/>
                    </a:lnTo>
                    <a:lnTo>
                      <a:pt x="298" y="130"/>
                    </a:lnTo>
                    <a:lnTo>
                      <a:pt x="298" y="90"/>
                    </a:lnTo>
                    <a:lnTo>
                      <a:pt x="317" y="90"/>
                    </a:lnTo>
                    <a:lnTo>
                      <a:pt x="317" y="0"/>
                    </a:lnTo>
                    <a:close/>
                    <a:moveTo>
                      <a:pt x="257" y="213"/>
                    </a:moveTo>
                    <a:lnTo>
                      <a:pt x="288" y="213"/>
                    </a:lnTo>
                    <a:lnTo>
                      <a:pt x="288" y="194"/>
                    </a:lnTo>
                    <a:lnTo>
                      <a:pt x="257" y="194"/>
                    </a:lnTo>
                    <a:lnTo>
                      <a:pt x="257" y="213"/>
                    </a:lnTo>
                    <a:lnTo>
                      <a:pt x="257" y="213"/>
                    </a:lnTo>
                    <a:close/>
                    <a:moveTo>
                      <a:pt x="288" y="0"/>
                    </a:moveTo>
                    <a:lnTo>
                      <a:pt x="257" y="0"/>
                    </a:lnTo>
                    <a:lnTo>
                      <a:pt x="257" y="90"/>
                    </a:lnTo>
                    <a:lnTo>
                      <a:pt x="276" y="90"/>
                    </a:lnTo>
                    <a:lnTo>
                      <a:pt x="276" y="130"/>
                    </a:lnTo>
                    <a:lnTo>
                      <a:pt x="257" y="130"/>
                    </a:lnTo>
                    <a:lnTo>
                      <a:pt x="257" y="154"/>
                    </a:lnTo>
                    <a:lnTo>
                      <a:pt x="288" y="154"/>
                    </a:lnTo>
                    <a:lnTo>
                      <a:pt x="288" y="71"/>
                    </a:lnTo>
                    <a:lnTo>
                      <a:pt x="267" y="71"/>
                    </a:lnTo>
                    <a:lnTo>
                      <a:pt x="267" y="31"/>
                    </a:lnTo>
                    <a:lnTo>
                      <a:pt x="267" y="31"/>
                    </a:lnTo>
                    <a:lnTo>
                      <a:pt x="288" y="31"/>
                    </a:lnTo>
                    <a:lnTo>
                      <a:pt x="288" y="0"/>
                    </a:lnTo>
                    <a:close/>
                    <a:moveTo>
                      <a:pt x="227" y="213"/>
                    </a:moveTo>
                    <a:lnTo>
                      <a:pt x="257" y="213"/>
                    </a:lnTo>
                    <a:lnTo>
                      <a:pt x="257" y="194"/>
                    </a:lnTo>
                    <a:lnTo>
                      <a:pt x="227" y="194"/>
                    </a:lnTo>
                    <a:lnTo>
                      <a:pt x="227" y="213"/>
                    </a:lnTo>
                    <a:lnTo>
                      <a:pt x="227" y="213"/>
                    </a:lnTo>
                    <a:close/>
                    <a:moveTo>
                      <a:pt x="257" y="0"/>
                    </a:moveTo>
                    <a:lnTo>
                      <a:pt x="227" y="0"/>
                    </a:lnTo>
                    <a:lnTo>
                      <a:pt x="227" y="31"/>
                    </a:lnTo>
                    <a:lnTo>
                      <a:pt x="248" y="31"/>
                    </a:lnTo>
                    <a:lnTo>
                      <a:pt x="248" y="71"/>
                    </a:lnTo>
                    <a:lnTo>
                      <a:pt x="227" y="71"/>
                    </a:lnTo>
                    <a:lnTo>
                      <a:pt x="227" y="154"/>
                    </a:lnTo>
                    <a:lnTo>
                      <a:pt x="257" y="154"/>
                    </a:lnTo>
                    <a:lnTo>
                      <a:pt x="257" y="130"/>
                    </a:lnTo>
                    <a:lnTo>
                      <a:pt x="239" y="130"/>
                    </a:lnTo>
                    <a:lnTo>
                      <a:pt x="239" y="130"/>
                    </a:lnTo>
                    <a:lnTo>
                      <a:pt x="239" y="90"/>
                    </a:lnTo>
                    <a:lnTo>
                      <a:pt x="257" y="90"/>
                    </a:lnTo>
                    <a:lnTo>
                      <a:pt x="257" y="0"/>
                    </a:lnTo>
                    <a:close/>
                    <a:moveTo>
                      <a:pt x="198" y="213"/>
                    </a:moveTo>
                    <a:lnTo>
                      <a:pt x="227" y="213"/>
                    </a:lnTo>
                    <a:lnTo>
                      <a:pt x="227" y="194"/>
                    </a:lnTo>
                    <a:lnTo>
                      <a:pt x="198" y="194"/>
                    </a:lnTo>
                    <a:lnTo>
                      <a:pt x="198" y="213"/>
                    </a:lnTo>
                    <a:lnTo>
                      <a:pt x="198" y="213"/>
                    </a:lnTo>
                    <a:close/>
                    <a:moveTo>
                      <a:pt x="227" y="0"/>
                    </a:moveTo>
                    <a:lnTo>
                      <a:pt x="198" y="0"/>
                    </a:lnTo>
                    <a:lnTo>
                      <a:pt x="198" y="90"/>
                    </a:lnTo>
                    <a:lnTo>
                      <a:pt x="217" y="90"/>
                    </a:lnTo>
                    <a:lnTo>
                      <a:pt x="217" y="130"/>
                    </a:lnTo>
                    <a:lnTo>
                      <a:pt x="198" y="130"/>
                    </a:lnTo>
                    <a:lnTo>
                      <a:pt x="198" y="154"/>
                    </a:lnTo>
                    <a:lnTo>
                      <a:pt x="227" y="154"/>
                    </a:lnTo>
                    <a:lnTo>
                      <a:pt x="227" y="71"/>
                    </a:lnTo>
                    <a:lnTo>
                      <a:pt x="208" y="71"/>
                    </a:lnTo>
                    <a:lnTo>
                      <a:pt x="208" y="31"/>
                    </a:lnTo>
                    <a:lnTo>
                      <a:pt x="208" y="31"/>
                    </a:lnTo>
                    <a:lnTo>
                      <a:pt x="227" y="31"/>
                    </a:lnTo>
                    <a:lnTo>
                      <a:pt x="227" y="0"/>
                    </a:lnTo>
                    <a:close/>
                    <a:moveTo>
                      <a:pt x="168" y="213"/>
                    </a:moveTo>
                    <a:lnTo>
                      <a:pt x="198" y="213"/>
                    </a:lnTo>
                    <a:lnTo>
                      <a:pt x="198" y="194"/>
                    </a:lnTo>
                    <a:lnTo>
                      <a:pt x="168" y="194"/>
                    </a:lnTo>
                    <a:lnTo>
                      <a:pt x="168" y="213"/>
                    </a:lnTo>
                    <a:lnTo>
                      <a:pt x="168" y="213"/>
                    </a:lnTo>
                    <a:close/>
                    <a:moveTo>
                      <a:pt x="198" y="0"/>
                    </a:moveTo>
                    <a:lnTo>
                      <a:pt x="168" y="0"/>
                    </a:lnTo>
                    <a:lnTo>
                      <a:pt x="168" y="31"/>
                    </a:lnTo>
                    <a:lnTo>
                      <a:pt x="186" y="31"/>
                    </a:lnTo>
                    <a:lnTo>
                      <a:pt x="186" y="71"/>
                    </a:lnTo>
                    <a:lnTo>
                      <a:pt x="168" y="71"/>
                    </a:lnTo>
                    <a:lnTo>
                      <a:pt x="168" y="154"/>
                    </a:lnTo>
                    <a:lnTo>
                      <a:pt x="198" y="154"/>
                    </a:lnTo>
                    <a:lnTo>
                      <a:pt x="198" y="130"/>
                    </a:lnTo>
                    <a:lnTo>
                      <a:pt x="177" y="130"/>
                    </a:lnTo>
                    <a:lnTo>
                      <a:pt x="177" y="130"/>
                    </a:lnTo>
                    <a:lnTo>
                      <a:pt x="177" y="90"/>
                    </a:lnTo>
                    <a:lnTo>
                      <a:pt x="198" y="90"/>
                    </a:lnTo>
                    <a:lnTo>
                      <a:pt x="198" y="0"/>
                    </a:lnTo>
                    <a:close/>
                    <a:moveTo>
                      <a:pt x="137" y="213"/>
                    </a:moveTo>
                    <a:lnTo>
                      <a:pt x="168" y="213"/>
                    </a:lnTo>
                    <a:lnTo>
                      <a:pt x="168" y="194"/>
                    </a:lnTo>
                    <a:lnTo>
                      <a:pt x="137" y="194"/>
                    </a:lnTo>
                    <a:lnTo>
                      <a:pt x="137" y="213"/>
                    </a:lnTo>
                    <a:lnTo>
                      <a:pt x="137" y="213"/>
                    </a:lnTo>
                    <a:close/>
                    <a:moveTo>
                      <a:pt x="168" y="0"/>
                    </a:moveTo>
                    <a:lnTo>
                      <a:pt x="137" y="0"/>
                    </a:lnTo>
                    <a:lnTo>
                      <a:pt x="137" y="90"/>
                    </a:lnTo>
                    <a:lnTo>
                      <a:pt x="158" y="90"/>
                    </a:lnTo>
                    <a:lnTo>
                      <a:pt x="158" y="130"/>
                    </a:lnTo>
                    <a:lnTo>
                      <a:pt x="137" y="130"/>
                    </a:lnTo>
                    <a:lnTo>
                      <a:pt x="137" y="154"/>
                    </a:lnTo>
                    <a:lnTo>
                      <a:pt x="168" y="154"/>
                    </a:lnTo>
                    <a:lnTo>
                      <a:pt x="168" y="71"/>
                    </a:lnTo>
                    <a:lnTo>
                      <a:pt x="146" y="71"/>
                    </a:lnTo>
                    <a:lnTo>
                      <a:pt x="146" y="31"/>
                    </a:lnTo>
                    <a:lnTo>
                      <a:pt x="146" y="31"/>
                    </a:lnTo>
                    <a:lnTo>
                      <a:pt x="168" y="31"/>
                    </a:lnTo>
                    <a:lnTo>
                      <a:pt x="168" y="0"/>
                    </a:lnTo>
                    <a:close/>
                    <a:moveTo>
                      <a:pt x="106" y="213"/>
                    </a:moveTo>
                    <a:lnTo>
                      <a:pt x="137" y="213"/>
                    </a:lnTo>
                    <a:lnTo>
                      <a:pt x="137" y="194"/>
                    </a:lnTo>
                    <a:lnTo>
                      <a:pt x="106" y="194"/>
                    </a:lnTo>
                    <a:lnTo>
                      <a:pt x="106" y="213"/>
                    </a:lnTo>
                    <a:lnTo>
                      <a:pt x="106" y="213"/>
                    </a:lnTo>
                    <a:close/>
                    <a:moveTo>
                      <a:pt x="137" y="0"/>
                    </a:moveTo>
                    <a:lnTo>
                      <a:pt x="106" y="0"/>
                    </a:lnTo>
                    <a:lnTo>
                      <a:pt x="106" y="31"/>
                    </a:lnTo>
                    <a:lnTo>
                      <a:pt x="127" y="31"/>
                    </a:lnTo>
                    <a:lnTo>
                      <a:pt x="127" y="71"/>
                    </a:lnTo>
                    <a:lnTo>
                      <a:pt x="106" y="71"/>
                    </a:lnTo>
                    <a:lnTo>
                      <a:pt x="106" y="154"/>
                    </a:lnTo>
                    <a:lnTo>
                      <a:pt x="137" y="154"/>
                    </a:lnTo>
                    <a:lnTo>
                      <a:pt x="137" y="130"/>
                    </a:lnTo>
                    <a:lnTo>
                      <a:pt x="118" y="130"/>
                    </a:lnTo>
                    <a:lnTo>
                      <a:pt x="118" y="130"/>
                    </a:lnTo>
                    <a:lnTo>
                      <a:pt x="118" y="90"/>
                    </a:lnTo>
                    <a:lnTo>
                      <a:pt x="137" y="90"/>
                    </a:lnTo>
                    <a:lnTo>
                      <a:pt x="137" y="0"/>
                    </a:lnTo>
                    <a:close/>
                    <a:moveTo>
                      <a:pt x="78" y="213"/>
                    </a:moveTo>
                    <a:lnTo>
                      <a:pt x="106" y="213"/>
                    </a:lnTo>
                    <a:lnTo>
                      <a:pt x="106" y="194"/>
                    </a:lnTo>
                    <a:lnTo>
                      <a:pt x="78" y="194"/>
                    </a:lnTo>
                    <a:lnTo>
                      <a:pt x="78" y="213"/>
                    </a:lnTo>
                    <a:lnTo>
                      <a:pt x="78" y="213"/>
                    </a:lnTo>
                    <a:close/>
                    <a:moveTo>
                      <a:pt x="106" y="0"/>
                    </a:moveTo>
                    <a:lnTo>
                      <a:pt x="78" y="0"/>
                    </a:lnTo>
                    <a:lnTo>
                      <a:pt x="78" y="90"/>
                    </a:lnTo>
                    <a:lnTo>
                      <a:pt x="97" y="90"/>
                    </a:lnTo>
                    <a:lnTo>
                      <a:pt x="97" y="130"/>
                    </a:lnTo>
                    <a:lnTo>
                      <a:pt x="78" y="130"/>
                    </a:lnTo>
                    <a:lnTo>
                      <a:pt x="78" y="154"/>
                    </a:lnTo>
                    <a:lnTo>
                      <a:pt x="106" y="154"/>
                    </a:lnTo>
                    <a:lnTo>
                      <a:pt x="106" y="71"/>
                    </a:lnTo>
                    <a:lnTo>
                      <a:pt x="87" y="71"/>
                    </a:lnTo>
                    <a:lnTo>
                      <a:pt x="87" y="31"/>
                    </a:lnTo>
                    <a:lnTo>
                      <a:pt x="87" y="31"/>
                    </a:lnTo>
                    <a:lnTo>
                      <a:pt x="106" y="31"/>
                    </a:lnTo>
                    <a:lnTo>
                      <a:pt x="106" y="0"/>
                    </a:lnTo>
                    <a:close/>
                    <a:moveTo>
                      <a:pt x="47" y="213"/>
                    </a:moveTo>
                    <a:lnTo>
                      <a:pt x="78" y="213"/>
                    </a:lnTo>
                    <a:lnTo>
                      <a:pt x="78" y="194"/>
                    </a:lnTo>
                    <a:lnTo>
                      <a:pt x="78" y="154"/>
                    </a:lnTo>
                    <a:lnTo>
                      <a:pt x="78" y="130"/>
                    </a:lnTo>
                    <a:lnTo>
                      <a:pt x="56" y="130"/>
                    </a:lnTo>
                    <a:lnTo>
                      <a:pt x="56" y="130"/>
                    </a:lnTo>
                    <a:lnTo>
                      <a:pt x="56" y="90"/>
                    </a:lnTo>
                    <a:lnTo>
                      <a:pt x="78" y="90"/>
                    </a:lnTo>
                    <a:lnTo>
                      <a:pt x="78" y="0"/>
                    </a:lnTo>
                    <a:lnTo>
                      <a:pt x="47" y="0"/>
                    </a:lnTo>
                    <a:lnTo>
                      <a:pt x="47" y="31"/>
                    </a:lnTo>
                    <a:lnTo>
                      <a:pt x="66" y="31"/>
                    </a:lnTo>
                    <a:lnTo>
                      <a:pt x="66" y="71"/>
                    </a:lnTo>
                    <a:lnTo>
                      <a:pt x="47" y="71"/>
                    </a:lnTo>
                    <a:lnTo>
                      <a:pt x="47" y="213"/>
                    </a:lnTo>
                    <a:close/>
                    <a:moveTo>
                      <a:pt x="0" y="213"/>
                    </a:moveTo>
                    <a:lnTo>
                      <a:pt x="47" y="213"/>
                    </a:lnTo>
                    <a:lnTo>
                      <a:pt x="47" y="71"/>
                    </a:lnTo>
                    <a:lnTo>
                      <a:pt x="26" y="71"/>
                    </a:lnTo>
                    <a:lnTo>
                      <a:pt x="26" y="31"/>
                    </a:lnTo>
                    <a:lnTo>
                      <a:pt x="26" y="31"/>
                    </a:lnTo>
                    <a:lnTo>
                      <a:pt x="47" y="31"/>
                    </a:lnTo>
                    <a:lnTo>
                      <a:pt x="47" y="0"/>
                    </a:lnTo>
                    <a:lnTo>
                      <a:pt x="0" y="0"/>
                    </a:lnTo>
                    <a:lnTo>
                      <a:pt x="0" y="2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7" name="Freeform 175"/>
              <p:cNvSpPr/>
              <p:nvPr/>
            </p:nvSpPr>
            <p:spPr bwMode="auto">
              <a:xfrm>
                <a:off x="-2574925" y="2665412"/>
                <a:ext cx="420688" cy="101600"/>
              </a:xfrm>
              <a:custGeom>
                <a:avLst/>
                <a:gdLst>
                  <a:gd name="T0" fmla="*/ 0 w 112"/>
                  <a:gd name="T1" fmla="*/ 13 h 27"/>
                  <a:gd name="T2" fmla="*/ 8 w 112"/>
                  <a:gd name="T3" fmla="*/ 27 h 27"/>
                  <a:gd name="T4" fmla="*/ 56 w 112"/>
                  <a:gd name="T5" fmla="*/ 16 h 27"/>
                  <a:gd name="T6" fmla="*/ 104 w 112"/>
                  <a:gd name="T7" fmla="*/ 27 h 27"/>
                  <a:gd name="T8" fmla="*/ 112 w 112"/>
                  <a:gd name="T9" fmla="*/ 13 h 27"/>
                  <a:gd name="T10" fmla="*/ 56 w 112"/>
                  <a:gd name="T11" fmla="*/ 0 h 27"/>
                  <a:gd name="T12" fmla="*/ 0 w 112"/>
                  <a:gd name="T13" fmla="*/ 13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12" h="27">
                    <a:moveTo>
                      <a:pt x="0" y="13"/>
                    </a:moveTo>
                    <a:cubicBezTo>
                      <a:pt x="8" y="27"/>
                      <a:pt x="8" y="27"/>
                      <a:pt x="8" y="27"/>
                    </a:cubicBezTo>
                    <a:cubicBezTo>
                      <a:pt x="21" y="20"/>
                      <a:pt x="38" y="16"/>
                      <a:pt x="56" y="16"/>
                    </a:cubicBezTo>
                    <a:cubicBezTo>
                      <a:pt x="74" y="16"/>
                      <a:pt x="91" y="20"/>
                      <a:pt x="104" y="27"/>
                    </a:cubicBezTo>
                    <a:cubicBezTo>
                      <a:pt x="112" y="13"/>
                      <a:pt x="112" y="13"/>
                      <a:pt x="112" y="13"/>
                    </a:cubicBezTo>
                    <a:cubicBezTo>
                      <a:pt x="96" y="5"/>
                      <a:pt x="76" y="0"/>
                      <a:pt x="56" y="0"/>
                    </a:cubicBezTo>
                    <a:cubicBezTo>
                      <a:pt x="36" y="0"/>
                      <a:pt x="16" y="5"/>
                      <a:pt x="0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8" name="Freeform 176"/>
              <p:cNvSpPr/>
              <p:nvPr/>
            </p:nvSpPr>
            <p:spPr bwMode="auto">
              <a:xfrm>
                <a:off x="-2646363" y="2552700"/>
                <a:ext cx="563563" cy="117475"/>
              </a:xfrm>
              <a:custGeom>
                <a:avLst/>
                <a:gdLst>
                  <a:gd name="T0" fmla="*/ 150 w 150"/>
                  <a:gd name="T1" fmla="*/ 17 h 31"/>
                  <a:gd name="T2" fmla="*/ 75 w 150"/>
                  <a:gd name="T3" fmla="*/ 0 h 31"/>
                  <a:gd name="T4" fmla="*/ 0 w 150"/>
                  <a:gd name="T5" fmla="*/ 17 h 31"/>
                  <a:gd name="T6" fmla="*/ 8 w 150"/>
                  <a:gd name="T7" fmla="*/ 31 h 31"/>
                  <a:gd name="T8" fmla="*/ 75 w 150"/>
                  <a:gd name="T9" fmla="*/ 15 h 31"/>
                  <a:gd name="T10" fmla="*/ 142 w 150"/>
                  <a:gd name="T11" fmla="*/ 31 h 31"/>
                  <a:gd name="T12" fmla="*/ 150 w 150"/>
                  <a:gd name="T13" fmla="*/ 17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0" h="31">
                    <a:moveTo>
                      <a:pt x="150" y="17"/>
                    </a:moveTo>
                    <a:cubicBezTo>
                      <a:pt x="129" y="6"/>
                      <a:pt x="102" y="0"/>
                      <a:pt x="75" y="0"/>
                    </a:cubicBezTo>
                    <a:cubicBezTo>
                      <a:pt x="48" y="0"/>
                      <a:pt x="21" y="6"/>
                      <a:pt x="0" y="17"/>
                    </a:cubicBezTo>
                    <a:cubicBezTo>
                      <a:pt x="8" y="31"/>
                      <a:pt x="8" y="31"/>
                      <a:pt x="8" y="31"/>
                    </a:cubicBezTo>
                    <a:cubicBezTo>
                      <a:pt x="27" y="21"/>
                      <a:pt x="50" y="15"/>
                      <a:pt x="75" y="15"/>
                    </a:cubicBezTo>
                    <a:cubicBezTo>
                      <a:pt x="100" y="15"/>
                      <a:pt x="123" y="21"/>
                      <a:pt x="142" y="31"/>
                    </a:cubicBezTo>
                    <a:lnTo>
                      <a:pt x="150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69" name="Freeform 177"/>
              <p:cNvSpPr/>
              <p:nvPr/>
            </p:nvSpPr>
            <p:spPr bwMode="auto">
              <a:xfrm>
                <a:off x="-4422775" y="5965825"/>
                <a:ext cx="130175" cy="195263"/>
              </a:xfrm>
              <a:custGeom>
                <a:avLst/>
                <a:gdLst>
                  <a:gd name="T0" fmla="*/ 25 w 35"/>
                  <a:gd name="T1" fmla="*/ 49 h 52"/>
                  <a:gd name="T2" fmla="*/ 30 w 35"/>
                  <a:gd name="T3" fmla="*/ 41 h 52"/>
                  <a:gd name="T4" fmla="*/ 10 w 35"/>
                  <a:gd name="T5" fmla="*/ 8 h 52"/>
                  <a:gd name="T6" fmla="*/ 5 w 35"/>
                  <a:gd name="T7" fmla="*/ 0 h 52"/>
                  <a:gd name="T8" fmla="*/ 0 w 35"/>
                  <a:gd name="T9" fmla="*/ 9 h 52"/>
                  <a:gd name="T10" fmla="*/ 25 w 35"/>
                  <a:gd name="T11" fmla="*/ 49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5" h="52">
                    <a:moveTo>
                      <a:pt x="25" y="49"/>
                    </a:moveTo>
                    <a:cubicBezTo>
                      <a:pt x="31" y="52"/>
                      <a:pt x="35" y="44"/>
                      <a:pt x="30" y="41"/>
                    </a:cubicBezTo>
                    <a:cubicBezTo>
                      <a:pt x="18" y="34"/>
                      <a:pt x="10" y="21"/>
                      <a:pt x="10" y="8"/>
                    </a:cubicBezTo>
                    <a:cubicBezTo>
                      <a:pt x="8" y="5"/>
                      <a:pt x="6" y="3"/>
                      <a:pt x="5" y="0"/>
                    </a:cubicBezTo>
                    <a:cubicBezTo>
                      <a:pt x="4" y="3"/>
                      <a:pt x="2" y="6"/>
                      <a:pt x="0" y="9"/>
                    </a:cubicBezTo>
                    <a:cubicBezTo>
                      <a:pt x="1" y="25"/>
                      <a:pt x="11" y="41"/>
                      <a:pt x="25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0" name="Freeform 178"/>
              <p:cNvSpPr/>
              <p:nvPr/>
            </p:nvSpPr>
            <p:spPr bwMode="auto">
              <a:xfrm>
                <a:off x="-4333875" y="5613400"/>
                <a:ext cx="206375" cy="198438"/>
              </a:xfrm>
              <a:custGeom>
                <a:avLst/>
                <a:gdLst>
                  <a:gd name="T0" fmla="*/ 50 w 55"/>
                  <a:gd name="T1" fmla="*/ 17 h 53"/>
                  <a:gd name="T2" fmla="*/ 26 w 55"/>
                  <a:gd name="T3" fmla="*/ 0 h 53"/>
                  <a:gd name="T4" fmla="*/ 20 w 55"/>
                  <a:gd name="T5" fmla="*/ 1 h 53"/>
                  <a:gd name="T6" fmla="*/ 0 w 55"/>
                  <a:gd name="T7" fmla="*/ 13 h 53"/>
                  <a:gd name="T8" fmla="*/ 6 w 55"/>
                  <a:gd name="T9" fmla="*/ 18 h 53"/>
                  <a:gd name="T10" fmla="*/ 16 w 55"/>
                  <a:gd name="T11" fmla="*/ 14 h 53"/>
                  <a:gd name="T12" fmla="*/ 20 w 55"/>
                  <a:gd name="T13" fmla="*/ 14 h 53"/>
                  <a:gd name="T14" fmla="*/ 34 w 55"/>
                  <a:gd name="T15" fmla="*/ 23 h 53"/>
                  <a:gd name="T16" fmla="*/ 26 w 55"/>
                  <a:gd name="T17" fmla="*/ 41 h 53"/>
                  <a:gd name="T18" fmla="*/ 15 w 55"/>
                  <a:gd name="T19" fmla="*/ 45 h 53"/>
                  <a:gd name="T20" fmla="*/ 14 w 55"/>
                  <a:gd name="T21" fmla="*/ 52 h 53"/>
                  <a:gd name="T22" fmla="*/ 21 w 55"/>
                  <a:gd name="T23" fmla="*/ 53 h 53"/>
                  <a:gd name="T24" fmla="*/ 38 w 55"/>
                  <a:gd name="T25" fmla="*/ 49 h 53"/>
                  <a:gd name="T26" fmla="*/ 50 w 55"/>
                  <a:gd name="T27" fmla="*/ 17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53">
                    <a:moveTo>
                      <a:pt x="50" y="17"/>
                    </a:moveTo>
                    <a:cubicBezTo>
                      <a:pt x="46" y="6"/>
                      <a:pt x="36" y="0"/>
                      <a:pt x="26" y="0"/>
                    </a:cubicBezTo>
                    <a:cubicBezTo>
                      <a:pt x="24" y="0"/>
                      <a:pt x="22" y="0"/>
                      <a:pt x="20" y="1"/>
                    </a:cubicBezTo>
                    <a:cubicBezTo>
                      <a:pt x="13" y="2"/>
                      <a:pt x="6" y="7"/>
                      <a:pt x="0" y="13"/>
                    </a:cubicBezTo>
                    <a:cubicBezTo>
                      <a:pt x="2" y="15"/>
                      <a:pt x="4" y="17"/>
                      <a:pt x="6" y="18"/>
                    </a:cubicBezTo>
                    <a:cubicBezTo>
                      <a:pt x="9" y="16"/>
                      <a:pt x="13" y="15"/>
                      <a:pt x="16" y="14"/>
                    </a:cubicBezTo>
                    <a:cubicBezTo>
                      <a:pt x="17" y="14"/>
                      <a:pt x="18" y="14"/>
                      <a:pt x="20" y="14"/>
                    </a:cubicBezTo>
                    <a:cubicBezTo>
                      <a:pt x="26" y="14"/>
                      <a:pt x="32" y="17"/>
                      <a:pt x="34" y="23"/>
                    </a:cubicBezTo>
                    <a:cubicBezTo>
                      <a:pt x="36" y="30"/>
                      <a:pt x="33" y="37"/>
                      <a:pt x="26" y="41"/>
                    </a:cubicBezTo>
                    <a:cubicBezTo>
                      <a:pt x="23" y="43"/>
                      <a:pt x="19" y="44"/>
                      <a:pt x="15" y="45"/>
                    </a:cubicBezTo>
                    <a:cubicBezTo>
                      <a:pt x="15" y="47"/>
                      <a:pt x="15" y="50"/>
                      <a:pt x="14" y="52"/>
                    </a:cubicBezTo>
                    <a:cubicBezTo>
                      <a:pt x="16" y="53"/>
                      <a:pt x="19" y="53"/>
                      <a:pt x="21" y="53"/>
                    </a:cubicBezTo>
                    <a:cubicBezTo>
                      <a:pt x="27" y="53"/>
                      <a:pt x="33" y="52"/>
                      <a:pt x="38" y="49"/>
                    </a:cubicBezTo>
                    <a:cubicBezTo>
                      <a:pt x="49" y="43"/>
                      <a:pt x="55" y="29"/>
                      <a:pt x="50" y="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1" name="Freeform 179"/>
              <p:cNvSpPr/>
              <p:nvPr/>
            </p:nvSpPr>
            <p:spPr bwMode="auto">
              <a:xfrm>
                <a:off x="-4521200" y="5489575"/>
                <a:ext cx="198438" cy="176213"/>
              </a:xfrm>
              <a:custGeom>
                <a:avLst/>
                <a:gdLst>
                  <a:gd name="T0" fmla="*/ 52 w 53"/>
                  <a:gd name="T1" fmla="*/ 22 h 47"/>
                  <a:gd name="T2" fmla="*/ 27 w 53"/>
                  <a:gd name="T3" fmla="*/ 0 h 47"/>
                  <a:gd name="T4" fmla="*/ 25 w 53"/>
                  <a:gd name="T5" fmla="*/ 1 h 47"/>
                  <a:gd name="T6" fmla="*/ 1 w 53"/>
                  <a:gd name="T7" fmla="*/ 24 h 47"/>
                  <a:gd name="T8" fmla="*/ 7 w 53"/>
                  <a:gd name="T9" fmla="*/ 47 h 47"/>
                  <a:gd name="T10" fmla="*/ 13 w 53"/>
                  <a:gd name="T11" fmla="*/ 43 h 47"/>
                  <a:gd name="T12" fmla="*/ 12 w 53"/>
                  <a:gd name="T13" fmla="*/ 32 h 47"/>
                  <a:gd name="T14" fmla="*/ 26 w 53"/>
                  <a:gd name="T15" fmla="*/ 18 h 47"/>
                  <a:gd name="T16" fmla="*/ 27 w 53"/>
                  <a:gd name="T17" fmla="*/ 18 h 47"/>
                  <a:gd name="T18" fmla="*/ 41 w 53"/>
                  <a:gd name="T19" fmla="*/ 31 h 47"/>
                  <a:gd name="T20" fmla="*/ 41 w 53"/>
                  <a:gd name="T21" fmla="*/ 42 h 47"/>
                  <a:gd name="T22" fmla="*/ 48 w 53"/>
                  <a:gd name="T23" fmla="*/ 45 h 47"/>
                  <a:gd name="T24" fmla="*/ 52 w 53"/>
                  <a:gd name="T25" fmla="*/ 22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3" h="47">
                    <a:moveTo>
                      <a:pt x="52" y="22"/>
                    </a:moveTo>
                    <a:cubicBezTo>
                      <a:pt x="50" y="10"/>
                      <a:pt x="40" y="0"/>
                      <a:pt x="27" y="0"/>
                    </a:cubicBezTo>
                    <a:cubicBezTo>
                      <a:pt x="26" y="0"/>
                      <a:pt x="26" y="0"/>
                      <a:pt x="25" y="1"/>
                    </a:cubicBezTo>
                    <a:cubicBezTo>
                      <a:pt x="12" y="1"/>
                      <a:pt x="2" y="12"/>
                      <a:pt x="1" y="24"/>
                    </a:cubicBezTo>
                    <a:cubicBezTo>
                      <a:pt x="0" y="32"/>
                      <a:pt x="2" y="40"/>
                      <a:pt x="7" y="47"/>
                    </a:cubicBezTo>
                    <a:cubicBezTo>
                      <a:pt x="9" y="46"/>
                      <a:pt x="11" y="44"/>
                      <a:pt x="13" y="43"/>
                    </a:cubicBezTo>
                    <a:cubicBezTo>
                      <a:pt x="12" y="39"/>
                      <a:pt x="12" y="35"/>
                      <a:pt x="12" y="32"/>
                    </a:cubicBezTo>
                    <a:cubicBezTo>
                      <a:pt x="13" y="24"/>
                      <a:pt x="19" y="18"/>
                      <a:pt x="26" y="18"/>
                    </a:cubicBezTo>
                    <a:cubicBezTo>
                      <a:pt x="26" y="18"/>
                      <a:pt x="26" y="18"/>
                      <a:pt x="27" y="18"/>
                    </a:cubicBezTo>
                    <a:cubicBezTo>
                      <a:pt x="34" y="18"/>
                      <a:pt x="39" y="23"/>
                      <a:pt x="41" y="31"/>
                    </a:cubicBezTo>
                    <a:cubicBezTo>
                      <a:pt x="42" y="34"/>
                      <a:pt x="42" y="38"/>
                      <a:pt x="41" y="42"/>
                    </a:cubicBezTo>
                    <a:cubicBezTo>
                      <a:pt x="44" y="43"/>
                      <a:pt x="46" y="44"/>
                      <a:pt x="48" y="45"/>
                    </a:cubicBezTo>
                    <a:cubicBezTo>
                      <a:pt x="52" y="37"/>
                      <a:pt x="53" y="29"/>
                      <a:pt x="52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2" name="Freeform 180"/>
              <p:cNvSpPr/>
              <p:nvPr/>
            </p:nvSpPr>
            <p:spPr bwMode="auto">
              <a:xfrm>
                <a:off x="-4452938" y="5737225"/>
                <a:ext cx="77788" cy="79375"/>
              </a:xfrm>
              <a:custGeom>
                <a:avLst/>
                <a:gdLst>
                  <a:gd name="T0" fmla="*/ 11 w 21"/>
                  <a:gd name="T1" fmla="*/ 0 h 21"/>
                  <a:gd name="T2" fmla="*/ 11 w 21"/>
                  <a:gd name="T3" fmla="*/ 0 h 21"/>
                  <a:gd name="T4" fmla="*/ 0 w 21"/>
                  <a:gd name="T5" fmla="*/ 10 h 21"/>
                  <a:gd name="T6" fmla="*/ 11 w 21"/>
                  <a:gd name="T7" fmla="*/ 21 h 21"/>
                  <a:gd name="T8" fmla="*/ 11 w 21"/>
                  <a:gd name="T9" fmla="*/ 21 h 21"/>
                  <a:gd name="T10" fmla="*/ 21 w 21"/>
                  <a:gd name="T11" fmla="*/ 10 h 21"/>
                  <a:gd name="T12" fmla="*/ 11 w 21"/>
                  <a:gd name="T1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" h="21">
                    <a:moveTo>
                      <a:pt x="11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1" y="4"/>
                      <a:pt x="0" y="10"/>
                    </a:cubicBezTo>
                    <a:cubicBezTo>
                      <a:pt x="0" y="16"/>
                      <a:pt x="5" y="20"/>
                      <a:pt x="11" y="21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6" y="21"/>
                      <a:pt x="21" y="16"/>
                      <a:pt x="21" y="10"/>
                    </a:cubicBezTo>
                    <a:cubicBezTo>
                      <a:pt x="21" y="5"/>
                      <a:pt x="17" y="0"/>
                      <a:pt x="1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3" name="Freeform 181"/>
              <p:cNvSpPr>
                <a:spLocks noEditPoints="1"/>
              </p:cNvSpPr>
              <p:nvPr/>
            </p:nvSpPr>
            <p:spPr bwMode="auto">
              <a:xfrm>
                <a:off x="-4532313" y="5654675"/>
                <a:ext cx="239713" cy="239713"/>
              </a:xfrm>
              <a:custGeom>
                <a:avLst/>
                <a:gdLst>
                  <a:gd name="T0" fmla="*/ 33 w 64"/>
                  <a:gd name="T1" fmla="*/ 0 h 64"/>
                  <a:gd name="T2" fmla="*/ 32 w 64"/>
                  <a:gd name="T3" fmla="*/ 0 h 64"/>
                  <a:gd name="T4" fmla="*/ 32 w 64"/>
                  <a:gd name="T5" fmla="*/ 11 h 64"/>
                  <a:gd name="T6" fmla="*/ 32 w 64"/>
                  <a:gd name="T7" fmla="*/ 11 h 64"/>
                  <a:gd name="T8" fmla="*/ 53 w 64"/>
                  <a:gd name="T9" fmla="*/ 33 h 64"/>
                  <a:gd name="T10" fmla="*/ 53 w 64"/>
                  <a:gd name="T11" fmla="*/ 33 h 64"/>
                  <a:gd name="T12" fmla="*/ 32 w 64"/>
                  <a:gd name="T13" fmla="*/ 53 h 64"/>
                  <a:gd name="T14" fmla="*/ 32 w 64"/>
                  <a:gd name="T15" fmla="*/ 53 h 64"/>
                  <a:gd name="T16" fmla="*/ 32 w 64"/>
                  <a:gd name="T17" fmla="*/ 64 h 64"/>
                  <a:gd name="T18" fmla="*/ 32 w 64"/>
                  <a:gd name="T19" fmla="*/ 64 h 64"/>
                  <a:gd name="T20" fmla="*/ 64 w 64"/>
                  <a:gd name="T21" fmla="*/ 33 h 64"/>
                  <a:gd name="T22" fmla="*/ 33 w 64"/>
                  <a:gd name="T23" fmla="*/ 0 h 64"/>
                  <a:gd name="T24" fmla="*/ 32 w 64"/>
                  <a:gd name="T25" fmla="*/ 0 h 64"/>
                  <a:gd name="T26" fmla="*/ 32 w 64"/>
                  <a:gd name="T27" fmla="*/ 0 h 64"/>
                  <a:gd name="T28" fmla="*/ 0 w 64"/>
                  <a:gd name="T29" fmla="*/ 31 h 64"/>
                  <a:gd name="T30" fmla="*/ 31 w 64"/>
                  <a:gd name="T31" fmla="*/ 64 h 64"/>
                  <a:gd name="T32" fmla="*/ 32 w 64"/>
                  <a:gd name="T33" fmla="*/ 64 h 64"/>
                  <a:gd name="T34" fmla="*/ 32 w 64"/>
                  <a:gd name="T35" fmla="*/ 53 h 64"/>
                  <a:gd name="T36" fmla="*/ 31 w 64"/>
                  <a:gd name="T37" fmla="*/ 53 h 64"/>
                  <a:gd name="T38" fmla="*/ 11 w 64"/>
                  <a:gd name="T39" fmla="*/ 32 h 64"/>
                  <a:gd name="T40" fmla="*/ 32 w 64"/>
                  <a:gd name="T41" fmla="*/ 11 h 64"/>
                  <a:gd name="T42" fmla="*/ 32 w 64"/>
                  <a:gd name="T43" fmla="*/ 11 h 64"/>
                  <a:gd name="T44" fmla="*/ 32 w 64"/>
                  <a:gd name="T45" fmla="*/ 0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4" h="64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44" y="11"/>
                      <a:pt x="53" y="21"/>
                      <a:pt x="53" y="33"/>
                    </a:cubicBezTo>
                    <a:cubicBezTo>
                      <a:pt x="53" y="33"/>
                      <a:pt x="53" y="33"/>
                      <a:pt x="53" y="33"/>
                    </a:cubicBezTo>
                    <a:cubicBezTo>
                      <a:pt x="53" y="44"/>
                      <a:pt x="43" y="53"/>
                      <a:pt x="32" y="53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32" y="64"/>
                      <a:pt x="32" y="64"/>
                      <a:pt x="32" y="64"/>
                    </a:cubicBezTo>
                    <a:cubicBezTo>
                      <a:pt x="49" y="64"/>
                      <a:pt x="63" y="50"/>
                      <a:pt x="64" y="33"/>
                    </a:cubicBezTo>
                    <a:cubicBezTo>
                      <a:pt x="64" y="15"/>
                      <a:pt x="50" y="1"/>
                      <a:pt x="33" y="0"/>
                    </a:cubicBezTo>
                    <a:close/>
                    <a:moveTo>
                      <a:pt x="32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15" y="0"/>
                      <a:pt x="1" y="14"/>
                      <a:pt x="0" y="31"/>
                    </a:cubicBezTo>
                    <a:cubicBezTo>
                      <a:pt x="0" y="49"/>
                      <a:pt x="14" y="64"/>
                      <a:pt x="31" y="64"/>
                    </a:cubicBezTo>
                    <a:cubicBezTo>
                      <a:pt x="31" y="64"/>
                      <a:pt x="32" y="64"/>
                      <a:pt x="32" y="64"/>
                    </a:cubicBezTo>
                    <a:cubicBezTo>
                      <a:pt x="32" y="53"/>
                      <a:pt x="32" y="53"/>
                      <a:pt x="32" y="53"/>
                    </a:cubicBezTo>
                    <a:cubicBezTo>
                      <a:pt x="31" y="53"/>
                      <a:pt x="31" y="53"/>
                      <a:pt x="31" y="53"/>
                    </a:cubicBezTo>
                    <a:cubicBezTo>
                      <a:pt x="20" y="53"/>
                      <a:pt x="10" y="43"/>
                      <a:pt x="11" y="32"/>
                    </a:cubicBezTo>
                    <a:cubicBezTo>
                      <a:pt x="11" y="20"/>
                      <a:pt x="20" y="11"/>
                      <a:pt x="32" y="11"/>
                    </a:cubicBezTo>
                    <a:cubicBezTo>
                      <a:pt x="32" y="11"/>
                      <a:pt x="32" y="11"/>
                      <a:pt x="32" y="11"/>
                    </a:cubicBezTo>
                    <a:lnTo>
                      <a:pt x="3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4" name="Freeform 182"/>
              <p:cNvSpPr/>
              <p:nvPr/>
            </p:nvSpPr>
            <p:spPr bwMode="auto">
              <a:xfrm>
                <a:off x="-4625975" y="5827713"/>
                <a:ext cx="214313" cy="201613"/>
              </a:xfrm>
              <a:custGeom>
                <a:avLst/>
                <a:gdLst>
                  <a:gd name="T0" fmla="*/ 27 w 57"/>
                  <a:gd name="T1" fmla="*/ 7 h 54"/>
                  <a:gd name="T2" fmla="*/ 23 w 57"/>
                  <a:gd name="T3" fmla="*/ 0 h 54"/>
                  <a:gd name="T4" fmla="*/ 5 w 57"/>
                  <a:gd name="T5" fmla="*/ 17 h 54"/>
                  <a:gd name="T6" fmla="*/ 15 w 57"/>
                  <a:gd name="T7" fmla="*/ 50 h 54"/>
                  <a:gd name="T8" fmla="*/ 29 w 57"/>
                  <a:gd name="T9" fmla="*/ 54 h 54"/>
                  <a:gd name="T10" fmla="*/ 48 w 57"/>
                  <a:gd name="T11" fmla="*/ 46 h 54"/>
                  <a:gd name="T12" fmla="*/ 57 w 57"/>
                  <a:gd name="T13" fmla="*/ 23 h 54"/>
                  <a:gd name="T14" fmla="*/ 56 w 57"/>
                  <a:gd name="T15" fmla="*/ 23 h 54"/>
                  <a:gd name="T16" fmla="*/ 56 w 57"/>
                  <a:gd name="T17" fmla="*/ 23 h 54"/>
                  <a:gd name="T18" fmla="*/ 50 w 57"/>
                  <a:gd name="T19" fmla="*/ 22 h 54"/>
                  <a:gd name="T20" fmla="*/ 44 w 57"/>
                  <a:gd name="T21" fmla="*/ 32 h 54"/>
                  <a:gd name="T22" fmla="*/ 31 w 57"/>
                  <a:gd name="T23" fmla="*/ 38 h 54"/>
                  <a:gd name="T24" fmla="*/ 24 w 57"/>
                  <a:gd name="T25" fmla="*/ 36 h 54"/>
                  <a:gd name="T26" fmla="*/ 20 w 57"/>
                  <a:gd name="T27" fmla="*/ 16 h 54"/>
                  <a:gd name="T28" fmla="*/ 27 w 57"/>
                  <a:gd name="T29" fmla="*/ 7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" h="54">
                    <a:moveTo>
                      <a:pt x="27" y="7"/>
                    </a:moveTo>
                    <a:cubicBezTo>
                      <a:pt x="25" y="5"/>
                      <a:pt x="24" y="2"/>
                      <a:pt x="23" y="0"/>
                    </a:cubicBezTo>
                    <a:cubicBezTo>
                      <a:pt x="15" y="5"/>
                      <a:pt x="9" y="10"/>
                      <a:pt x="5" y="17"/>
                    </a:cubicBezTo>
                    <a:cubicBezTo>
                      <a:pt x="0" y="28"/>
                      <a:pt x="3" y="43"/>
                      <a:pt x="15" y="50"/>
                    </a:cubicBezTo>
                    <a:cubicBezTo>
                      <a:pt x="19" y="53"/>
                      <a:pt x="24" y="54"/>
                      <a:pt x="29" y="54"/>
                    </a:cubicBezTo>
                    <a:cubicBezTo>
                      <a:pt x="36" y="54"/>
                      <a:pt x="43" y="51"/>
                      <a:pt x="48" y="46"/>
                    </a:cubicBezTo>
                    <a:cubicBezTo>
                      <a:pt x="54" y="40"/>
                      <a:pt x="56" y="32"/>
                      <a:pt x="57" y="23"/>
                    </a:cubicBezTo>
                    <a:cubicBezTo>
                      <a:pt x="57" y="23"/>
                      <a:pt x="56" y="23"/>
                      <a:pt x="56" y="23"/>
                    </a:cubicBezTo>
                    <a:cubicBezTo>
                      <a:pt x="56" y="23"/>
                      <a:pt x="56" y="23"/>
                      <a:pt x="56" y="23"/>
                    </a:cubicBezTo>
                    <a:cubicBezTo>
                      <a:pt x="54" y="23"/>
                      <a:pt x="52" y="22"/>
                      <a:pt x="50" y="22"/>
                    </a:cubicBezTo>
                    <a:cubicBezTo>
                      <a:pt x="48" y="26"/>
                      <a:pt x="46" y="30"/>
                      <a:pt x="44" y="32"/>
                    </a:cubicBezTo>
                    <a:cubicBezTo>
                      <a:pt x="40" y="36"/>
                      <a:pt x="36" y="38"/>
                      <a:pt x="31" y="38"/>
                    </a:cubicBezTo>
                    <a:cubicBezTo>
                      <a:pt x="29" y="38"/>
                      <a:pt x="26" y="37"/>
                      <a:pt x="24" y="36"/>
                    </a:cubicBezTo>
                    <a:cubicBezTo>
                      <a:pt x="18" y="32"/>
                      <a:pt x="16" y="24"/>
                      <a:pt x="20" y="16"/>
                    </a:cubicBezTo>
                    <a:cubicBezTo>
                      <a:pt x="21" y="13"/>
                      <a:pt x="23" y="10"/>
                      <a:pt x="2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5" name="Freeform 183"/>
              <p:cNvSpPr/>
              <p:nvPr/>
            </p:nvSpPr>
            <p:spPr bwMode="auto">
              <a:xfrm>
                <a:off x="-4405313" y="5816600"/>
                <a:ext cx="219075" cy="206375"/>
              </a:xfrm>
              <a:custGeom>
                <a:avLst/>
                <a:gdLst>
                  <a:gd name="T0" fmla="*/ 45 w 58"/>
                  <a:gd name="T1" fmla="*/ 49 h 55"/>
                  <a:gd name="T2" fmla="*/ 51 w 58"/>
                  <a:gd name="T3" fmla="*/ 16 h 55"/>
                  <a:gd name="T4" fmla="*/ 33 w 58"/>
                  <a:gd name="T5" fmla="*/ 0 h 55"/>
                  <a:gd name="T6" fmla="*/ 30 w 58"/>
                  <a:gd name="T7" fmla="*/ 7 h 55"/>
                  <a:gd name="T8" fmla="*/ 37 w 58"/>
                  <a:gd name="T9" fmla="*/ 16 h 55"/>
                  <a:gd name="T10" fmla="*/ 34 w 58"/>
                  <a:gd name="T11" fmla="*/ 36 h 55"/>
                  <a:gd name="T12" fmla="*/ 26 w 58"/>
                  <a:gd name="T13" fmla="*/ 39 h 55"/>
                  <a:gd name="T14" fmla="*/ 15 w 58"/>
                  <a:gd name="T15" fmla="*/ 34 h 55"/>
                  <a:gd name="T16" fmla="*/ 7 w 58"/>
                  <a:gd name="T17" fmla="*/ 24 h 55"/>
                  <a:gd name="T18" fmla="*/ 0 w 58"/>
                  <a:gd name="T19" fmla="*/ 26 h 55"/>
                  <a:gd name="T20" fmla="*/ 3 w 58"/>
                  <a:gd name="T21" fmla="*/ 37 h 55"/>
                  <a:gd name="T22" fmla="*/ 5 w 58"/>
                  <a:gd name="T23" fmla="*/ 39 h 55"/>
                  <a:gd name="T24" fmla="*/ 11 w 58"/>
                  <a:gd name="T25" fmla="*/ 48 h 55"/>
                  <a:gd name="T26" fmla="*/ 29 w 58"/>
                  <a:gd name="T27" fmla="*/ 55 h 55"/>
                  <a:gd name="T28" fmla="*/ 45 w 58"/>
                  <a:gd name="T29" fmla="*/ 49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" h="55">
                    <a:moveTo>
                      <a:pt x="45" y="49"/>
                    </a:moveTo>
                    <a:cubicBezTo>
                      <a:pt x="56" y="41"/>
                      <a:pt x="58" y="26"/>
                      <a:pt x="51" y="16"/>
                    </a:cubicBezTo>
                    <a:cubicBezTo>
                      <a:pt x="47" y="9"/>
                      <a:pt x="41" y="4"/>
                      <a:pt x="33" y="0"/>
                    </a:cubicBezTo>
                    <a:cubicBezTo>
                      <a:pt x="32" y="3"/>
                      <a:pt x="31" y="5"/>
                      <a:pt x="30" y="7"/>
                    </a:cubicBezTo>
                    <a:cubicBezTo>
                      <a:pt x="33" y="10"/>
                      <a:pt x="35" y="13"/>
                      <a:pt x="37" y="16"/>
                    </a:cubicBezTo>
                    <a:cubicBezTo>
                      <a:pt x="41" y="23"/>
                      <a:pt x="40" y="31"/>
                      <a:pt x="34" y="36"/>
                    </a:cubicBezTo>
                    <a:cubicBezTo>
                      <a:pt x="32" y="38"/>
                      <a:pt x="29" y="39"/>
                      <a:pt x="26" y="39"/>
                    </a:cubicBezTo>
                    <a:cubicBezTo>
                      <a:pt x="22" y="39"/>
                      <a:pt x="18" y="37"/>
                      <a:pt x="15" y="34"/>
                    </a:cubicBezTo>
                    <a:cubicBezTo>
                      <a:pt x="12" y="32"/>
                      <a:pt x="9" y="28"/>
                      <a:pt x="7" y="24"/>
                    </a:cubicBezTo>
                    <a:cubicBezTo>
                      <a:pt x="5" y="25"/>
                      <a:pt x="3" y="25"/>
                      <a:pt x="0" y="26"/>
                    </a:cubicBezTo>
                    <a:cubicBezTo>
                      <a:pt x="1" y="30"/>
                      <a:pt x="2" y="33"/>
                      <a:pt x="3" y="37"/>
                    </a:cubicBezTo>
                    <a:cubicBezTo>
                      <a:pt x="4" y="38"/>
                      <a:pt x="4" y="38"/>
                      <a:pt x="5" y="39"/>
                    </a:cubicBezTo>
                    <a:cubicBezTo>
                      <a:pt x="6" y="43"/>
                      <a:pt x="8" y="45"/>
                      <a:pt x="11" y="48"/>
                    </a:cubicBezTo>
                    <a:cubicBezTo>
                      <a:pt x="16" y="52"/>
                      <a:pt x="22" y="55"/>
                      <a:pt x="29" y="55"/>
                    </a:cubicBezTo>
                    <a:cubicBezTo>
                      <a:pt x="34" y="55"/>
                      <a:pt x="40" y="53"/>
                      <a:pt x="45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6" name="Freeform 184"/>
              <p:cNvSpPr/>
              <p:nvPr/>
            </p:nvSpPr>
            <p:spPr bwMode="auto">
              <a:xfrm>
                <a:off x="-4702175" y="5627688"/>
                <a:ext cx="200025" cy="200025"/>
              </a:xfrm>
              <a:custGeom>
                <a:avLst/>
                <a:gdLst>
                  <a:gd name="T0" fmla="*/ 18 w 53"/>
                  <a:gd name="T1" fmla="*/ 50 h 53"/>
                  <a:gd name="T2" fmla="*/ 31 w 53"/>
                  <a:gd name="T3" fmla="*/ 53 h 53"/>
                  <a:gd name="T4" fmla="*/ 43 w 53"/>
                  <a:gd name="T5" fmla="*/ 51 h 53"/>
                  <a:gd name="T6" fmla="*/ 41 w 53"/>
                  <a:gd name="T7" fmla="*/ 44 h 53"/>
                  <a:gd name="T8" fmla="*/ 29 w 53"/>
                  <a:gd name="T9" fmla="*/ 41 h 53"/>
                  <a:gd name="T10" fmla="*/ 20 w 53"/>
                  <a:gd name="T11" fmla="*/ 24 h 53"/>
                  <a:gd name="T12" fmla="*/ 35 w 53"/>
                  <a:gd name="T13" fmla="*/ 13 h 53"/>
                  <a:gd name="T14" fmla="*/ 37 w 53"/>
                  <a:gd name="T15" fmla="*/ 14 h 53"/>
                  <a:gd name="T16" fmla="*/ 48 w 53"/>
                  <a:gd name="T17" fmla="*/ 17 h 53"/>
                  <a:gd name="T18" fmla="*/ 53 w 53"/>
                  <a:gd name="T19" fmla="*/ 12 h 53"/>
                  <a:gd name="T20" fmla="*/ 31 w 53"/>
                  <a:gd name="T21" fmla="*/ 0 h 53"/>
                  <a:gd name="T22" fmla="*/ 28 w 53"/>
                  <a:gd name="T23" fmla="*/ 0 h 53"/>
                  <a:gd name="T24" fmla="*/ 3 w 53"/>
                  <a:gd name="T25" fmla="*/ 19 h 53"/>
                  <a:gd name="T26" fmla="*/ 18 w 53"/>
                  <a:gd name="T27" fmla="*/ 50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3" h="53">
                    <a:moveTo>
                      <a:pt x="18" y="50"/>
                    </a:moveTo>
                    <a:cubicBezTo>
                      <a:pt x="22" y="52"/>
                      <a:pt x="26" y="53"/>
                      <a:pt x="31" y="53"/>
                    </a:cubicBezTo>
                    <a:cubicBezTo>
                      <a:pt x="35" y="53"/>
                      <a:pt x="39" y="52"/>
                      <a:pt x="43" y="51"/>
                    </a:cubicBezTo>
                    <a:cubicBezTo>
                      <a:pt x="42" y="49"/>
                      <a:pt x="41" y="47"/>
                      <a:pt x="41" y="44"/>
                    </a:cubicBezTo>
                    <a:cubicBezTo>
                      <a:pt x="36" y="44"/>
                      <a:pt x="32" y="43"/>
                      <a:pt x="29" y="41"/>
                    </a:cubicBezTo>
                    <a:cubicBezTo>
                      <a:pt x="22" y="38"/>
                      <a:pt x="18" y="31"/>
                      <a:pt x="20" y="24"/>
                    </a:cubicBezTo>
                    <a:cubicBezTo>
                      <a:pt x="22" y="17"/>
                      <a:pt x="28" y="13"/>
                      <a:pt x="35" y="13"/>
                    </a:cubicBezTo>
                    <a:cubicBezTo>
                      <a:pt x="35" y="13"/>
                      <a:pt x="36" y="13"/>
                      <a:pt x="37" y="14"/>
                    </a:cubicBezTo>
                    <a:cubicBezTo>
                      <a:pt x="40" y="14"/>
                      <a:pt x="44" y="15"/>
                      <a:pt x="48" y="17"/>
                    </a:cubicBezTo>
                    <a:cubicBezTo>
                      <a:pt x="49" y="15"/>
                      <a:pt x="51" y="13"/>
                      <a:pt x="53" y="12"/>
                    </a:cubicBezTo>
                    <a:cubicBezTo>
                      <a:pt x="46" y="6"/>
                      <a:pt x="39" y="1"/>
                      <a:pt x="31" y="0"/>
                    </a:cubicBezTo>
                    <a:cubicBezTo>
                      <a:pt x="30" y="0"/>
                      <a:pt x="29" y="0"/>
                      <a:pt x="28" y="0"/>
                    </a:cubicBezTo>
                    <a:cubicBezTo>
                      <a:pt x="17" y="0"/>
                      <a:pt x="6" y="8"/>
                      <a:pt x="3" y="19"/>
                    </a:cubicBezTo>
                    <a:cubicBezTo>
                      <a:pt x="0" y="32"/>
                      <a:pt x="7" y="45"/>
                      <a:pt x="18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7" name="Freeform 185"/>
              <p:cNvSpPr/>
              <p:nvPr/>
            </p:nvSpPr>
            <p:spPr bwMode="auto">
              <a:xfrm>
                <a:off x="-5780088" y="5470525"/>
                <a:ext cx="142875" cy="247650"/>
              </a:xfrm>
              <a:custGeom>
                <a:avLst/>
                <a:gdLst>
                  <a:gd name="T0" fmla="*/ 38 w 38"/>
                  <a:gd name="T1" fmla="*/ 33 h 66"/>
                  <a:gd name="T2" fmla="*/ 19 w 38"/>
                  <a:gd name="T3" fmla="*/ 0 h 66"/>
                  <a:gd name="T4" fmla="*/ 0 w 38"/>
                  <a:gd name="T5" fmla="*/ 33 h 66"/>
                  <a:gd name="T6" fmla="*/ 19 w 38"/>
                  <a:gd name="T7" fmla="*/ 66 h 66"/>
                  <a:gd name="T8" fmla="*/ 38 w 38"/>
                  <a:gd name="T9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66">
                    <a:moveTo>
                      <a:pt x="38" y="33"/>
                    </a:moveTo>
                    <a:cubicBezTo>
                      <a:pt x="38" y="21"/>
                      <a:pt x="31" y="5"/>
                      <a:pt x="19" y="0"/>
                    </a:cubicBezTo>
                    <a:cubicBezTo>
                      <a:pt x="8" y="5"/>
                      <a:pt x="0" y="21"/>
                      <a:pt x="0" y="33"/>
                    </a:cubicBezTo>
                    <a:cubicBezTo>
                      <a:pt x="0" y="45"/>
                      <a:pt x="8" y="62"/>
                      <a:pt x="19" y="66"/>
                    </a:cubicBezTo>
                    <a:cubicBezTo>
                      <a:pt x="31" y="62"/>
                      <a:pt x="38" y="45"/>
                      <a:pt x="38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8" name="Freeform 186"/>
              <p:cNvSpPr/>
              <p:nvPr/>
            </p:nvSpPr>
            <p:spPr bwMode="auto">
              <a:xfrm>
                <a:off x="-5678488" y="5627688"/>
                <a:ext cx="230188" cy="184150"/>
              </a:xfrm>
              <a:custGeom>
                <a:avLst/>
                <a:gdLst>
                  <a:gd name="T0" fmla="*/ 1 w 61"/>
                  <a:gd name="T1" fmla="*/ 41 h 49"/>
                  <a:gd name="T2" fmla="*/ 40 w 61"/>
                  <a:gd name="T3" fmla="*/ 41 h 49"/>
                  <a:gd name="T4" fmla="*/ 59 w 61"/>
                  <a:gd name="T5" fmla="*/ 8 h 49"/>
                  <a:gd name="T6" fmla="*/ 21 w 61"/>
                  <a:gd name="T7" fmla="*/ 8 h 49"/>
                  <a:gd name="T8" fmla="*/ 1 w 61"/>
                  <a:gd name="T9" fmla="*/ 4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49">
                    <a:moveTo>
                      <a:pt x="1" y="41"/>
                    </a:moveTo>
                    <a:cubicBezTo>
                      <a:pt x="11" y="49"/>
                      <a:pt x="30" y="47"/>
                      <a:pt x="40" y="41"/>
                    </a:cubicBezTo>
                    <a:cubicBezTo>
                      <a:pt x="50" y="35"/>
                      <a:pt x="61" y="21"/>
                      <a:pt x="59" y="8"/>
                    </a:cubicBezTo>
                    <a:cubicBezTo>
                      <a:pt x="50" y="0"/>
                      <a:pt x="31" y="2"/>
                      <a:pt x="21" y="8"/>
                    </a:cubicBezTo>
                    <a:cubicBezTo>
                      <a:pt x="11" y="14"/>
                      <a:pt x="0" y="28"/>
                      <a:pt x="1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79" name="Freeform 187"/>
              <p:cNvSpPr/>
              <p:nvPr/>
            </p:nvSpPr>
            <p:spPr bwMode="auto">
              <a:xfrm>
                <a:off x="-5678488" y="5811838"/>
                <a:ext cx="230188" cy="180975"/>
              </a:xfrm>
              <a:custGeom>
                <a:avLst/>
                <a:gdLst>
                  <a:gd name="T0" fmla="*/ 40 w 61"/>
                  <a:gd name="T1" fmla="*/ 40 h 48"/>
                  <a:gd name="T2" fmla="*/ 59 w 61"/>
                  <a:gd name="T3" fmla="*/ 8 h 48"/>
                  <a:gd name="T4" fmla="*/ 21 w 61"/>
                  <a:gd name="T5" fmla="*/ 7 h 48"/>
                  <a:gd name="T6" fmla="*/ 1 w 61"/>
                  <a:gd name="T7" fmla="*/ 40 h 48"/>
                  <a:gd name="T8" fmla="*/ 40 w 61"/>
                  <a:gd name="T9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48">
                    <a:moveTo>
                      <a:pt x="40" y="40"/>
                    </a:moveTo>
                    <a:cubicBezTo>
                      <a:pt x="50" y="35"/>
                      <a:pt x="61" y="20"/>
                      <a:pt x="59" y="8"/>
                    </a:cubicBezTo>
                    <a:cubicBezTo>
                      <a:pt x="50" y="0"/>
                      <a:pt x="31" y="1"/>
                      <a:pt x="21" y="7"/>
                    </a:cubicBezTo>
                    <a:cubicBezTo>
                      <a:pt x="11" y="13"/>
                      <a:pt x="0" y="28"/>
                      <a:pt x="1" y="40"/>
                    </a:cubicBezTo>
                    <a:cubicBezTo>
                      <a:pt x="11" y="48"/>
                      <a:pt x="29" y="46"/>
                      <a:pt x="40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0" name="Freeform 188"/>
              <p:cNvSpPr/>
              <p:nvPr/>
            </p:nvSpPr>
            <p:spPr bwMode="auto">
              <a:xfrm>
                <a:off x="-5964238" y="5627688"/>
                <a:ext cx="230188" cy="184150"/>
              </a:xfrm>
              <a:custGeom>
                <a:avLst/>
                <a:gdLst>
                  <a:gd name="T0" fmla="*/ 21 w 61"/>
                  <a:gd name="T1" fmla="*/ 41 h 49"/>
                  <a:gd name="T2" fmla="*/ 59 w 61"/>
                  <a:gd name="T3" fmla="*/ 41 h 49"/>
                  <a:gd name="T4" fmla="*/ 39 w 61"/>
                  <a:gd name="T5" fmla="*/ 8 h 49"/>
                  <a:gd name="T6" fmla="*/ 1 w 61"/>
                  <a:gd name="T7" fmla="*/ 8 h 49"/>
                  <a:gd name="T8" fmla="*/ 21 w 61"/>
                  <a:gd name="T9" fmla="*/ 41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49">
                    <a:moveTo>
                      <a:pt x="21" y="41"/>
                    </a:moveTo>
                    <a:cubicBezTo>
                      <a:pt x="31" y="47"/>
                      <a:pt x="49" y="49"/>
                      <a:pt x="59" y="41"/>
                    </a:cubicBezTo>
                    <a:cubicBezTo>
                      <a:pt x="61" y="28"/>
                      <a:pt x="50" y="14"/>
                      <a:pt x="39" y="8"/>
                    </a:cubicBezTo>
                    <a:cubicBezTo>
                      <a:pt x="29" y="2"/>
                      <a:pt x="11" y="0"/>
                      <a:pt x="1" y="8"/>
                    </a:cubicBezTo>
                    <a:cubicBezTo>
                      <a:pt x="0" y="21"/>
                      <a:pt x="11" y="35"/>
                      <a:pt x="21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1" name="Freeform 189"/>
              <p:cNvSpPr/>
              <p:nvPr/>
            </p:nvSpPr>
            <p:spPr bwMode="auto">
              <a:xfrm>
                <a:off x="-5964238" y="5811838"/>
                <a:ext cx="230188" cy="180975"/>
              </a:xfrm>
              <a:custGeom>
                <a:avLst/>
                <a:gdLst>
                  <a:gd name="T0" fmla="*/ 21 w 61"/>
                  <a:gd name="T1" fmla="*/ 40 h 48"/>
                  <a:gd name="T2" fmla="*/ 59 w 61"/>
                  <a:gd name="T3" fmla="*/ 40 h 48"/>
                  <a:gd name="T4" fmla="*/ 39 w 61"/>
                  <a:gd name="T5" fmla="*/ 7 h 48"/>
                  <a:gd name="T6" fmla="*/ 1 w 61"/>
                  <a:gd name="T7" fmla="*/ 8 h 48"/>
                  <a:gd name="T8" fmla="*/ 21 w 61"/>
                  <a:gd name="T9" fmla="*/ 40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" h="48">
                    <a:moveTo>
                      <a:pt x="21" y="40"/>
                    </a:moveTo>
                    <a:cubicBezTo>
                      <a:pt x="31" y="46"/>
                      <a:pt x="49" y="48"/>
                      <a:pt x="59" y="40"/>
                    </a:cubicBezTo>
                    <a:cubicBezTo>
                      <a:pt x="61" y="28"/>
                      <a:pt x="50" y="13"/>
                      <a:pt x="39" y="7"/>
                    </a:cubicBezTo>
                    <a:cubicBezTo>
                      <a:pt x="29" y="1"/>
                      <a:pt x="11" y="0"/>
                      <a:pt x="1" y="8"/>
                    </a:cubicBezTo>
                    <a:cubicBezTo>
                      <a:pt x="0" y="20"/>
                      <a:pt x="11" y="35"/>
                      <a:pt x="21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2" name="Freeform 190"/>
              <p:cNvSpPr/>
              <p:nvPr/>
            </p:nvSpPr>
            <p:spPr bwMode="auto">
              <a:xfrm>
                <a:off x="-5719763" y="5748338"/>
                <a:ext cx="26988" cy="288925"/>
              </a:xfrm>
              <a:custGeom>
                <a:avLst/>
                <a:gdLst>
                  <a:gd name="T0" fmla="*/ 0 w 7"/>
                  <a:gd name="T1" fmla="*/ 2 h 77"/>
                  <a:gd name="T2" fmla="*/ 0 w 7"/>
                  <a:gd name="T3" fmla="*/ 74 h 77"/>
                  <a:gd name="T4" fmla="*/ 3 w 7"/>
                  <a:gd name="T5" fmla="*/ 77 h 77"/>
                  <a:gd name="T6" fmla="*/ 7 w 7"/>
                  <a:gd name="T7" fmla="*/ 74 h 77"/>
                  <a:gd name="T8" fmla="*/ 7 w 7"/>
                  <a:gd name="T9" fmla="*/ 2 h 77"/>
                  <a:gd name="T10" fmla="*/ 3 w 7"/>
                  <a:gd name="T11" fmla="*/ 0 h 77"/>
                  <a:gd name="T12" fmla="*/ 0 w 7"/>
                  <a:gd name="T13" fmla="*/ 2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77">
                    <a:moveTo>
                      <a:pt x="0" y="2"/>
                    </a:moveTo>
                    <a:cubicBezTo>
                      <a:pt x="0" y="74"/>
                      <a:pt x="0" y="74"/>
                      <a:pt x="0" y="74"/>
                    </a:cubicBezTo>
                    <a:cubicBezTo>
                      <a:pt x="0" y="76"/>
                      <a:pt x="1" y="77"/>
                      <a:pt x="3" y="77"/>
                    </a:cubicBezTo>
                    <a:cubicBezTo>
                      <a:pt x="5" y="77"/>
                      <a:pt x="7" y="76"/>
                      <a:pt x="7" y="74"/>
                    </a:cubicBezTo>
                    <a:cubicBezTo>
                      <a:pt x="7" y="2"/>
                      <a:pt x="7" y="2"/>
                      <a:pt x="7" y="2"/>
                    </a:cubicBezTo>
                    <a:cubicBezTo>
                      <a:pt x="7" y="1"/>
                      <a:pt x="5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3" name="Freeform 191"/>
              <p:cNvSpPr/>
              <p:nvPr/>
            </p:nvSpPr>
            <p:spPr bwMode="auto">
              <a:xfrm>
                <a:off x="-6415088" y="3071812"/>
                <a:ext cx="49213" cy="247650"/>
              </a:xfrm>
              <a:custGeom>
                <a:avLst/>
                <a:gdLst>
                  <a:gd name="T0" fmla="*/ 13 w 13"/>
                  <a:gd name="T1" fmla="*/ 1 h 66"/>
                  <a:gd name="T2" fmla="*/ 7 w 13"/>
                  <a:gd name="T3" fmla="*/ 0 h 66"/>
                  <a:gd name="T4" fmla="*/ 7 w 13"/>
                  <a:gd name="T5" fmla="*/ 0 h 66"/>
                  <a:gd name="T6" fmla="*/ 0 w 13"/>
                  <a:gd name="T7" fmla="*/ 2 h 66"/>
                  <a:gd name="T8" fmla="*/ 0 w 13"/>
                  <a:gd name="T9" fmla="*/ 66 h 66"/>
                  <a:gd name="T10" fmla="*/ 13 w 13"/>
                  <a:gd name="T11" fmla="*/ 66 h 66"/>
                  <a:gd name="T12" fmla="*/ 13 w 13"/>
                  <a:gd name="T13" fmla="*/ 1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66">
                    <a:moveTo>
                      <a:pt x="13" y="1"/>
                    </a:moveTo>
                    <a:cubicBezTo>
                      <a:pt x="11" y="1"/>
                      <a:pt x="9" y="0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4" y="0"/>
                      <a:pt x="2" y="1"/>
                      <a:pt x="0" y="2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3" y="66"/>
                      <a:pt x="13" y="66"/>
                      <a:pt x="13" y="66"/>
                    </a:cubicBezTo>
                    <a:lnTo>
                      <a:pt x="13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4" name="Freeform 192"/>
              <p:cNvSpPr/>
              <p:nvPr/>
            </p:nvSpPr>
            <p:spPr bwMode="auto">
              <a:xfrm>
                <a:off x="-6415088" y="2725737"/>
                <a:ext cx="49213" cy="33338"/>
              </a:xfrm>
              <a:custGeom>
                <a:avLst/>
                <a:gdLst>
                  <a:gd name="T0" fmla="*/ 8 w 13"/>
                  <a:gd name="T1" fmla="*/ 9 h 9"/>
                  <a:gd name="T2" fmla="*/ 9 w 13"/>
                  <a:gd name="T3" fmla="*/ 9 h 9"/>
                  <a:gd name="T4" fmla="*/ 13 w 13"/>
                  <a:gd name="T5" fmla="*/ 9 h 9"/>
                  <a:gd name="T6" fmla="*/ 13 w 13"/>
                  <a:gd name="T7" fmla="*/ 0 h 9"/>
                  <a:gd name="T8" fmla="*/ 0 w 13"/>
                  <a:gd name="T9" fmla="*/ 0 h 9"/>
                  <a:gd name="T10" fmla="*/ 0 w 13"/>
                  <a:gd name="T11" fmla="*/ 9 h 9"/>
                  <a:gd name="T12" fmla="*/ 8 w 13"/>
                  <a:gd name="T13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" h="9">
                    <a:moveTo>
                      <a:pt x="8" y="9"/>
                    </a:moveTo>
                    <a:cubicBezTo>
                      <a:pt x="8" y="9"/>
                      <a:pt x="9" y="9"/>
                      <a:pt x="9" y="9"/>
                    </a:cubicBezTo>
                    <a:cubicBezTo>
                      <a:pt x="10" y="9"/>
                      <a:pt x="12" y="9"/>
                      <a:pt x="13" y="9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9"/>
                      <a:pt x="5" y="9"/>
                      <a:pt x="8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5" name="Freeform 193"/>
              <p:cNvSpPr/>
              <p:nvPr/>
            </p:nvSpPr>
            <p:spPr bwMode="auto">
              <a:xfrm>
                <a:off x="-6616700" y="2774950"/>
                <a:ext cx="465138" cy="344488"/>
              </a:xfrm>
              <a:custGeom>
                <a:avLst/>
                <a:gdLst>
                  <a:gd name="T0" fmla="*/ 67 w 124"/>
                  <a:gd name="T1" fmla="*/ 0 h 92"/>
                  <a:gd name="T2" fmla="*/ 63 w 124"/>
                  <a:gd name="T3" fmla="*/ 0 h 92"/>
                  <a:gd name="T4" fmla="*/ 62 w 124"/>
                  <a:gd name="T5" fmla="*/ 0 h 92"/>
                  <a:gd name="T6" fmla="*/ 54 w 124"/>
                  <a:gd name="T7" fmla="*/ 1 h 92"/>
                  <a:gd name="T8" fmla="*/ 0 w 124"/>
                  <a:gd name="T9" fmla="*/ 60 h 92"/>
                  <a:gd name="T10" fmla="*/ 4 w 124"/>
                  <a:gd name="T11" fmla="*/ 84 h 92"/>
                  <a:gd name="T12" fmla="*/ 6 w 124"/>
                  <a:gd name="T13" fmla="*/ 87 h 92"/>
                  <a:gd name="T14" fmla="*/ 9 w 124"/>
                  <a:gd name="T15" fmla="*/ 83 h 92"/>
                  <a:gd name="T16" fmla="*/ 25 w 124"/>
                  <a:gd name="T17" fmla="*/ 74 h 92"/>
                  <a:gd name="T18" fmla="*/ 25 w 124"/>
                  <a:gd name="T19" fmla="*/ 74 h 92"/>
                  <a:gd name="T20" fmla="*/ 41 w 124"/>
                  <a:gd name="T21" fmla="*/ 84 h 92"/>
                  <a:gd name="T22" fmla="*/ 43 w 124"/>
                  <a:gd name="T23" fmla="*/ 87 h 92"/>
                  <a:gd name="T24" fmla="*/ 45 w 124"/>
                  <a:gd name="T25" fmla="*/ 84 h 92"/>
                  <a:gd name="T26" fmla="*/ 54 w 124"/>
                  <a:gd name="T27" fmla="*/ 76 h 92"/>
                  <a:gd name="T28" fmla="*/ 61 w 124"/>
                  <a:gd name="T29" fmla="*/ 75 h 92"/>
                  <a:gd name="T30" fmla="*/ 61 w 124"/>
                  <a:gd name="T31" fmla="*/ 75 h 92"/>
                  <a:gd name="T32" fmla="*/ 67 w 124"/>
                  <a:gd name="T33" fmla="*/ 76 h 92"/>
                  <a:gd name="T34" fmla="*/ 77 w 124"/>
                  <a:gd name="T35" fmla="*/ 85 h 92"/>
                  <a:gd name="T36" fmla="*/ 79 w 124"/>
                  <a:gd name="T37" fmla="*/ 88 h 92"/>
                  <a:gd name="T38" fmla="*/ 81 w 124"/>
                  <a:gd name="T39" fmla="*/ 85 h 92"/>
                  <a:gd name="T40" fmla="*/ 96 w 124"/>
                  <a:gd name="T41" fmla="*/ 75 h 92"/>
                  <a:gd name="T42" fmla="*/ 97 w 124"/>
                  <a:gd name="T43" fmla="*/ 75 h 92"/>
                  <a:gd name="T44" fmla="*/ 112 w 124"/>
                  <a:gd name="T45" fmla="*/ 86 h 92"/>
                  <a:gd name="T46" fmla="*/ 114 w 124"/>
                  <a:gd name="T47" fmla="*/ 90 h 92"/>
                  <a:gd name="T48" fmla="*/ 115 w 124"/>
                  <a:gd name="T49" fmla="*/ 92 h 92"/>
                  <a:gd name="T50" fmla="*/ 116 w 124"/>
                  <a:gd name="T51" fmla="*/ 90 h 92"/>
                  <a:gd name="T52" fmla="*/ 118 w 124"/>
                  <a:gd name="T53" fmla="*/ 87 h 92"/>
                  <a:gd name="T54" fmla="*/ 123 w 124"/>
                  <a:gd name="T55" fmla="*/ 63 h 92"/>
                  <a:gd name="T56" fmla="*/ 67 w 124"/>
                  <a:gd name="T57" fmla="*/ 0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4" h="92">
                    <a:moveTo>
                      <a:pt x="67" y="0"/>
                    </a:moveTo>
                    <a:cubicBezTo>
                      <a:pt x="66" y="0"/>
                      <a:pt x="64" y="0"/>
                      <a:pt x="63" y="0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59" y="0"/>
                      <a:pt x="56" y="0"/>
                      <a:pt x="54" y="1"/>
                    </a:cubicBezTo>
                    <a:cubicBezTo>
                      <a:pt x="24" y="4"/>
                      <a:pt x="1" y="29"/>
                      <a:pt x="0" y="60"/>
                    </a:cubicBezTo>
                    <a:cubicBezTo>
                      <a:pt x="0" y="69"/>
                      <a:pt x="1" y="76"/>
                      <a:pt x="4" y="84"/>
                    </a:cubicBezTo>
                    <a:cubicBezTo>
                      <a:pt x="4" y="86"/>
                      <a:pt x="5" y="87"/>
                      <a:pt x="6" y="87"/>
                    </a:cubicBezTo>
                    <a:cubicBezTo>
                      <a:pt x="7" y="87"/>
                      <a:pt x="8" y="85"/>
                      <a:pt x="9" y="83"/>
                    </a:cubicBezTo>
                    <a:cubicBezTo>
                      <a:pt x="12" y="78"/>
                      <a:pt x="18" y="74"/>
                      <a:pt x="25" y="74"/>
                    </a:cubicBezTo>
                    <a:cubicBezTo>
                      <a:pt x="25" y="74"/>
                      <a:pt x="25" y="74"/>
                      <a:pt x="25" y="74"/>
                    </a:cubicBezTo>
                    <a:cubicBezTo>
                      <a:pt x="32" y="74"/>
                      <a:pt x="38" y="78"/>
                      <a:pt x="41" y="84"/>
                    </a:cubicBezTo>
                    <a:cubicBezTo>
                      <a:pt x="42" y="86"/>
                      <a:pt x="42" y="87"/>
                      <a:pt x="43" y="87"/>
                    </a:cubicBezTo>
                    <a:cubicBezTo>
                      <a:pt x="43" y="87"/>
                      <a:pt x="44" y="86"/>
                      <a:pt x="45" y="84"/>
                    </a:cubicBezTo>
                    <a:cubicBezTo>
                      <a:pt x="47" y="80"/>
                      <a:pt x="50" y="77"/>
                      <a:pt x="54" y="76"/>
                    </a:cubicBezTo>
                    <a:cubicBezTo>
                      <a:pt x="56" y="75"/>
                      <a:pt x="58" y="75"/>
                      <a:pt x="61" y="75"/>
                    </a:cubicBezTo>
                    <a:cubicBezTo>
                      <a:pt x="61" y="75"/>
                      <a:pt x="61" y="75"/>
                      <a:pt x="61" y="75"/>
                    </a:cubicBezTo>
                    <a:cubicBezTo>
                      <a:pt x="63" y="75"/>
                      <a:pt x="65" y="75"/>
                      <a:pt x="67" y="76"/>
                    </a:cubicBezTo>
                    <a:cubicBezTo>
                      <a:pt x="71" y="77"/>
                      <a:pt x="75" y="81"/>
                      <a:pt x="77" y="85"/>
                    </a:cubicBezTo>
                    <a:cubicBezTo>
                      <a:pt x="78" y="87"/>
                      <a:pt x="78" y="88"/>
                      <a:pt x="79" y="88"/>
                    </a:cubicBezTo>
                    <a:cubicBezTo>
                      <a:pt x="79" y="88"/>
                      <a:pt x="80" y="87"/>
                      <a:pt x="81" y="85"/>
                    </a:cubicBezTo>
                    <a:cubicBezTo>
                      <a:pt x="84" y="79"/>
                      <a:pt x="89" y="75"/>
                      <a:pt x="96" y="75"/>
                    </a:cubicBezTo>
                    <a:cubicBezTo>
                      <a:pt x="96" y="75"/>
                      <a:pt x="97" y="75"/>
                      <a:pt x="97" y="75"/>
                    </a:cubicBezTo>
                    <a:cubicBezTo>
                      <a:pt x="104" y="76"/>
                      <a:pt x="110" y="80"/>
                      <a:pt x="112" y="86"/>
                    </a:cubicBezTo>
                    <a:cubicBezTo>
                      <a:pt x="113" y="87"/>
                      <a:pt x="113" y="89"/>
                      <a:pt x="114" y="90"/>
                    </a:cubicBezTo>
                    <a:cubicBezTo>
                      <a:pt x="114" y="91"/>
                      <a:pt x="114" y="92"/>
                      <a:pt x="115" y="92"/>
                    </a:cubicBezTo>
                    <a:cubicBezTo>
                      <a:pt x="115" y="92"/>
                      <a:pt x="116" y="91"/>
                      <a:pt x="116" y="90"/>
                    </a:cubicBezTo>
                    <a:cubicBezTo>
                      <a:pt x="117" y="89"/>
                      <a:pt x="117" y="88"/>
                      <a:pt x="118" y="87"/>
                    </a:cubicBezTo>
                    <a:cubicBezTo>
                      <a:pt x="121" y="79"/>
                      <a:pt x="123" y="72"/>
                      <a:pt x="123" y="63"/>
                    </a:cubicBezTo>
                    <a:cubicBezTo>
                      <a:pt x="124" y="31"/>
                      <a:pt x="99" y="3"/>
                      <a:pt x="67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6" name="Freeform 194"/>
              <p:cNvSpPr/>
              <p:nvPr/>
            </p:nvSpPr>
            <p:spPr bwMode="auto">
              <a:xfrm>
                <a:off x="-1455738" y="7662863"/>
                <a:ext cx="179388" cy="131763"/>
              </a:xfrm>
              <a:custGeom>
                <a:avLst/>
                <a:gdLst>
                  <a:gd name="T0" fmla="*/ 31 w 48"/>
                  <a:gd name="T1" fmla="*/ 11 h 35"/>
                  <a:gd name="T2" fmla="*/ 42 w 48"/>
                  <a:gd name="T3" fmla="*/ 3 h 35"/>
                  <a:gd name="T4" fmla="*/ 48 w 48"/>
                  <a:gd name="T5" fmla="*/ 1 h 35"/>
                  <a:gd name="T6" fmla="*/ 28 w 48"/>
                  <a:gd name="T7" fmla="*/ 3 h 35"/>
                  <a:gd name="T8" fmla="*/ 15 w 48"/>
                  <a:gd name="T9" fmla="*/ 13 h 35"/>
                  <a:gd name="T10" fmla="*/ 10 w 48"/>
                  <a:gd name="T11" fmla="*/ 23 h 35"/>
                  <a:gd name="T12" fmla="*/ 0 w 48"/>
                  <a:gd name="T13" fmla="*/ 35 h 35"/>
                  <a:gd name="T14" fmla="*/ 16 w 48"/>
                  <a:gd name="T15" fmla="*/ 28 h 35"/>
                  <a:gd name="T16" fmla="*/ 31 w 48"/>
                  <a:gd name="T1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35">
                    <a:moveTo>
                      <a:pt x="31" y="11"/>
                    </a:moveTo>
                    <a:cubicBezTo>
                      <a:pt x="34" y="7"/>
                      <a:pt x="38" y="5"/>
                      <a:pt x="42" y="3"/>
                    </a:cubicBezTo>
                    <a:cubicBezTo>
                      <a:pt x="43" y="3"/>
                      <a:pt x="46" y="1"/>
                      <a:pt x="48" y="1"/>
                    </a:cubicBezTo>
                    <a:cubicBezTo>
                      <a:pt x="41" y="1"/>
                      <a:pt x="34" y="0"/>
                      <a:pt x="28" y="3"/>
                    </a:cubicBezTo>
                    <a:cubicBezTo>
                      <a:pt x="23" y="5"/>
                      <a:pt x="19" y="9"/>
                      <a:pt x="15" y="13"/>
                    </a:cubicBezTo>
                    <a:cubicBezTo>
                      <a:pt x="13" y="16"/>
                      <a:pt x="11" y="20"/>
                      <a:pt x="10" y="23"/>
                    </a:cubicBezTo>
                    <a:cubicBezTo>
                      <a:pt x="7" y="27"/>
                      <a:pt x="5" y="33"/>
                      <a:pt x="0" y="35"/>
                    </a:cubicBezTo>
                    <a:cubicBezTo>
                      <a:pt x="6" y="34"/>
                      <a:pt x="12" y="31"/>
                      <a:pt x="16" y="28"/>
                    </a:cubicBezTo>
                    <a:cubicBezTo>
                      <a:pt x="22" y="23"/>
                      <a:pt x="26" y="16"/>
                      <a:pt x="31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7" name="Freeform 195"/>
              <p:cNvSpPr/>
              <p:nvPr/>
            </p:nvSpPr>
            <p:spPr bwMode="auto">
              <a:xfrm>
                <a:off x="-1444625" y="7667625"/>
                <a:ext cx="236538" cy="160338"/>
              </a:xfrm>
              <a:custGeom>
                <a:avLst/>
                <a:gdLst>
                  <a:gd name="T0" fmla="*/ 41 w 63"/>
                  <a:gd name="T1" fmla="*/ 5 h 43"/>
                  <a:gd name="T2" fmla="*/ 26 w 63"/>
                  <a:gd name="T3" fmla="*/ 19 h 43"/>
                  <a:gd name="T4" fmla="*/ 14 w 63"/>
                  <a:gd name="T5" fmla="*/ 31 h 43"/>
                  <a:gd name="T6" fmla="*/ 0 w 63"/>
                  <a:gd name="T7" fmla="*/ 36 h 43"/>
                  <a:gd name="T8" fmla="*/ 35 w 63"/>
                  <a:gd name="T9" fmla="*/ 36 h 43"/>
                  <a:gd name="T10" fmla="*/ 53 w 63"/>
                  <a:gd name="T11" fmla="*/ 11 h 43"/>
                  <a:gd name="T12" fmla="*/ 60 w 63"/>
                  <a:gd name="T13" fmla="*/ 3 h 43"/>
                  <a:gd name="T14" fmla="*/ 63 w 63"/>
                  <a:gd name="T15" fmla="*/ 1 h 43"/>
                  <a:gd name="T16" fmla="*/ 41 w 63"/>
                  <a:gd name="T17" fmla="*/ 5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3" h="43">
                    <a:moveTo>
                      <a:pt x="41" y="5"/>
                    </a:moveTo>
                    <a:cubicBezTo>
                      <a:pt x="34" y="8"/>
                      <a:pt x="30" y="13"/>
                      <a:pt x="26" y="19"/>
                    </a:cubicBezTo>
                    <a:cubicBezTo>
                      <a:pt x="22" y="23"/>
                      <a:pt x="18" y="28"/>
                      <a:pt x="14" y="31"/>
                    </a:cubicBezTo>
                    <a:cubicBezTo>
                      <a:pt x="10" y="33"/>
                      <a:pt x="5" y="36"/>
                      <a:pt x="0" y="36"/>
                    </a:cubicBezTo>
                    <a:cubicBezTo>
                      <a:pt x="11" y="43"/>
                      <a:pt x="24" y="42"/>
                      <a:pt x="35" y="36"/>
                    </a:cubicBezTo>
                    <a:cubicBezTo>
                      <a:pt x="44" y="30"/>
                      <a:pt x="48" y="20"/>
                      <a:pt x="53" y="11"/>
                    </a:cubicBezTo>
                    <a:cubicBezTo>
                      <a:pt x="55" y="8"/>
                      <a:pt x="57" y="6"/>
                      <a:pt x="60" y="3"/>
                    </a:cubicBezTo>
                    <a:cubicBezTo>
                      <a:pt x="60" y="3"/>
                      <a:pt x="62" y="1"/>
                      <a:pt x="63" y="1"/>
                    </a:cubicBezTo>
                    <a:cubicBezTo>
                      <a:pt x="56" y="0"/>
                      <a:pt x="48" y="1"/>
                      <a:pt x="41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8" name="Freeform 196"/>
              <p:cNvSpPr/>
              <p:nvPr/>
            </p:nvSpPr>
            <p:spPr bwMode="auto">
              <a:xfrm>
                <a:off x="-1455738" y="7532688"/>
                <a:ext cx="153988" cy="107950"/>
              </a:xfrm>
              <a:custGeom>
                <a:avLst/>
                <a:gdLst>
                  <a:gd name="T0" fmla="*/ 13 w 41"/>
                  <a:gd name="T1" fmla="*/ 11 h 29"/>
                  <a:gd name="T2" fmla="*/ 8 w 41"/>
                  <a:gd name="T3" fmla="*/ 19 h 29"/>
                  <a:gd name="T4" fmla="*/ 0 w 41"/>
                  <a:gd name="T5" fmla="*/ 29 h 29"/>
                  <a:gd name="T6" fmla="*/ 14 w 41"/>
                  <a:gd name="T7" fmla="*/ 23 h 29"/>
                  <a:gd name="T8" fmla="*/ 27 w 41"/>
                  <a:gd name="T9" fmla="*/ 9 h 29"/>
                  <a:gd name="T10" fmla="*/ 36 w 41"/>
                  <a:gd name="T11" fmla="*/ 2 h 29"/>
                  <a:gd name="T12" fmla="*/ 41 w 41"/>
                  <a:gd name="T13" fmla="*/ 1 h 29"/>
                  <a:gd name="T14" fmla="*/ 24 w 41"/>
                  <a:gd name="T15" fmla="*/ 2 h 29"/>
                  <a:gd name="T16" fmla="*/ 13 w 41"/>
                  <a:gd name="T17" fmla="*/ 11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29">
                    <a:moveTo>
                      <a:pt x="13" y="11"/>
                    </a:moveTo>
                    <a:cubicBezTo>
                      <a:pt x="11" y="14"/>
                      <a:pt x="10" y="16"/>
                      <a:pt x="8" y="19"/>
                    </a:cubicBezTo>
                    <a:cubicBezTo>
                      <a:pt x="7" y="23"/>
                      <a:pt x="4" y="28"/>
                      <a:pt x="0" y="29"/>
                    </a:cubicBezTo>
                    <a:cubicBezTo>
                      <a:pt x="5" y="29"/>
                      <a:pt x="10" y="26"/>
                      <a:pt x="14" y="23"/>
                    </a:cubicBezTo>
                    <a:cubicBezTo>
                      <a:pt x="19" y="19"/>
                      <a:pt x="22" y="13"/>
                      <a:pt x="27" y="9"/>
                    </a:cubicBezTo>
                    <a:cubicBezTo>
                      <a:pt x="29" y="6"/>
                      <a:pt x="33" y="4"/>
                      <a:pt x="36" y="2"/>
                    </a:cubicBezTo>
                    <a:cubicBezTo>
                      <a:pt x="37" y="2"/>
                      <a:pt x="40" y="0"/>
                      <a:pt x="41" y="1"/>
                    </a:cubicBezTo>
                    <a:cubicBezTo>
                      <a:pt x="36" y="0"/>
                      <a:pt x="30" y="0"/>
                      <a:pt x="24" y="2"/>
                    </a:cubicBezTo>
                    <a:cubicBezTo>
                      <a:pt x="20" y="4"/>
                      <a:pt x="16" y="7"/>
                      <a:pt x="13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89" name="Freeform 197"/>
              <p:cNvSpPr/>
              <p:nvPr/>
            </p:nvSpPr>
            <p:spPr bwMode="auto">
              <a:xfrm>
                <a:off x="-1444625" y="7535863"/>
                <a:ext cx="203200" cy="134938"/>
              </a:xfrm>
              <a:custGeom>
                <a:avLst/>
                <a:gdLst>
                  <a:gd name="T0" fmla="*/ 51 w 54"/>
                  <a:gd name="T1" fmla="*/ 2 h 36"/>
                  <a:gd name="T2" fmla="*/ 54 w 54"/>
                  <a:gd name="T3" fmla="*/ 0 h 36"/>
                  <a:gd name="T4" fmla="*/ 35 w 54"/>
                  <a:gd name="T5" fmla="*/ 4 h 36"/>
                  <a:gd name="T6" fmla="*/ 22 w 54"/>
                  <a:gd name="T7" fmla="*/ 15 h 36"/>
                  <a:gd name="T8" fmla="*/ 12 w 54"/>
                  <a:gd name="T9" fmla="*/ 26 h 36"/>
                  <a:gd name="T10" fmla="*/ 0 w 54"/>
                  <a:gd name="T11" fmla="*/ 30 h 36"/>
                  <a:gd name="T12" fmla="*/ 30 w 54"/>
                  <a:gd name="T13" fmla="*/ 30 h 36"/>
                  <a:gd name="T14" fmla="*/ 46 w 54"/>
                  <a:gd name="T15" fmla="*/ 9 h 36"/>
                  <a:gd name="T16" fmla="*/ 51 w 54"/>
                  <a:gd name="T17" fmla="*/ 2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36">
                    <a:moveTo>
                      <a:pt x="51" y="2"/>
                    </a:moveTo>
                    <a:cubicBezTo>
                      <a:pt x="52" y="2"/>
                      <a:pt x="53" y="0"/>
                      <a:pt x="54" y="0"/>
                    </a:cubicBezTo>
                    <a:cubicBezTo>
                      <a:pt x="48" y="0"/>
                      <a:pt x="41" y="0"/>
                      <a:pt x="35" y="4"/>
                    </a:cubicBezTo>
                    <a:cubicBezTo>
                      <a:pt x="29" y="7"/>
                      <a:pt x="26" y="10"/>
                      <a:pt x="22" y="15"/>
                    </a:cubicBezTo>
                    <a:cubicBezTo>
                      <a:pt x="19" y="19"/>
                      <a:pt x="16" y="23"/>
                      <a:pt x="12" y="26"/>
                    </a:cubicBezTo>
                    <a:cubicBezTo>
                      <a:pt x="9" y="28"/>
                      <a:pt x="4" y="30"/>
                      <a:pt x="0" y="30"/>
                    </a:cubicBezTo>
                    <a:cubicBezTo>
                      <a:pt x="9" y="36"/>
                      <a:pt x="21" y="36"/>
                      <a:pt x="30" y="30"/>
                    </a:cubicBezTo>
                    <a:cubicBezTo>
                      <a:pt x="38" y="25"/>
                      <a:pt x="41" y="17"/>
                      <a:pt x="46" y="9"/>
                    </a:cubicBezTo>
                    <a:cubicBezTo>
                      <a:pt x="47" y="7"/>
                      <a:pt x="49" y="4"/>
                      <a:pt x="51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0" name="Freeform 198"/>
              <p:cNvSpPr/>
              <p:nvPr/>
            </p:nvSpPr>
            <p:spPr bwMode="auto">
              <a:xfrm>
                <a:off x="-1655763" y="7662863"/>
                <a:ext cx="180975" cy="131763"/>
              </a:xfrm>
              <a:custGeom>
                <a:avLst/>
                <a:gdLst>
                  <a:gd name="T0" fmla="*/ 17 w 48"/>
                  <a:gd name="T1" fmla="*/ 11 h 35"/>
                  <a:gd name="T2" fmla="*/ 32 w 48"/>
                  <a:gd name="T3" fmla="*/ 28 h 35"/>
                  <a:gd name="T4" fmla="*/ 48 w 48"/>
                  <a:gd name="T5" fmla="*/ 35 h 35"/>
                  <a:gd name="T6" fmla="*/ 38 w 48"/>
                  <a:gd name="T7" fmla="*/ 23 h 35"/>
                  <a:gd name="T8" fmla="*/ 33 w 48"/>
                  <a:gd name="T9" fmla="*/ 13 h 35"/>
                  <a:gd name="T10" fmla="*/ 20 w 48"/>
                  <a:gd name="T11" fmla="*/ 3 h 35"/>
                  <a:gd name="T12" fmla="*/ 0 w 48"/>
                  <a:gd name="T13" fmla="*/ 1 h 35"/>
                  <a:gd name="T14" fmla="*/ 6 w 48"/>
                  <a:gd name="T15" fmla="*/ 3 h 35"/>
                  <a:gd name="T16" fmla="*/ 17 w 48"/>
                  <a:gd name="T17" fmla="*/ 11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8" h="35">
                    <a:moveTo>
                      <a:pt x="17" y="11"/>
                    </a:moveTo>
                    <a:cubicBezTo>
                      <a:pt x="22" y="16"/>
                      <a:pt x="26" y="23"/>
                      <a:pt x="32" y="28"/>
                    </a:cubicBezTo>
                    <a:cubicBezTo>
                      <a:pt x="36" y="31"/>
                      <a:pt x="42" y="34"/>
                      <a:pt x="48" y="35"/>
                    </a:cubicBezTo>
                    <a:cubicBezTo>
                      <a:pt x="44" y="33"/>
                      <a:pt x="41" y="27"/>
                      <a:pt x="38" y="23"/>
                    </a:cubicBezTo>
                    <a:cubicBezTo>
                      <a:pt x="37" y="20"/>
                      <a:pt x="35" y="16"/>
                      <a:pt x="33" y="13"/>
                    </a:cubicBezTo>
                    <a:cubicBezTo>
                      <a:pt x="30" y="9"/>
                      <a:pt x="25" y="5"/>
                      <a:pt x="20" y="3"/>
                    </a:cubicBezTo>
                    <a:cubicBezTo>
                      <a:pt x="14" y="0"/>
                      <a:pt x="7" y="1"/>
                      <a:pt x="0" y="1"/>
                    </a:cubicBezTo>
                    <a:cubicBezTo>
                      <a:pt x="2" y="1"/>
                      <a:pt x="5" y="3"/>
                      <a:pt x="6" y="3"/>
                    </a:cubicBezTo>
                    <a:cubicBezTo>
                      <a:pt x="10" y="5"/>
                      <a:pt x="14" y="7"/>
                      <a:pt x="17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1" name="Freeform 199"/>
              <p:cNvSpPr/>
              <p:nvPr/>
            </p:nvSpPr>
            <p:spPr bwMode="auto">
              <a:xfrm>
                <a:off x="-1722438" y="7667625"/>
                <a:ext cx="236538" cy="160338"/>
              </a:xfrm>
              <a:custGeom>
                <a:avLst/>
                <a:gdLst>
                  <a:gd name="T0" fmla="*/ 10 w 63"/>
                  <a:gd name="T1" fmla="*/ 11 h 43"/>
                  <a:gd name="T2" fmla="*/ 28 w 63"/>
                  <a:gd name="T3" fmla="*/ 36 h 43"/>
                  <a:gd name="T4" fmla="*/ 63 w 63"/>
                  <a:gd name="T5" fmla="*/ 36 h 43"/>
                  <a:gd name="T6" fmla="*/ 49 w 63"/>
                  <a:gd name="T7" fmla="*/ 31 h 43"/>
                  <a:gd name="T8" fmla="*/ 37 w 63"/>
                  <a:gd name="T9" fmla="*/ 19 h 43"/>
                  <a:gd name="T10" fmla="*/ 22 w 63"/>
                  <a:gd name="T11" fmla="*/ 5 h 43"/>
                  <a:gd name="T12" fmla="*/ 0 w 63"/>
                  <a:gd name="T13" fmla="*/ 1 h 43"/>
                  <a:gd name="T14" fmla="*/ 3 w 63"/>
                  <a:gd name="T15" fmla="*/ 3 h 43"/>
                  <a:gd name="T16" fmla="*/ 10 w 63"/>
                  <a:gd name="T17" fmla="*/ 11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3" h="43">
                    <a:moveTo>
                      <a:pt x="10" y="11"/>
                    </a:moveTo>
                    <a:cubicBezTo>
                      <a:pt x="15" y="20"/>
                      <a:pt x="19" y="30"/>
                      <a:pt x="28" y="36"/>
                    </a:cubicBezTo>
                    <a:cubicBezTo>
                      <a:pt x="39" y="42"/>
                      <a:pt x="52" y="43"/>
                      <a:pt x="63" y="36"/>
                    </a:cubicBezTo>
                    <a:cubicBezTo>
                      <a:pt x="58" y="36"/>
                      <a:pt x="53" y="33"/>
                      <a:pt x="49" y="31"/>
                    </a:cubicBezTo>
                    <a:cubicBezTo>
                      <a:pt x="45" y="28"/>
                      <a:pt x="41" y="23"/>
                      <a:pt x="37" y="19"/>
                    </a:cubicBezTo>
                    <a:cubicBezTo>
                      <a:pt x="33" y="13"/>
                      <a:pt x="29" y="8"/>
                      <a:pt x="22" y="5"/>
                    </a:cubicBezTo>
                    <a:cubicBezTo>
                      <a:pt x="15" y="1"/>
                      <a:pt x="7" y="0"/>
                      <a:pt x="0" y="1"/>
                    </a:cubicBezTo>
                    <a:cubicBezTo>
                      <a:pt x="1" y="1"/>
                      <a:pt x="3" y="3"/>
                      <a:pt x="3" y="3"/>
                    </a:cubicBezTo>
                    <a:cubicBezTo>
                      <a:pt x="6" y="6"/>
                      <a:pt x="8" y="8"/>
                      <a:pt x="10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2" name="Freeform 200"/>
              <p:cNvSpPr/>
              <p:nvPr/>
            </p:nvSpPr>
            <p:spPr bwMode="auto">
              <a:xfrm>
                <a:off x="-1628775" y="7532688"/>
                <a:ext cx="153988" cy="107950"/>
              </a:xfrm>
              <a:custGeom>
                <a:avLst/>
                <a:gdLst>
                  <a:gd name="T0" fmla="*/ 17 w 41"/>
                  <a:gd name="T1" fmla="*/ 2 h 29"/>
                  <a:gd name="T2" fmla="*/ 0 w 41"/>
                  <a:gd name="T3" fmla="*/ 1 h 29"/>
                  <a:gd name="T4" fmla="*/ 5 w 41"/>
                  <a:gd name="T5" fmla="*/ 2 h 29"/>
                  <a:gd name="T6" fmla="*/ 14 w 41"/>
                  <a:gd name="T7" fmla="*/ 9 h 29"/>
                  <a:gd name="T8" fmla="*/ 27 w 41"/>
                  <a:gd name="T9" fmla="*/ 23 h 29"/>
                  <a:gd name="T10" fmla="*/ 41 w 41"/>
                  <a:gd name="T11" fmla="*/ 29 h 29"/>
                  <a:gd name="T12" fmla="*/ 33 w 41"/>
                  <a:gd name="T13" fmla="*/ 19 h 29"/>
                  <a:gd name="T14" fmla="*/ 28 w 41"/>
                  <a:gd name="T15" fmla="*/ 11 h 29"/>
                  <a:gd name="T16" fmla="*/ 17 w 41"/>
                  <a:gd name="T17" fmla="*/ 2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1" h="29">
                    <a:moveTo>
                      <a:pt x="17" y="2"/>
                    </a:moveTo>
                    <a:cubicBezTo>
                      <a:pt x="11" y="0"/>
                      <a:pt x="6" y="0"/>
                      <a:pt x="0" y="1"/>
                    </a:cubicBezTo>
                    <a:cubicBezTo>
                      <a:pt x="1" y="0"/>
                      <a:pt x="4" y="2"/>
                      <a:pt x="5" y="2"/>
                    </a:cubicBezTo>
                    <a:cubicBezTo>
                      <a:pt x="8" y="4"/>
                      <a:pt x="12" y="6"/>
                      <a:pt x="14" y="9"/>
                    </a:cubicBezTo>
                    <a:cubicBezTo>
                      <a:pt x="19" y="13"/>
                      <a:pt x="22" y="19"/>
                      <a:pt x="27" y="23"/>
                    </a:cubicBezTo>
                    <a:cubicBezTo>
                      <a:pt x="31" y="26"/>
                      <a:pt x="36" y="29"/>
                      <a:pt x="41" y="29"/>
                    </a:cubicBezTo>
                    <a:cubicBezTo>
                      <a:pt x="37" y="28"/>
                      <a:pt x="34" y="23"/>
                      <a:pt x="33" y="19"/>
                    </a:cubicBezTo>
                    <a:cubicBezTo>
                      <a:pt x="31" y="16"/>
                      <a:pt x="30" y="14"/>
                      <a:pt x="28" y="11"/>
                    </a:cubicBezTo>
                    <a:cubicBezTo>
                      <a:pt x="25" y="7"/>
                      <a:pt x="21" y="4"/>
                      <a:pt x="17" y="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3" name="Freeform 201"/>
              <p:cNvSpPr/>
              <p:nvPr/>
            </p:nvSpPr>
            <p:spPr bwMode="auto">
              <a:xfrm>
                <a:off x="-1689100" y="7535863"/>
                <a:ext cx="203200" cy="134938"/>
              </a:xfrm>
              <a:custGeom>
                <a:avLst/>
                <a:gdLst>
                  <a:gd name="T0" fmla="*/ 0 w 54"/>
                  <a:gd name="T1" fmla="*/ 0 h 36"/>
                  <a:gd name="T2" fmla="*/ 3 w 54"/>
                  <a:gd name="T3" fmla="*/ 2 h 36"/>
                  <a:gd name="T4" fmla="*/ 9 w 54"/>
                  <a:gd name="T5" fmla="*/ 9 h 36"/>
                  <a:gd name="T6" fmla="*/ 24 w 54"/>
                  <a:gd name="T7" fmla="*/ 30 h 36"/>
                  <a:gd name="T8" fmla="*/ 54 w 54"/>
                  <a:gd name="T9" fmla="*/ 30 h 36"/>
                  <a:gd name="T10" fmla="*/ 42 w 54"/>
                  <a:gd name="T11" fmla="*/ 26 h 36"/>
                  <a:gd name="T12" fmla="*/ 32 w 54"/>
                  <a:gd name="T13" fmla="*/ 15 h 36"/>
                  <a:gd name="T14" fmla="*/ 19 w 54"/>
                  <a:gd name="T15" fmla="*/ 4 h 36"/>
                  <a:gd name="T16" fmla="*/ 0 w 54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4" h="36">
                    <a:moveTo>
                      <a:pt x="0" y="0"/>
                    </a:moveTo>
                    <a:cubicBezTo>
                      <a:pt x="1" y="0"/>
                      <a:pt x="2" y="2"/>
                      <a:pt x="3" y="2"/>
                    </a:cubicBezTo>
                    <a:cubicBezTo>
                      <a:pt x="5" y="4"/>
                      <a:pt x="7" y="7"/>
                      <a:pt x="9" y="9"/>
                    </a:cubicBezTo>
                    <a:cubicBezTo>
                      <a:pt x="13" y="17"/>
                      <a:pt x="16" y="25"/>
                      <a:pt x="24" y="30"/>
                    </a:cubicBezTo>
                    <a:cubicBezTo>
                      <a:pt x="33" y="36"/>
                      <a:pt x="45" y="36"/>
                      <a:pt x="54" y="30"/>
                    </a:cubicBezTo>
                    <a:cubicBezTo>
                      <a:pt x="50" y="30"/>
                      <a:pt x="45" y="28"/>
                      <a:pt x="42" y="26"/>
                    </a:cubicBezTo>
                    <a:cubicBezTo>
                      <a:pt x="38" y="23"/>
                      <a:pt x="35" y="19"/>
                      <a:pt x="32" y="15"/>
                    </a:cubicBezTo>
                    <a:cubicBezTo>
                      <a:pt x="28" y="10"/>
                      <a:pt x="25" y="7"/>
                      <a:pt x="19" y="4"/>
                    </a:cubicBezTo>
                    <a:cubicBezTo>
                      <a:pt x="13" y="0"/>
                      <a:pt x="7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4" name="Freeform 202"/>
              <p:cNvSpPr/>
              <p:nvPr/>
            </p:nvSpPr>
            <p:spPr bwMode="auto">
              <a:xfrm>
                <a:off x="-1466850" y="7437438"/>
                <a:ext cx="82550" cy="173038"/>
              </a:xfrm>
              <a:custGeom>
                <a:avLst/>
                <a:gdLst>
                  <a:gd name="T0" fmla="*/ 14 w 22"/>
                  <a:gd name="T1" fmla="*/ 15 h 46"/>
                  <a:gd name="T2" fmla="*/ 3 w 22"/>
                  <a:gd name="T3" fmla="*/ 31 h 46"/>
                  <a:gd name="T4" fmla="*/ 0 w 22"/>
                  <a:gd name="T5" fmla="*/ 46 h 46"/>
                  <a:gd name="T6" fmla="*/ 8 w 22"/>
                  <a:gd name="T7" fmla="*/ 35 h 46"/>
                  <a:gd name="T8" fmla="*/ 15 w 22"/>
                  <a:gd name="T9" fmla="*/ 29 h 46"/>
                  <a:gd name="T10" fmla="*/ 22 w 22"/>
                  <a:gd name="T11" fmla="*/ 16 h 46"/>
                  <a:gd name="T12" fmla="*/ 19 w 22"/>
                  <a:gd name="T13" fmla="*/ 0 h 46"/>
                  <a:gd name="T14" fmla="*/ 18 w 22"/>
                  <a:gd name="T15" fmla="*/ 5 h 46"/>
                  <a:gd name="T16" fmla="*/ 14 w 22"/>
                  <a:gd name="T17" fmla="*/ 15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" h="46">
                    <a:moveTo>
                      <a:pt x="14" y="15"/>
                    </a:moveTo>
                    <a:cubicBezTo>
                      <a:pt x="11" y="21"/>
                      <a:pt x="6" y="25"/>
                      <a:pt x="3" y="31"/>
                    </a:cubicBezTo>
                    <a:cubicBezTo>
                      <a:pt x="1" y="35"/>
                      <a:pt x="0" y="41"/>
                      <a:pt x="0" y="46"/>
                    </a:cubicBezTo>
                    <a:cubicBezTo>
                      <a:pt x="1" y="42"/>
                      <a:pt x="5" y="38"/>
                      <a:pt x="8" y="35"/>
                    </a:cubicBezTo>
                    <a:cubicBezTo>
                      <a:pt x="10" y="33"/>
                      <a:pt x="13" y="31"/>
                      <a:pt x="15" y="29"/>
                    </a:cubicBezTo>
                    <a:cubicBezTo>
                      <a:pt x="18" y="25"/>
                      <a:pt x="21" y="21"/>
                      <a:pt x="22" y="16"/>
                    </a:cubicBezTo>
                    <a:cubicBezTo>
                      <a:pt x="22" y="11"/>
                      <a:pt x="21" y="5"/>
                      <a:pt x="19" y="0"/>
                    </a:cubicBezTo>
                    <a:cubicBezTo>
                      <a:pt x="20" y="1"/>
                      <a:pt x="19" y="3"/>
                      <a:pt x="18" y="5"/>
                    </a:cubicBezTo>
                    <a:cubicBezTo>
                      <a:pt x="18" y="8"/>
                      <a:pt x="17" y="12"/>
                      <a:pt x="14" y="1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5" name="Freeform 203"/>
              <p:cNvSpPr/>
              <p:nvPr/>
            </p:nvSpPr>
            <p:spPr bwMode="auto">
              <a:xfrm>
                <a:off x="-1516063" y="7381875"/>
                <a:ext cx="112713" cy="220663"/>
              </a:xfrm>
              <a:custGeom>
                <a:avLst/>
                <a:gdLst>
                  <a:gd name="T0" fmla="*/ 10 w 30"/>
                  <a:gd name="T1" fmla="*/ 59 h 59"/>
                  <a:gd name="T2" fmla="*/ 12 w 30"/>
                  <a:gd name="T3" fmla="*/ 46 h 59"/>
                  <a:gd name="T4" fmla="*/ 20 w 30"/>
                  <a:gd name="T5" fmla="*/ 34 h 59"/>
                  <a:gd name="T6" fmla="*/ 28 w 30"/>
                  <a:gd name="T7" fmla="*/ 19 h 59"/>
                  <a:gd name="T8" fmla="*/ 27 w 30"/>
                  <a:gd name="T9" fmla="*/ 0 h 59"/>
                  <a:gd name="T10" fmla="*/ 26 w 30"/>
                  <a:gd name="T11" fmla="*/ 3 h 59"/>
                  <a:gd name="T12" fmla="*/ 21 w 30"/>
                  <a:gd name="T13" fmla="*/ 10 h 59"/>
                  <a:gd name="T14" fmla="*/ 3 w 30"/>
                  <a:gd name="T15" fmla="*/ 30 h 59"/>
                  <a:gd name="T16" fmla="*/ 10 w 30"/>
                  <a:gd name="T17" fmla="*/ 59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59">
                    <a:moveTo>
                      <a:pt x="10" y="59"/>
                    </a:moveTo>
                    <a:cubicBezTo>
                      <a:pt x="9" y="55"/>
                      <a:pt x="10" y="50"/>
                      <a:pt x="12" y="46"/>
                    </a:cubicBezTo>
                    <a:cubicBezTo>
                      <a:pt x="13" y="42"/>
                      <a:pt x="17" y="38"/>
                      <a:pt x="20" y="34"/>
                    </a:cubicBezTo>
                    <a:cubicBezTo>
                      <a:pt x="24" y="30"/>
                      <a:pt x="27" y="25"/>
                      <a:pt x="28" y="19"/>
                    </a:cubicBezTo>
                    <a:cubicBezTo>
                      <a:pt x="30" y="13"/>
                      <a:pt x="29" y="6"/>
                      <a:pt x="27" y="0"/>
                    </a:cubicBezTo>
                    <a:cubicBezTo>
                      <a:pt x="28" y="0"/>
                      <a:pt x="26" y="2"/>
                      <a:pt x="26" y="3"/>
                    </a:cubicBezTo>
                    <a:cubicBezTo>
                      <a:pt x="25" y="6"/>
                      <a:pt x="23" y="8"/>
                      <a:pt x="21" y="10"/>
                    </a:cubicBezTo>
                    <a:cubicBezTo>
                      <a:pt x="14" y="16"/>
                      <a:pt x="6" y="21"/>
                      <a:pt x="3" y="30"/>
                    </a:cubicBezTo>
                    <a:cubicBezTo>
                      <a:pt x="0" y="40"/>
                      <a:pt x="2" y="51"/>
                      <a:pt x="10" y="5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6" name="Freeform 204"/>
              <p:cNvSpPr>
                <a:spLocks noEditPoints="1"/>
              </p:cNvSpPr>
              <p:nvPr/>
            </p:nvSpPr>
            <p:spPr bwMode="auto">
              <a:xfrm>
                <a:off x="-5208588" y="2486025"/>
                <a:ext cx="269875" cy="212725"/>
              </a:xfrm>
              <a:custGeom>
                <a:avLst/>
                <a:gdLst>
                  <a:gd name="T0" fmla="*/ 65 w 72"/>
                  <a:gd name="T1" fmla="*/ 13 h 57"/>
                  <a:gd name="T2" fmla="*/ 58 w 72"/>
                  <a:gd name="T3" fmla="*/ 13 h 57"/>
                  <a:gd name="T4" fmla="*/ 58 w 72"/>
                  <a:gd name="T5" fmla="*/ 16 h 57"/>
                  <a:gd name="T6" fmla="*/ 66 w 72"/>
                  <a:gd name="T7" fmla="*/ 32 h 57"/>
                  <a:gd name="T8" fmla="*/ 66 w 72"/>
                  <a:gd name="T9" fmla="*/ 40 h 57"/>
                  <a:gd name="T10" fmla="*/ 58 w 72"/>
                  <a:gd name="T11" fmla="*/ 57 h 57"/>
                  <a:gd name="T12" fmla="*/ 72 w 72"/>
                  <a:gd name="T13" fmla="*/ 53 h 57"/>
                  <a:gd name="T14" fmla="*/ 72 w 72"/>
                  <a:gd name="T15" fmla="*/ 20 h 57"/>
                  <a:gd name="T16" fmla="*/ 58 w 72"/>
                  <a:gd name="T17" fmla="*/ 0 h 57"/>
                  <a:gd name="T18" fmla="*/ 36 w 72"/>
                  <a:gd name="T19" fmla="*/ 4 h 57"/>
                  <a:gd name="T20" fmla="*/ 58 w 72"/>
                  <a:gd name="T21" fmla="*/ 13 h 57"/>
                  <a:gd name="T22" fmla="*/ 36 w 72"/>
                  <a:gd name="T23" fmla="*/ 45 h 57"/>
                  <a:gd name="T24" fmla="*/ 55 w 72"/>
                  <a:gd name="T25" fmla="*/ 53 h 57"/>
                  <a:gd name="T26" fmla="*/ 58 w 72"/>
                  <a:gd name="T27" fmla="*/ 57 h 57"/>
                  <a:gd name="T28" fmla="*/ 51 w 72"/>
                  <a:gd name="T29" fmla="*/ 40 h 57"/>
                  <a:gd name="T30" fmla="*/ 58 w 72"/>
                  <a:gd name="T31" fmla="*/ 32 h 57"/>
                  <a:gd name="T32" fmla="*/ 36 w 72"/>
                  <a:gd name="T33" fmla="*/ 16 h 57"/>
                  <a:gd name="T34" fmla="*/ 36 w 72"/>
                  <a:gd name="T35" fmla="*/ 0 h 57"/>
                  <a:gd name="T36" fmla="*/ 14 w 72"/>
                  <a:gd name="T37" fmla="*/ 0 h 57"/>
                  <a:gd name="T38" fmla="*/ 18 w 72"/>
                  <a:gd name="T39" fmla="*/ 4 h 57"/>
                  <a:gd name="T40" fmla="*/ 36 w 72"/>
                  <a:gd name="T41" fmla="*/ 4 h 57"/>
                  <a:gd name="T42" fmla="*/ 14 w 72"/>
                  <a:gd name="T43" fmla="*/ 57 h 57"/>
                  <a:gd name="T44" fmla="*/ 17 w 72"/>
                  <a:gd name="T45" fmla="*/ 53 h 57"/>
                  <a:gd name="T46" fmla="*/ 36 w 72"/>
                  <a:gd name="T47" fmla="*/ 45 h 57"/>
                  <a:gd name="T48" fmla="*/ 14 w 72"/>
                  <a:gd name="T49" fmla="*/ 16 h 57"/>
                  <a:gd name="T50" fmla="*/ 21 w 72"/>
                  <a:gd name="T51" fmla="*/ 32 h 57"/>
                  <a:gd name="T52" fmla="*/ 21 w 72"/>
                  <a:gd name="T53" fmla="*/ 40 h 57"/>
                  <a:gd name="T54" fmla="*/ 14 w 72"/>
                  <a:gd name="T55" fmla="*/ 57 h 57"/>
                  <a:gd name="T56" fmla="*/ 7 w 72"/>
                  <a:gd name="T57" fmla="*/ 13 h 57"/>
                  <a:gd name="T58" fmla="*/ 0 w 72"/>
                  <a:gd name="T59" fmla="*/ 44 h 57"/>
                  <a:gd name="T60" fmla="*/ 0 w 72"/>
                  <a:gd name="T61" fmla="*/ 53 h 57"/>
                  <a:gd name="T62" fmla="*/ 14 w 72"/>
                  <a:gd name="T63" fmla="*/ 57 h 57"/>
                  <a:gd name="T64" fmla="*/ 7 w 72"/>
                  <a:gd name="T65" fmla="*/ 40 h 57"/>
                  <a:gd name="T66" fmla="*/ 14 w 72"/>
                  <a:gd name="T67" fmla="*/ 32 h 57"/>
                  <a:gd name="T68" fmla="*/ 12 w 72"/>
                  <a:gd name="T69" fmla="*/ 16 h 57"/>
                  <a:gd name="T70" fmla="*/ 14 w 72"/>
                  <a:gd name="T71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72" h="57">
                    <a:moveTo>
                      <a:pt x="72" y="20"/>
                    </a:moveTo>
                    <a:cubicBezTo>
                      <a:pt x="65" y="13"/>
                      <a:pt x="65" y="13"/>
                      <a:pt x="65" y="13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60" y="16"/>
                      <a:pt x="60" y="16"/>
                      <a:pt x="60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66" y="32"/>
                      <a:pt x="66" y="32"/>
                      <a:pt x="66" y="32"/>
                    </a:cubicBezTo>
                    <a:cubicBezTo>
                      <a:pt x="66" y="40"/>
                      <a:pt x="66" y="40"/>
                      <a:pt x="66" y="40"/>
                    </a:cubicBezTo>
                    <a:cubicBezTo>
                      <a:pt x="66" y="40"/>
                      <a:pt x="66" y="40"/>
                      <a:pt x="66" y="40"/>
                    </a:cubicBezTo>
                    <a:cubicBezTo>
                      <a:pt x="58" y="40"/>
                      <a:pt x="58" y="40"/>
                      <a:pt x="58" y="40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69" y="57"/>
                      <a:pt x="69" y="57"/>
                      <a:pt x="69" y="57"/>
                    </a:cubicBezTo>
                    <a:cubicBezTo>
                      <a:pt x="71" y="57"/>
                      <a:pt x="72" y="55"/>
                      <a:pt x="72" y="53"/>
                    </a:cubicBezTo>
                    <a:cubicBezTo>
                      <a:pt x="72" y="45"/>
                      <a:pt x="72" y="45"/>
                      <a:pt x="72" y="45"/>
                    </a:cubicBezTo>
                    <a:lnTo>
                      <a:pt x="72" y="20"/>
                    </a:lnTo>
                    <a:close/>
                    <a:moveTo>
                      <a:pt x="58" y="0"/>
                    </a:moveTo>
                    <a:cubicBezTo>
                      <a:pt x="58" y="0"/>
                      <a:pt x="58" y="0"/>
                      <a:pt x="58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54" y="4"/>
                      <a:pt x="54" y="4"/>
                      <a:pt x="54" y="4"/>
                    </a:cubicBezTo>
                    <a:cubicBezTo>
                      <a:pt x="58" y="13"/>
                      <a:pt x="58" y="13"/>
                      <a:pt x="58" y="13"/>
                    </a:cubicBezTo>
                    <a:cubicBezTo>
                      <a:pt x="58" y="0"/>
                      <a:pt x="58" y="0"/>
                      <a:pt x="58" y="0"/>
                    </a:cubicBezTo>
                    <a:close/>
                    <a:moveTo>
                      <a:pt x="36" y="45"/>
                    </a:moveTo>
                    <a:cubicBezTo>
                      <a:pt x="55" y="45"/>
                      <a:pt x="55" y="45"/>
                      <a:pt x="55" y="45"/>
                    </a:cubicBezTo>
                    <a:cubicBezTo>
                      <a:pt x="55" y="53"/>
                      <a:pt x="55" y="53"/>
                      <a:pt x="55" y="53"/>
                    </a:cubicBezTo>
                    <a:cubicBezTo>
                      <a:pt x="55" y="55"/>
                      <a:pt x="56" y="57"/>
                      <a:pt x="58" y="57"/>
                    </a:cubicBezTo>
                    <a:cubicBezTo>
                      <a:pt x="58" y="57"/>
                      <a:pt x="58" y="57"/>
                      <a:pt x="58" y="57"/>
                    </a:cubicBezTo>
                    <a:cubicBezTo>
                      <a:pt x="58" y="40"/>
                      <a:pt x="58" y="40"/>
                      <a:pt x="58" y="40"/>
                    </a:cubicBezTo>
                    <a:cubicBezTo>
                      <a:pt x="51" y="40"/>
                      <a:pt x="51" y="40"/>
                      <a:pt x="51" y="40"/>
                    </a:cubicBezTo>
                    <a:cubicBezTo>
                      <a:pt x="51" y="32"/>
                      <a:pt x="51" y="32"/>
                      <a:pt x="51" y="32"/>
                    </a:cubicBezTo>
                    <a:cubicBezTo>
                      <a:pt x="58" y="32"/>
                      <a:pt x="58" y="32"/>
                      <a:pt x="58" y="32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36" y="16"/>
                      <a:pt x="36" y="16"/>
                      <a:pt x="36" y="16"/>
                    </a:cubicBezTo>
                    <a:lnTo>
                      <a:pt x="36" y="45"/>
                    </a:lnTo>
                    <a:close/>
                    <a:moveTo>
                      <a:pt x="36" y="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4" y="13"/>
                      <a:pt x="14" y="13"/>
                      <a:pt x="14" y="13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18" y="4"/>
                      <a:pt x="18" y="4"/>
                      <a:pt x="18" y="4"/>
                    </a:cubicBezTo>
                    <a:cubicBezTo>
                      <a:pt x="36" y="4"/>
                      <a:pt x="36" y="4"/>
                      <a:pt x="36" y="4"/>
                    </a:cubicBezTo>
                    <a:cubicBezTo>
                      <a:pt x="36" y="0"/>
                      <a:pt x="36" y="0"/>
                      <a:pt x="36" y="0"/>
                    </a:cubicBezTo>
                    <a:close/>
                    <a:moveTo>
                      <a:pt x="14" y="57"/>
                    </a:moveTo>
                    <a:cubicBezTo>
                      <a:pt x="14" y="57"/>
                      <a:pt x="14" y="57"/>
                      <a:pt x="14" y="57"/>
                    </a:cubicBezTo>
                    <a:cubicBezTo>
                      <a:pt x="16" y="57"/>
                      <a:pt x="17" y="55"/>
                      <a:pt x="17" y="53"/>
                    </a:cubicBezTo>
                    <a:cubicBezTo>
                      <a:pt x="17" y="45"/>
                      <a:pt x="17" y="45"/>
                      <a:pt x="17" y="45"/>
                    </a:cubicBezTo>
                    <a:cubicBezTo>
                      <a:pt x="36" y="45"/>
                      <a:pt x="36" y="45"/>
                      <a:pt x="36" y="45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21" y="32"/>
                      <a:pt x="21" y="32"/>
                      <a:pt x="21" y="32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21" y="40"/>
                      <a:pt x="21" y="40"/>
                      <a:pt x="21" y="40"/>
                    </a:cubicBezTo>
                    <a:cubicBezTo>
                      <a:pt x="14" y="40"/>
                      <a:pt x="14" y="40"/>
                      <a:pt x="14" y="40"/>
                    </a:cubicBezTo>
                    <a:lnTo>
                      <a:pt x="14" y="57"/>
                    </a:lnTo>
                    <a:close/>
                    <a:moveTo>
                      <a:pt x="14" y="0"/>
                    </a:moveTo>
                    <a:cubicBezTo>
                      <a:pt x="7" y="13"/>
                      <a:pt x="7" y="13"/>
                      <a:pt x="7" y="13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45"/>
                      <a:pt x="0" y="45"/>
                      <a:pt x="0" y="45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3" y="57"/>
                    </a:cubicBezTo>
                    <a:cubicBezTo>
                      <a:pt x="14" y="57"/>
                      <a:pt x="14" y="57"/>
                      <a:pt x="14" y="57"/>
                    </a:cubicBezTo>
                    <a:cubicBezTo>
                      <a:pt x="14" y="40"/>
                      <a:pt x="14" y="40"/>
                      <a:pt x="14" y="40"/>
                    </a:cubicBezTo>
                    <a:cubicBezTo>
                      <a:pt x="7" y="40"/>
                      <a:pt x="7" y="40"/>
                      <a:pt x="7" y="40"/>
                    </a:cubicBezTo>
                    <a:cubicBezTo>
                      <a:pt x="7" y="32"/>
                      <a:pt x="7" y="32"/>
                      <a:pt x="7" y="32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14" y="16"/>
                      <a:pt x="14" y="16"/>
                      <a:pt x="14" y="16"/>
                    </a:cubicBezTo>
                    <a:cubicBezTo>
                      <a:pt x="12" y="16"/>
                      <a:pt x="12" y="16"/>
                      <a:pt x="12" y="16"/>
                    </a:cubicBezTo>
                    <a:cubicBezTo>
                      <a:pt x="14" y="13"/>
                      <a:pt x="14" y="13"/>
                      <a:pt x="14" y="13"/>
                    </a:cubicBezTo>
                    <a:lnTo>
                      <a:pt x="1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7" name="Freeform 205"/>
              <p:cNvSpPr/>
              <p:nvPr/>
            </p:nvSpPr>
            <p:spPr bwMode="auto">
              <a:xfrm>
                <a:off x="-5395913" y="1295400"/>
                <a:ext cx="112713" cy="77788"/>
              </a:xfrm>
              <a:custGeom>
                <a:avLst/>
                <a:gdLst>
                  <a:gd name="T0" fmla="*/ 19 w 30"/>
                  <a:gd name="T1" fmla="*/ 6 h 21"/>
                  <a:gd name="T2" fmla="*/ 26 w 30"/>
                  <a:gd name="T3" fmla="*/ 2 h 21"/>
                  <a:gd name="T4" fmla="*/ 30 w 30"/>
                  <a:gd name="T5" fmla="*/ 1 h 21"/>
                  <a:gd name="T6" fmla="*/ 18 w 30"/>
                  <a:gd name="T7" fmla="*/ 2 h 21"/>
                  <a:gd name="T8" fmla="*/ 9 w 30"/>
                  <a:gd name="T9" fmla="*/ 8 h 21"/>
                  <a:gd name="T10" fmla="*/ 6 w 30"/>
                  <a:gd name="T11" fmla="*/ 14 h 21"/>
                  <a:gd name="T12" fmla="*/ 0 w 30"/>
                  <a:gd name="T13" fmla="*/ 21 h 21"/>
                  <a:gd name="T14" fmla="*/ 10 w 30"/>
                  <a:gd name="T15" fmla="*/ 17 h 21"/>
                  <a:gd name="T16" fmla="*/ 19 w 30"/>
                  <a:gd name="T17" fmla="*/ 6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21">
                    <a:moveTo>
                      <a:pt x="19" y="6"/>
                    </a:moveTo>
                    <a:cubicBezTo>
                      <a:pt x="21" y="4"/>
                      <a:pt x="24" y="3"/>
                      <a:pt x="26" y="2"/>
                    </a:cubicBezTo>
                    <a:cubicBezTo>
                      <a:pt x="27" y="2"/>
                      <a:pt x="29" y="1"/>
                      <a:pt x="30" y="1"/>
                    </a:cubicBezTo>
                    <a:cubicBezTo>
                      <a:pt x="26" y="0"/>
                      <a:pt x="21" y="0"/>
                      <a:pt x="18" y="2"/>
                    </a:cubicBezTo>
                    <a:cubicBezTo>
                      <a:pt x="14" y="3"/>
                      <a:pt x="11" y="5"/>
                      <a:pt x="9" y="8"/>
                    </a:cubicBezTo>
                    <a:cubicBezTo>
                      <a:pt x="8" y="10"/>
                      <a:pt x="7" y="12"/>
                      <a:pt x="6" y="14"/>
                    </a:cubicBezTo>
                    <a:cubicBezTo>
                      <a:pt x="5" y="17"/>
                      <a:pt x="3" y="20"/>
                      <a:pt x="0" y="21"/>
                    </a:cubicBezTo>
                    <a:cubicBezTo>
                      <a:pt x="4" y="21"/>
                      <a:pt x="7" y="19"/>
                      <a:pt x="10" y="17"/>
                    </a:cubicBezTo>
                    <a:cubicBezTo>
                      <a:pt x="14" y="14"/>
                      <a:pt x="16" y="10"/>
                      <a:pt x="19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8" name="Freeform 206"/>
              <p:cNvSpPr/>
              <p:nvPr/>
            </p:nvSpPr>
            <p:spPr bwMode="auto">
              <a:xfrm>
                <a:off x="-5389563" y="1298575"/>
                <a:ext cx="147638" cy="98425"/>
              </a:xfrm>
              <a:custGeom>
                <a:avLst/>
                <a:gdLst>
                  <a:gd name="T0" fmla="*/ 25 w 39"/>
                  <a:gd name="T1" fmla="*/ 3 h 26"/>
                  <a:gd name="T2" fmla="*/ 16 w 39"/>
                  <a:gd name="T3" fmla="*/ 11 h 26"/>
                  <a:gd name="T4" fmla="*/ 8 w 39"/>
                  <a:gd name="T5" fmla="*/ 19 h 26"/>
                  <a:gd name="T6" fmla="*/ 0 w 39"/>
                  <a:gd name="T7" fmla="*/ 22 h 26"/>
                  <a:gd name="T8" fmla="*/ 21 w 39"/>
                  <a:gd name="T9" fmla="*/ 22 h 26"/>
                  <a:gd name="T10" fmla="*/ 33 w 39"/>
                  <a:gd name="T11" fmla="*/ 7 h 26"/>
                  <a:gd name="T12" fmla="*/ 37 w 39"/>
                  <a:gd name="T13" fmla="*/ 2 h 26"/>
                  <a:gd name="T14" fmla="*/ 39 w 39"/>
                  <a:gd name="T15" fmla="*/ 0 h 26"/>
                  <a:gd name="T16" fmla="*/ 25 w 39"/>
                  <a:gd name="T17" fmla="*/ 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26">
                    <a:moveTo>
                      <a:pt x="25" y="3"/>
                    </a:moveTo>
                    <a:cubicBezTo>
                      <a:pt x="21" y="5"/>
                      <a:pt x="19" y="8"/>
                      <a:pt x="16" y="11"/>
                    </a:cubicBezTo>
                    <a:cubicBezTo>
                      <a:pt x="14" y="14"/>
                      <a:pt x="11" y="17"/>
                      <a:pt x="8" y="19"/>
                    </a:cubicBezTo>
                    <a:cubicBezTo>
                      <a:pt x="6" y="20"/>
                      <a:pt x="3" y="22"/>
                      <a:pt x="0" y="22"/>
                    </a:cubicBezTo>
                    <a:cubicBezTo>
                      <a:pt x="7" y="26"/>
                      <a:pt x="15" y="26"/>
                      <a:pt x="21" y="22"/>
                    </a:cubicBezTo>
                    <a:cubicBezTo>
                      <a:pt x="27" y="18"/>
                      <a:pt x="30" y="12"/>
                      <a:pt x="33" y="7"/>
                    </a:cubicBezTo>
                    <a:cubicBezTo>
                      <a:pt x="34" y="5"/>
                      <a:pt x="35" y="3"/>
                      <a:pt x="37" y="2"/>
                    </a:cubicBezTo>
                    <a:cubicBezTo>
                      <a:pt x="37" y="1"/>
                      <a:pt x="39" y="0"/>
                      <a:pt x="39" y="0"/>
                    </a:cubicBezTo>
                    <a:cubicBezTo>
                      <a:pt x="34" y="0"/>
                      <a:pt x="30" y="0"/>
                      <a:pt x="25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99" name="Freeform 207"/>
              <p:cNvSpPr/>
              <p:nvPr/>
            </p:nvSpPr>
            <p:spPr bwMode="auto">
              <a:xfrm>
                <a:off x="-5395913" y="1212850"/>
                <a:ext cx="93663" cy="66675"/>
              </a:xfrm>
              <a:custGeom>
                <a:avLst/>
                <a:gdLst>
                  <a:gd name="T0" fmla="*/ 8 w 25"/>
                  <a:gd name="T1" fmla="*/ 7 h 18"/>
                  <a:gd name="T2" fmla="*/ 5 w 25"/>
                  <a:gd name="T3" fmla="*/ 12 h 18"/>
                  <a:gd name="T4" fmla="*/ 0 w 25"/>
                  <a:gd name="T5" fmla="*/ 18 h 18"/>
                  <a:gd name="T6" fmla="*/ 9 w 25"/>
                  <a:gd name="T7" fmla="*/ 15 h 18"/>
                  <a:gd name="T8" fmla="*/ 17 w 25"/>
                  <a:gd name="T9" fmla="*/ 5 h 18"/>
                  <a:gd name="T10" fmla="*/ 22 w 25"/>
                  <a:gd name="T11" fmla="*/ 2 h 18"/>
                  <a:gd name="T12" fmla="*/ 25 w 25"/>
                  <a:gd name="T13" fmla="*/ 1 h 18"/>
                  <a:gd name="T14" fmla="*/ 15 w 25"/>
                  <a:gd name="T15" fmla="*/ 1 h 18"/>
                  <a:gd name="T16" fmla="*/ 8 w 25"/>
                  <a:gd name="T17" fmla="*/ 7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5" h="18">
                    <a:moveTo>
                      <a:pt x="8" y="7"/>
                    </a:moveTo>
                    <a:cubicBezTo>
                      <a:pt x="7" y="9"/>
                      <a:pt x="6" y="10"/>
                      <a:pt x="5" y="12"/>
                    </a:cubicBezTo>
                    <a:cubicBezTo>
                      <a:pt x="4" y="14"/>
                      <a:pt x="3" y="17"/>
                      <a:pt x="0" y="18"/>
                    </a:cubicBezTo>
                    <a:cubicBezTo>
                      <a:pt x="3" y="18"/>
                      <a:pt x="6" y="17"/>
                      <a:pt x="9" y="15"/>
                    </a:cubicBezTo>
                    <a:cubicBezTo>
                      <a:pt x="12" y="12"/>
                      <a:pt x="14" y="8"/>
                      <a:pt x="17" y="5"/>
                    </a:cubicBezTo>
                    <a:cubicBezTo>
                      <a:pt x="18" y="4"/>
                      <a:pt x="20" y="3"/>
                      <a:pt x="22" y="2"/>
                    </a:cubicBezTo>
                    <a:cubicBezTo>
                      <a:pt x="23" y="1"/>
                      <a:pt x="25" y="0"/>
                      <a:pt x="25" y="1"/>
                    </a:cubicBezTo>
                    <a:cubicBezTo>
                      <a:pt x="22" y="0"/>
                      <a:pt x="18" y="0"/>
                      <a:pt x="15" y="1"/>
                    </a:cubicBezTo>
                    <a:cubicBezTo>
                      <a:pt x="12" y="2"/>
                      <a:pt x="10" y="5"/>
                      <a:pt x="8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0" name="Freeform 208"/>
              <p:cNvSpPr/>
              <p:nvPr/>
            </p:nvSpPr>
            <p:spPr bwMode="auto">
              <a:xfrm>
                <a:off x="-5389563" y="1216025"/>
                <a:ext cx="123825" cy="82550"/>
              </a:xfrm>
              <a:custGeom>
                <a:avLst/>
                <a:gdLst>
                  <a:gd name="T0" fmla="*/ 32 w 33"/>
                  <a:gd name="T1" fmla="*/ 1 h 22"/>
                  <a:gd name="T2" fmla="*/ 33 w 33"/>
                  <a:gd name="T3" fmla="*/ 0 h 22"/>
                  <a:gd name="T4" fmla="*/ 22 w 33"/>
                  <a:gd name="T5" fmla="*/ 2 h 22"/>
                  <a:gd name="T6" fmla="*/ 13 w 33"/>
                  <a:gd name="T7" fmla="*/ 9 h 22"/>
                  <a:gd name="T8" fmla="*/ 7 w 33"/>
                  <a:gd name="T9" fmla="*/ 16 h 22"/>
                  <a:gd name="T10" fmla="*/ 0 w 33"/>
                  <a:gd name="T11" fmla="*/ 19 h 22"/>
                  <a:gd name="T12" fmla="*/ 18 w 33"/>
                  <a:gd name="T13" fmla="*/ 19 h 22"/>
                  <a:gd name="T14" fmla="*/ 28 w 33"/>
                  <a:gd name="T15" fmla="*/ 5 h 22"/>
                  <a:gd name="T16" fmla="*/ 32 w 33"/>
                  <a:gd name="T17" fmla="*/ 1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" h="22">
                    <a:moveTo>
                      <a:pt x="32" y="1"/>
                    </a:moveTo>
                    <a:cubicBezTo>
                      <a:pt x="32" y="1"/>
                      <a:pt x="33" y="0"/>
                      <a:pt x="33" y="0"/>
                    </a:cubicBezTo>
                    <a:cubicBezTo>
                      <a:pt x="29" y="0"/>
                      <a:pt x="25" y="0"/>
                      <a:pt x="22" y="2"/>
                    </a:cubicBezTo>
                    <a:cubicBezTo>
                      <a:pt x="18" y="4"/>
                      <a:pt x="16" y="6"/>
                      <a:pt x="13" y="9"/>
                    </a:cubicBezTo>
                    <a:cubicBezTo>
                      <a:pt x="12" y="12"/>
                      <a:pt x="10" y="14"/>
                      <a:pt x="7" y="16"/>
                    </a:cubicBezTo>
                    <a:cubicBezTo>
                      <a:pt x="5" y="17"/>
                      <a:pt x="2" y="19"/>
                      <a:pt x="0" y="19"/>
                    </a:cubicBezTo>
                    <a:cubicBezTo>
                      <a:pt x="6" y="22"/>
                      <a:pt x="13" y="22"/>
                      <a:pt x="18" y="19"/>
                    </a:cubicBezTo>
                    <a:cubicBezTo>
                      <a:pt x="23" y="16"/>
                      <a:pt x="25" y="10"/>
                      <a:pt x="28" y="5"/>
                    </a:cubicBezTo>
                    <a:cubicBezTo>
                      <a:pt x="29" y="4"/>
                      <a:pt x="30" y="2"/>
                      <a:pt x="32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1" name="Freeform 209"/>
              <p:cNvSpPr/>
              <p:nvPr/>
            </p:nvSpPr>
            <p:spPr bwMode="auto">
              <a:xfrm>
                <a:off x="-5519738" y="1295400"/>
                <a:ext cx="112713" cy="77788"/>
              </a:xfrm>
              <a:custGeom>
                <a:avLst/>
                <a:gdLst>
                  <a:gd name="T0" fmla="*/ 11 w 30"/>
                  <a:gd name="T1" fmla="*/ 6 h 21"/>
                  <a:gd name="T2" fmla="*/ 20 w 30"/>
                  <a:gd name="T3" fmla="*/ 17 h 21"/>
                  <a:gd name="T4" fmla="*/ 30 w 30"/>
                  <a:gd name="T5" fmla="*/ 21 h 21"/>
                  <a:gd name="T6" fmla="*/ 24 w 30"/>
                  <a:gd name="T7" fmla="*/ 14 h 21"/>
                  <a:gd name="T8" fmla="*/ 20 w 30"/>
                  <a:gd name="T9" fmla="*/ 8 h 21"/>
                  <a:gd name="T10" fmla="*/ 12 w 30"/>
                  <a:gd name="T11" fmla="*/ 2 h 21"/>
                  <a:gd name="T12" fmla="*/ 0 w 30"/>
                  <a:gd name="T13" fmla="*/ 1 h 21"/>
                  <a:gd name="T14" fmla="*/ 4 w 30"/>
                  <a:gd name="T15" fmla="*/ 2 h 21"/>
                  <a:gd name="T16" fmla="*/ 11 w 30"/>
                  <a:gd name="T17" fmla="*/ 6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21">
                    <a:moveTo>
                      <a:pt x="11" y="6"/>
                    </a:moveTo>
                    <a:cubicBezTo>
                      <a:pt x="14" y="10"/>
                      <a:pt x="16" y="14"/>
                      <a:pt x="20" y="17"/>
                    </a:cubicBezTo>
                    <a:cubicBezTo>
                      <a:pt x="23" y="19"/>
                      <a:pt x="26" y="21"/>
                      <a:pt x="30" y="21"/>
                    </a:cubicBezTo>
                    <a:cubicBezTo>
                      <a:pt x="27" y="20"/>
                      <a:pt x="25" y="17"/>
                      <a:pt x="24" y="14"/>
                    </a:cubicBezTo>
                    <a:cubicBezTo>
                      <a:pt x="23" y="12"/>
                      <a:pt x="22" y="10"/>
                      <a:pt x="20" y="8"/>
                    </a:cubicBezTo>
                    <a:cubicBezTo>
                      <a:pt x="18" y="5"/>
                      <a:pt x="16" y="3"/>
                      <a:pt x="12" y="2"/>
                    </a:cubicBezTo>
                    <a:cubicBezTo>
                      <a:pt x="8" y="0"/>
                      <a:pt x="4" y="0"/>
                      <a:pt x="0" y="1"/>
                    </a:cubicBezTo>
                    <a:cubicBezTo>
                      <a:pt x="1" y="1"/>
                      <a:pt x="3" y="2"/>
                      <a:pt x="4" y="2"/>
                    </a:cubicBezTo>
                    <a:cubicBezTo>
                      <a:pt x="6" y="3"/>
                      <a:pt x="9" y="4"/>
                      <a:pt x="11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2" name="Freeform 210"/>
              <p:cNvSpPr/>
              <p:nvPr/>
            </p:nvSpPr>
            <p:spPr bwMode="auto">
              <a:xfrm>
                <a:off x="-5561013" y="1298575"/>
                <a:ext cx="146050" cy="98425"/>
              </a:xfrm>
              <a:custGeom>
                <a:avLst/>
                <a:gdLst>
                  <a:gd name="T0" fmla="*/ 6 w 39"/>
                  <a:gd name="T1" fmla="*/ 7 h 26"/>
                  <a:gd name="T2" fmla="*/ 17 w 39"/>
                  <a:gd name="T3" fmla="*/ 22 h 26"/>
                  <a:gd name="T4" fmla="*/ 39 w 39"/>
                  <a:gd name="T5" fmla="*/ 22 h 26"/>
                  <a:gd name="T6" fmla="*/ 30 w 39"/>
                  <a:gd name="T7" fmla="*/ 19 h 26"/>
                  <a:gd name="T8" fmla="*/ 23 w 39"/>
                  <a:gd name="T9" fmla="*/ 11 h 26"/>
                  <a:gd name="T10" fmla="*/ 13 w 39"/>
                  <a:gd name="T11" fmla="*/ 3 h 26"/>
                  <a:gd name="T12" fmla="*/ 0 w 39"/>
                  <a:gd name="T13" fmla="*/ 0 h 26"/>
                  <a:gd name="T14" fmla="*/ 2 w 39"/>
                  <a:gd name="T15" fmla="*/ 2 h 26"/>
                  <a:gd name="T16" fmla="*/ 6 w 39"/>
                  <a:gd name="T17" fmla="*/ 7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26">
                    <a:moveTo>
                      <a:pt x="6" y="7"/>
                    </a:moveTo>
                    <a:cubicBezTo>
                      <a:pt x="9" y="12"/>
                      <a:pt x="11" y="18"/>
                      <a:pt x="17" y="22"/>
                    </a:cubicBezTo>
                    <a:cubicBezTo>
                      <a:pt x="24" y="26"/>
                      <a:pt x="32" y="26"/>
                      <a:pt x="39" y="22"/>
                    </a:cubicBezTo>
                    <a:cubicBezTo>
                      <a:pt x="36" y="22"/>
                      <a:pt x="33" y="20"/>
                      <a:pt x="30" y="19"/>
                    </a:cubicBezTo>
                    <a:cubicBezTo>
                      <a:pt x="28" y="17"/>
                      <a:pt x="25" y="14"/>
                      <a:pt x="23" y="11"/>
                    </a:cubicBezTo>
                    <a:cubicBezTo>
                      <a:pt x="20" y="8"/>
                      <a:pt x="18" y="5"/>
                      <a:pt x="13" y="3"/>
                    </a:cubicBezTo>
                    <a:cubicBezTo>
                      <a:pt x="9" y="0"/>
                      <a:pt x="4" y="0"/>
                      <a:pt x="0" y="0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3" y="3"/>
                      <a:pt x="5" y="5"/>
                      <a:pt x="6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3" name="Freeform 211"/>
              <p:cNvSpPr/>
              <p:nvPr/>
            </p:nvSpPr>
            <p:spPr bwMode="auto">
              <a:xfrm>
                <a:off x="-5505450" y="1212850"/>
                <a:ext cx="98425" cy="66675"/>
              </a:xfrm>
              <a:custGeom>
                <a:avLst/>
                <a:gdLst>
                  <a:gd name="T0" fmla="*/ 11 w 26"/>
                  <a:gd name="T1" fmla="*/ 1 h 18"/>
                  <a:gd name="T2" fmla="*/ 0 w 26"/>
                  <a:gd name="T3" fmla="*/ 1 h 18"/>
                  <a:gd name="T4" fmla="*/ 3 w 26"/>
                  <a:gd name="T5" fmla="*/ 2 h 18"/>
                  <a:gd name="T6" fmla="*/ 9 w 26"/>
                  <a:gd name="T7" fmla="*/ 5 h 18"/>
                  <a:gd name="T8" fmla="*/ 17 w 26"/>
                  <a:gd name="T9" fmla="*/ 15 h 18"/>
                  <a:gd name="T10" fmla="*/ 26 w 26"/>
                  <a:gd name="T11" fmla="*/ 18 h 18"/>
                  <a:gd name="T12" fmla="*/ 21 w 26"/>
                  <a:gd name="T13" fmla="*/ 12 h 18"/>
                  <a:gd name="T14" fmla="*/ 18 w 26"/>
                  <a:gd name="T15" fmla="*/ 7 h 18"/>
                  <a:gd name="T16" fmla="*/ 11 w 26"/>
                  <a:gd name="T17" fmla="*/ 1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6" h="18">
                    <a:moveTo>
                      <a:pt x="11" y="1"/>
                    </a:moveTo>
                    <a:cubicBezTo>
                      <a:pt x="7" y="0"/>
                      <a:pt x="4" y="0"/>
                      <a:pt x="0" y="1"/>
                    </a:cubicBezTo>
                    <a:cubicBezTo>
                      <a:pt x="1" y="0"/>
                      <a:pt x="3" y="1"/>
                      <a:pt x="3" y="2"/>
                    </a:cubicBezTo>
                    <a:cubicBezTo>
                      <a:pt x="5" y="3"/>
                      <a:pt x="8" y="4"/>
                      <a:pt x="9" y="5"/>
                    </a:cubicBezTo>
                    <a:cubicBezTo>
                      <a:pt x="12" y="8"/>
                      <a:pt x="14" y="12"/>
                      <a:pt x="17" y="15"/>
                    </a:cubicBezTo>
                    <a:cubicBezTo>
                      <a:pt x="20" y="17"/>
                      <a:pt x="23" y="18"/>
                      <a:pt x="26" y="18"/>
                    </a:cubicBezTo>
                    <a:cubicBezTo>
                      <a:pt x="23" y="17"/>
                      <a:pt x="22" y="14"/>
                      <a:pt x="21" y="12"/>
                    </a:cubicBezTo>
                    <a:cubicBezTo>
                      <a:pt x="20" y="10"/>
                      <a:pt x="19" y="9"/>
                      <a:pt x="18" y="7"/>
                    </a:cubicBezTo>
                    <a:cubicBezTo>
                      <a:pt x="16" y="5"/>
                      <a:pt x="14" y="2"/>
                      <a:pt x="11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4" name="Freeform 212"/>
              <p:cNvSpPr/>
              <p:nvPr/>
            </p:nvSpPr>
            <p:spPr bwMode="auto">
              <a:xfrm>
                <a:off x="-5543550" y="1216025"/>
                <a:ext cx="128588" cy="82550"/>
              </a:xfrm>
              <a:custGeom>
                <a:avLst/>
                <a:gdLst>
                  <a:gd name="T0" fmla="*/ 0 w 34"/>
                  <a:gd name="T1" fmla="*/ 0 h 22"/>
                  <a:gd name="T2" fmla="*/ 2 w 34"/>
                  <a:gd name="T3" fmla="*/ 1 h 22"/>
                  <a:gd name="T4" fmla="*/ 6 w 34"/>
                  <a:gd name="T5" fmla="*/ 5 h 22"/>
                  <a:gd name="T6" fmla="*/ 16 w 34"/>
                  <a:gd name="T7" fmla="*/ 19 h 22"/>
                  <a:gd name="T8" fmla="*/ 34 w 34"/>
                  <a:gd name="T9" fmla="*/ 19 h 22"/>
                  <a:gd name="T10" fmla="*/ 27 w 34"/>
                  <a:gd name="T11" fmla="*/ 16 h 22"/>
                  <a:gd name="T12" fmla="*/ 20 w 34"/>
                  <a:gd name="T13" fmla="*/ 9 h 22"/>
                  <a:gd name="T14" fmla="*/ 12 w 34"/>
                  <a:gd name="T15" fmla="*/ 2 h 22"/>
                  <a:gd name="T16" fmla="*/ 0 w 34"/>
                  <a:gd name="T17" fmla="*/ 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22">
                    <a:moveTo>
                      <a:pt x="0" y="0"/>
                    </a:moveTo>
                    <a:cubicBezTo>
                      <a:pt x="1" y="0"/>
                      <a:pt x="2" y="1"/>
                      <a:pt x="2" y="1"/>
                    </a:cubicBezTo>
                    <a:cubicBezTo>
                      <a:pt x="4" y="2"/>
                      <a:pt x="5" y="4"/>
                      <a:pt x="6" y="5"/>
                    </a:cubicBezTo>
                    <a:cubicBezTo>
                      <a:pt x="9" y="10"/>
                      <a:pt x="10" y="16"/>
                      <a:pt x="16" y="19"/>
                    </a:cubicBezTo>
                    <a:cubicBezTo>
                      <a:pt x="21" y="22"/>
                      <a:pt x="28" y="22"/>
                      <a:pt x="34" y="19"/>
                    </a:cubicBezTo>
                    <a:cubicBezTo>
                      <a:pt x="31" y="19"/>
                      <a:pt x="29" y="17"/>
                      <a:pt x="27" y="16"/>
                    </a:cubicBezTo>
                    <a:cubicBezTo>
                      <a:pt x="24" y="14"/>
                      <a:pt x="22" y="12"/>
                      <a:pt x="20" y="9"/>
                    </a:cubicBezTo>
                    <a:cubicBezTo>
                      <a:pt x="18" y="6"/>
                      <a:pt x="16" y="4"/>
                      <a:pt x="12" y="2"/>
                    </a:cubicBezTo>
                    <a:cubicBezTo>
                      <a:pt x="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5" name="Freeform 213"/>
              <p:cNvSpPr/>
              <p:nvPr/>
            </p:nvSpPr>
            <p:spPr bwMode="auto">
              <a:xfrm>
                <a:off x="-5403850" y="1152525"/>
                <a:ext cx="52388" cy="109538"/>
              </a:xfrm>
              <a:custGeom>
                <a:avLst/>
                <a:gdLst>
                  <a:gd name="T0" fmla="*/ 9 w 14"/>
                  <a:gd name="T1" fmla="*/ 10 h 29"/>
                  <a:gd name="T2" fmla="*/ 2 w 14"/>
                  <a:gd name="T3" fmla="*/ 20 h 29"/>
                  <a:gd name="T4" fmla="*/ 0 w 14"/>
                  <a:gd name="T5" fmla="*/ 29 h 29"/>
                  <a:gd name="T6" fmla="*/ 5 w 14"/>
                  <a:gd name="T7" fmla="*/ 23 h 29"/>
                  <a:gd name="T8" fmla="*/ 9 w 14"/>
                  <a:gd name="T9" fmla="*/ 19 h 29"/>
                  <a:gd name="T10" fmla="*/ 13 w 14"/>
                  <a:gd name="T11" fmla="*/ 11 h 29"/>
                  <a:gd name="T12" fmla="*/ 12 w 14"/>
                  <a:gd name="T13" fmla="*/ 0 h 29"/>
                  <a:gd name="T14" fmla="*/ 12 w 14"/>
                  <a:gd name="T15" fmla="*/ 4 h 29"/>
                  <a:gd name="T16" fmla="*/ 9 w 14"/>
                  <a:gd name="T17" fmla="*/ 1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" h="29">
                    <a:moveTo>
                      <a:pt x="9" y="10"/>
                    </a:moveTo>
                    <a:cubicBezTo>
                      <a:pt x="7" y="13"/>
                      <a:pt x="4" y="16"/>
                      <a:pt x="2" y="20"/>
                    </a:cubicBezTo>
                    <a:cubicBezTo>
                      <a:pt x="1" y="23"/>
                      <a:pt x="0" y="26"/>
                      <a:pt x="0" y="29"/>
                    </a:cubicBezTo>
                    <a:cubicBezTo>
                      <a:pt x="0" y="26"/>
                      <a:pt x="3" y="24"/>
                      <a:pt x="5" y="23"/>
                    </a:cubicBezTo>
                    <a:cubicBezTo>
                      <a:pt x="7" y="21"/>
                      <a:pt x="8" y="20"/>
                      <a:pt x="9" y="19"/>
                    </a:cubicBezTo>
                    <a:cubicBezTo>
                      <a:pt x="11" y="16"/>
                      <a:pt x="13" y="14"/>
                      <a:pt x="13" y="11"/>
                    </a:cubicBezTo>
                    <a:cubicBezTo>
                      <a:pt x="14" y="7"/>
                      <a:pt x="13" y="4"/>
                      <a:pt x="12" y="0"/>
                    </a:cubicBezTo>
                    <a:cubicBezTo>
                      <a:pt x="12" y="1"/>
                      <a:pt x="12" y="3"/>
                      <a:pt x="12" y="4"/>
                    </a:cubicBezTo>
                    <a:cubicBezTo>
                      <a:pt x="11" y="6"/>
                      <a:pt x="10" y="8"/>
                      <a:pt x="9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6" name="Freeform 214"/>
              <p:cNvSpPr/>
              <p:nvPr/>
            </p:nvSpPr>
            <p:spPr bwMode="auto">
              <a:xfrm>
                <a:off x="-5434013" y="1119187"/>
                <a:ext cx="71438" cy="138113"/>
              </a:xfrm>
              <a:custGeom>
                <a:avLst/>
                <a:gdLst>
                  <a:gd name="T0" fmla="*/ 6 w 19"/>
                  <a:gd name="T1" fmla="*/ 37 h 37"/>
                  <a:gd name="T2" fmla="*/ 7 w 19"/>
                  <a:gd name="T3" fmla="*/ 29 h 37"/>
                  <a:gd name="T4" fmla="*/ 12 w 19"/>
                  <a:gd name="T5" fmla="*/ 22 h 37"/>
                  <a:gd name="T6" fmla="*/ 18 w 19"/>
                  <a:gd name="T7" fmla="*/ 12 h 37"/>
                  <a:gd name="T8" fmla="*/ 17 w 19"/>
                  <a:gd name="T9" fmla="*/ 0 h 37"/>
                  <a:gd name="T10" fmla="*/ 16 w 19"/>
                  <a:gd name="T11" fmla="*/ 2 h 37"/>
                  <a:gd name="T12" fmla="*/ 13 w 19"/>
                  <a:gd name="T13" fmla="*/ 6 h 37"/>
                  <a:gd name="T14" fmla="*/ 2 w 19"/>
                  <a:gd name="T15" fmla="*/ 19 h 37"/>
                  <a:gd name="T16" fmla="*/ 6 w 19"/>
                  <a:gd name="T17" fmla="*/ 37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37">
                    <a:moveTo>
                      <a:pt x="6" y="37"/>
                    </a:moveTo>
                    <a:cubicBezTo>
                      <a:pt x="6" y="34"/>
                      <a:pt x="6" y="31"/>
                      <a:pt x="7" y="29"/>
                    </a:cubicBezTo>
                    <a:cubicBezTo>
                      <a:pt x="8" y="26"/>
                      <a:pt x="10" y="24"/>
                      <a:pt x="12" y="22"/>
                    </a:cubicBezTo>
                    <a:cubicBezTo>
                      <a:pt x="15" y="19"/>
                      <a:pt x="17" y="16"/>
                      <a:pt x="18" y="12"/>
                    </a:cubicBezTo>
                    <a:cubicBezTo>
                      <a:pt x="19" y="8"/>
                      <a:pt x="18" y="4"/>
                      <a:pt x="17" y="0"/>
                    </a:cubicBezTo>
                    <a:cubicBezTo>
                      <a:pt x="17" y="1"/>
                      <a:pt x="16" y="2"/>
                      <a:pt x="16" y="2"/>
                    </a:cubicBezTo>
                    <a:cubicBezTo>
                      <a:pt x="15" y="4"/>
                      <a:pt x="14" y="5"/>
                      <a:pt x="13" y="6"/>
                    </a:cubicBezTo>
                    <a:cubicBezTo>
                      <a:pt x="9" y="10"/>
                      <a:pt x="4" y="13"/>
                      <a:pt x="2" y="19"/>
                    </a:cubicBezTo>
                    <a:cubicBezTo>
                      <a:pt x="0" y="25"/>
                      <a:pt x="1" y="32"/>
                      <a:pt x="6" y="3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7" name="Freeform 215"/>
              <p:cNvSpPr>
                <a:spLocks noEditPoints="1"/>
              </p:cNvSpPr>
              <p:nvPr/>
            </p:nvSpPr>
            <p:spPr bwMode="auto">
              <a:xfrm>
                <a:off x="-2192338" y="7464425"/>
                <a:ext cx="206375" cy="206375"/>
              </a:xfrm>
              <a:custGeom>
                <a:avLst/>
                <a:gdLst>
                  <a:gd name="T0" fmla="*/ 41 w 55"/>
                  <a:gd name="T1" fmla="*/ 51 h 55"/>
                  <a:gd name="T2" fmla="*/ 52 w 55"/>
                  <a:gd name="T3" fmla="*/ 41 h 55"/>
                  <a:gd name="T4" fmla="*/ 55 w 55"/>
                  <a:gd name="T5" fmla="*/ 33 h 55"/>
                  <a:gd name="T6" fmla="*/ 55 w 55"/>
                  <a:gd name="T7" fmla="*/ 22 h 55"/>
                  <a:gd name="T8" fmla="*/ 52 w 55"/>
                  <a:gd name="T9" fmla="*/ 14 h 55"/>
                  <a:gd name="T10" fmla="*/ 41 w 55"/>
                  <a:gd name="T11" fmla="*/ 4 h 55"/>
                  <a:gd name="T12" fmla="*/ 38 w 55"/>
                  <a:gd name="T13" fmla="*/ 2 h 55"/>
                  <a:gd name="T14" fmla="*/ 30 w 55"/>
                  <a:gd name="T15" fmla="*/ 0 h 55"/>
                  <a:gd name="T16" fmla="*/ 31 w 55"/>
                  <a:gd name="T17" fmla="*/ 3 h 55"/>
                  <a:gd name="T18" fmla="*/ 34 w 55"/>
                  <a:gd name="T19" fmla="*/ 3 h 55"/>
                  <a:gd name="T20" fmla="*/ 37 w 55"/>
                  <a:gd name="T21" fmla="*/ 4 h 55"/>
                  <a:gd name="T22" fmla="*/ 36 w 55"/>
                  <a:gd name="T23" fmla="*/ 5 h 55"/>
                  <a:gd name="T24" fmla="*/ 32 w 55"/>
                  <a:gd name="T25" fmla="*/ 6 h 55"/>
                  <a:gd name="T26" fmla="*/ 33 w 55"/>
                  <a:gd name="T27" fmla="*/ 9 h 55"/>
                  <a:gd name="T28" fmla="*/ 35 w 55"/>
                  <a:gd name="T29" fmla="*/ 11 h 55"/>
                  <a:gd name="T30" fmla="*/ 39 w 55"/>
                  <a:gd name="T31" fmla="*/ 6 h 55"/>
                  <a:gd name="T32" fmla="*/ 42 w 55"/>
                  <a:gd name="T33" fmla="*/ 7 h 55"/>
                  <a:gd name="T34" fmla="*/ 44 w 55"/>
                  <a:gd name="T35" fmla="*/ 8 h 55"/>
                  <a:gd name="T36" fmla="*/ 46 w 55"/>
                  <a:gd name="T37" fmla="*/ 12 h 55"/>
                  <a:gd name="T38" fmla="*/ 45 w 55"/>
                  <a:gd name="T39" fmla="*/ 13 h 55"/>
                  <a:gd name="T40" fmla="*/ 43 w 55"/>
                  <a:gd name="T41" fmla="*/ 12 h 55"/>
                  <a:gd name="T42" fmla="*/ 40 w 55"/>
                  <a:gd name="T43" fmla="*/ 13 h 55"/>
                  <a:gd name="T44" fmla="*/ 42 w 55"/>
                  <a:gd name="T45" fmla="*/ 14 h 55"/>
                  <a:gd name="T46" fmla="*/ 37 w 55"/>
                  <a:gd name="T47" fmla="*/ 16 h 55"/>
                  <a:gd name="T48" fmla="*/ 34 w 55"/>
                  <a:gd name="T49" fmla="*/ 18 h 55"/>
                  <a:gd name="T50" fmla="*/ 30 w 55"/>
                  <a:gd name="T51" fmla="*/ 21 h 55"/>
                  <a:gd name="T52" fmla="*/ 32 w 55"/>
                  <a:gd name="T53" fmla="*/ 33 h 55"/>
                  <a:gd name="T54" fmla="*/ 35 w 55"/>
                  <a:gd name="T55" fmla="*/ 34 h 55"/>
                  <a:gd name="T56" fmla="*/ 38 w 55"/>
                  <a:gd name="T57" fmla="*/ 35 h 55"/>
                  <a:gd name="T58" fmla="*/ 43 w 55"/>
                  <a:gd name="T59" fmla="*/ 37 h 55"/>
                  <a:gd name="T60" fmla="*/ 46 w 55"/>
                  <a:gd name="T61" fmla="*/ 40 h 55"/>
                  <a:gd name="T62" fmla="*/ 50 w 55"/>
                  <a:gd name="T63" fmla="*/ 41 h 55"/>
                  <a:gd name="T64" fmla="*/ 32 w 55"/>
                  <a:gd name="T65" fmla="*/ 48 h 55"/>
                  <a:gd name="T66" fmla="*/ 1 w 55"/>
                  <a:gd name="T67" fmla="*/ 24 h 55"/>
                  <a:gd name="T68" fmla="*/ 1 w 55"/>
                  <a:gd name="T69" fmla="*/ 35 h 55"/>
                  <a:gd name="T70" fmla="*/ 6 w 55"/>
                  <a:gd name="T71" fmla="*/ 45 h 55"/>
                  <a:gd name="T72" fmla="*/ 18 w 55"/>
                  <a:gd name="T73" fmla="*/ 53 h 55"/>
                  <a:gd name="T74" fmla="*/ 28 w 55"/>
                  <a:gd name="T75" fmla="*/ 44 h 55"/>
                  <a:gd name="T76" fmla="*/ 27 w 55"/>
                  <a:gd name="T77" fmla="*/ 39 h 55"/>
                  <a:gd name="T78" fmla="*/ 29 w 55"/>
                  <a:gd name="T79" fmla="*/ 35 h 55"/>
                  <a:gd name="T80" fmla="*/ 25 w 55"/>
                  <a:gd name="T81" fmla="*/ 34 h 55"/>
                  <a:gd name="T82" fmla="*/ 22 w 55"/>
                  <a:gd name="T83" fmla="*/ 32 h 55"/>
                  <a:gd name="T84" fmla="*/ 16 w 55"/>
                  <a:gd name="T85" fmla="*/ 29 h 55"/>
                  <a:gd name="T86" fmla="*/ 14 w 55"/>
                  <a:gd name="T87" fmla="*/ 25 h 55"/>
                  <a:gd name="T88" fmla="*/ 12 w 55"/>
                  <a:gd name="T89" fmla="*/ 24 h 55"/>
                  <a:gd name="T90" fmla="*/ 12 w 55"/>
                  <a:gd name="T91" fmla="*/ 25 h 55"/>
                  <a:gd name="T92" fmla="*/ 10 w 55"/>
                  <a:gd name="T93" fmla="*/ 21 h 55"/>
                  <a:gd name="T94" fmla="*/ 10 w 55"/>
                  <a:gd name="T95" fmla="*/ 16 h 55"/>
                  <a:gd name="T96" fmla="*/ 12 w 55"/>
                  <a:gd name="T97" fmla="*/ 11 h 55"/>
                  <a:gd name="T98" fmla="*/ 12 w 55"/>
                  <a:gd name="T99" fmla="*/ 8 h 55"/>
                  <a:gd name="T100" fmla="*/ 25 w 55"/>
                  <a:gd name="T101" fmla="*/ 2 h 55"/>
                  <a:gd name="T102" fmla="*/ 30 w 55"/>
                  <a:gd name="T103" fmla="*/ 0 h 55"/>
                  <a:gd name="T104" fmla="*/ 17 w 55"/>
                  <a:gd name="T105" fmla="*/ 2 h 55"/>
                  <a:gd name="T106" fmla="*/ 8 w 55"/>
                  <a:gd name="T107" fmla="*/ 8 h 55"/>
                  <a:gd name="T108" fmla="*/ 2 w 55"/>
                  <a:gd name="T109" fmla="*/ 18 h 55"/>
                  <a:gd name="T110" fmla="*/ 29 w 55"/>
                  <a:gd name="T111" fmla="*/ 35 h 55"/>
                  <a:gd name="T112" fmla="*/ 26 w 55"/>
                  <a:gd name="T113" fmla="*/ 31 h 55"/>
                  <a:gd name="T114" fmla="*/ 25 w 55"/>
                  <a:gd name="T115" fmla="*/ 28 h 55"/>
                  <a:gd name="T116" fmla="*/ 20 w 55"/>
                  <a:gd name="T117" fmla="*/ 29 h 55"/>
                  <a:gd name="T118" fmla="*/ 22 w 55"/>
                  <a:gd name="T119" fmla="*/ 23 h 55"/>
                  <a:gd name="T120" fmla="*/ 27 w 55"/>
                  <a:gd name="T121" fmla="*/ 23 h 55"/>
                  <a:gd name="T122" fmla="*/ 29 w 55"/>
                  <a:gd name="T123" fmla="*/ 2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55" h="55">
                    <a:moveTo>
                      <a:pt x="30" y="55"/>
                    </a:moveTo>
                    <a:cubicBezTo>
                      <a:pt x="31" y="55"/>
                      <a:pt x="33" y="55"/>
                      <a:pt x="34" y="54"/>
                    </a:cubicBezTo>
                    <a:cubicBezTo>
                      <a:pt x="35" y="54"/>
                      <a:pt x="36" y="54"/>
                      <a:pt x="37" y="54"/>
                    </a:cubicBezTo>
                    <a:cubicBezTo>
                      <a:pt x="37" y="54"/>
                      <a:pt x="37" y="53"/>
                      <a:pt x="38" y="53"/>
                    </a:cubicBezTo>
                    <a:cubicBezTo>
                      <a:pt x="39" y="53"/>
                      <a:pt x="39" y="53"/>
                      <a:pt x="40" y="52"/>
                    </a:cubicBezTo>
                    <a:cubicBezTo>
                      <a:pt x="41" y="52"/>
                      <a:pt x="41" y="52"/>
                      <a:pt x="41" y="51"/>
                    </a:cubicBezTo>
                    <a:cubicBezTo>
                      <a:pt x="43" y="50"/>
                      <a:pt x="45" y="49"/>
                      <a:pt x="46" y="48"/>
                    </a:cubicBezTo>
                    <a:cubicBezTo>
                      <a:pt x="47" y="48"/>
                      <a:pt x="47" y="47"/>
                      <a:pt x="47" y="47"/>
                    </a:cubicBezTo>
                    <a:cubicBezTo>
                      <a:pt x="47" y="47"/>
                      <a:pt x="48" y="46"/>
                      <a:pt x="48" y="46"/>
                    </a:cubicBezTo>
                    <a:cubicBezTo>
                      <a:pt x="49" y="46"/>
                      <a:pt x="49" y="45"/>
                      <a:pt x="49" y="45"/>
                    </a:cubicBezTo>
                    <a:cubicBezTo>
                      <a:pt x="50" y="44"/>
                      <a:pt x="51" y="43"/>
                      <a:pt x="51" y="42"/>
                    </a:cubicBezTo>
                    <a:cubicBezTo>
                      <a:pt x="51" y="42"/>
                      <a:pt x="51" y="42"/>
                      <a:pt x="52" y="41"/>
                    </a:cubicBezTo>
                    <a:cubicBezTo>
                      <a:pt x="52" y="41"/>
                      <a:pt x="52" y="41"/>
                      <a:pt x="52" y="40"/>
                    </a:cubicBezTo>
                    <a:cubicBezTo>
                      <a:pt x="52" y="40"/>
                      <a:pt x="52" y="40"/>
                      <a:pt x="53" y="40"/>
                    </a:cubicBezTo>
                    <a:cubicBezTo>
                      <a:pt x="53" y="39"/>
                      <a:pt x="53" y="39"/>
                      <a:pt x="53" y="38"/>
                    </a:cubicBezTo>
                    <a:cubicBezTo>
                      <a:pt x="53" y="38"/>
                      <a:pt x="53" y="38"/>
                      <a:pt x="54" y="37"/>
                    </a:cubicBezTo>
                    <a:cubicBezTo>
                      <a:pt x="54" y="36"/>
                      <a:pt x="54" y="35"/>
                      <a:pt x="54" y="35"/>
                    </a:cubicBezTo>
                    <a:cubicBezTo>
                      <a:pt x="54" y="34"/>
                      <a:pt x="55" y="34"/>
                      <a:pt x="55" y="33"/>
                    </a:cubicBezTo>
                    <a:cubicBezTo>
                      <a:pt x="55" y="33"/>
                      <a:pt x="55" y="32"/>
                      <a:pt x="55" y="32"/>
                    </a:cubicBezTo>
                    <a:cubicBezTo>
                      <a:pt x="55" y="31"/>
                      <a:pt x="55" y="31"/>
                      <a:pt x="55" y="30"/>
                    </a:cubicBezTo>
                    <a:cubicBezTo>
                      <a:pt x="55" y="30"/>
                      <a:pt x="55" y="29"/>
                      <a:pt x="55" y="28"/>
                    </a:cubicBezTo>
                    <a:cubicBezTo>
                      <a:pt x="55" y="27"/>
                      <a:pt x="55" y="26"/>
                      <a:pt x="55" y="25"/>
                    </a:cubicBezTo>
                    <a:cubicBezTo>
                      <a:pt x="55" y="24"/>
                      <a:pt x="55" y="24"/>
                      <a:pt x="55" y="24"/>
                    </a:cubicBezTo>
                    <a:cubicBezTo>
                      <a:pt x="55" y="23"/>
                      <a:pt x="55" y="23"/>
                      <a:pt x="55" y="22"/>
                    </a:cubicBezTo>
                    <a:cubicBezTo>
                      <a:pt x="55" y="22"/>
                      <a:pt x="54" y="21"/>
                      <a:pt x="54" y="21"/>
                    </a:cubicBezTo>
                    <a:cubicBezTo>
                      <a:pt x="54" y="20"/>
                      <a:pt x="54" y="19"/>
                      <a:pt x="54" y="18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53" y="17"/>
                      <a:pt x="53" y="16"/>
                      <a:pt x="53" y="16"/>
                    </a:cubicBezTo>
                    <a:cubicBezTo>
                      <a:pt x="52" y="16"/>
                      <a:pt x="52" y="15"/>
                      <a:pt x="52" y="15"/>
                    </a:cubicBezTo>
                    <a:cubicBezTo>
                      <a:pt x="52" y="15"/>
                      <a:pt x="52" y="14"/>
                      <a:pt x="52" y="14"/>
                    </a:cubicBezTo>
                    <a:cubicBezTo>
                      <a:pt x="51" y="13"/>
                      <a:pt x="50" y="12"/>
                      <a:pt x="49" y="11"/>
                    </a:cubicBezTo>
                    <a:cubicBezTo>
                      <a:pt x="49" y="10"/>
                      <a:pt x="49" y="10"/>
                      <a:pt x="48" y="9"/>
                    </a:cubicBezTo>
                    <a:cubicBezTo>
                      <a:pt x="48" y="9"/>
                      <a:pt x="47" y="9"/>
                      <a:pt x="47" y="8"/>
                    </a:cubicBezTo>
                    <a:cubicBezTo>
                      <a:pt x="47" y="8"/>
                      <a:pt x="47" y="8"/>
                      <a:pt x="46" y="7"/>
                    </a:cubicBezTo>
                    <a:cubicBezTo>
                      <a:pt x="46" y="7"/>
                      <a:pt x="45" y="6"/>
                      <a:pt x="44" y="6"/>
                    </a:cubicBezTo>
                    <a:cubicBezTo>
                      <a:pt x="43" y="5"/>
                      <a:pt x="42" y="4"/>
                      <a:pt x="41" y="4"/>
                    </a:cubicBezTo>
                    <a:cubicBezTo>
                      <a:pt x="41" y="4"/>
                      <a:pt x="41" y="3"/>
                      <a:pt x="40" y="3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40" y="3"/>
                      <a:pt x="39" y="3"/>
                      <a:pt x="39" y="3"/>
                    </a:cubicBezTo>
                    <a:cubicBezTo>
                      <a:pt x="39" y="3"/>
                      <a:pt x="39" y="3"/>
                      <a:pt x="39" y="3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8" y="2"/>
                      <a:pt x="38" y="2"/>
                      <a:pt x="38" y="2"/>
                    </a:cubicBezTo>
                    <a:cubicBezTo>
                      <a:pt x="37" y="2"/>
                      <a:pt x="37" y="2"/>
                      <a:pt x="37" y="2"/>
                    </a:cubicBezTo>
                    <a:cubicBezTo>
                      <a:pt x="37" y="2"/>
                      <a:pt x="37" y="2"/>
                      <a:pt x="37" y="2"/>
                    </a:cubicBezTo>
                    <a:cubicBezTo>
                      <a:pt x="36" y="1"/>
                      <a:pt x="35" y="1"/>
                      <a:pt x="34" y="1"/>
                    </a:cubicBezTo>
                    <a:cubicBezTo>
                      <a:pt x="34" y="1"/>
                      <a:pt x="34" y="1"/>
                      <a:pt x="33" y="1"/>
                    </a:cubicBezTo>
                    <a:cubicBezTo>
                      <a:pt x="33" y="1"/>
                      <a:pt x="33" y="1"/>
                      <a:pt x="33" y="1"/>
                    </a:cubicBezTo>
                    <a:cubicBezTo>
                      <a:pt x="32" y="1"/>
                      <a:pt x="31" y="0"/>
                      <a:pt x="30" y="0"/>
                    </a:cubicBezTo>
                    <a:cubicBezTo>
                      <a:pt x="30" y="2"/>
                      <a:pt x="30" y="2"/>
                      <a:pt x="30" y="2"/>
                    </a:cubicBezTo>
                    <a:cubicBezTo>
                      <a:pt x="31" y="2"/>
                      <a:pt x="32" y="2"/>
                      <a:pt x="33" y="2"/>
                    </a:cubicBezTo>
                    <a:cubicBezTo>
                      <a:pt x="33" y="2"/>
                      <a:pt x="33" y="2"/>
                      <a:pt x="32" y="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32" y="3"/>
                      <a:pt x="31" y="3"/>
                      <a:pt x="31" y="3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1" y="3"/>
                      <a:pt x="32" y="3"/>
                      <a:pt x="32" y="3"/>
                    </a:cubicBezTo>
                    <a:cubicBezTo>
                      <a:pt x="33" y="3"/>
                      <a:pt x="33" y="3"/>
                      <a:pt x="33" y="3"/>
                    </a:cubicBezTo>
                    <a:cubicBezTo>
                      <a:pt x="33" y="3"/>
                      <a:pt x="33" y="3"/>
                      <a:pt x="34" y="3"/>
                    </a:cubicBezTo>
                    <a:cubicBezTo>
                      <a:pt x="34" y="3"/>
                      <a:pt x="34" y="2"/>
                      <a:pt x="34" y="2"/>
                    </a:cubicBezTo>
                    <a:cubicBezTo>
                      <a:pt x="34" y="2"/>
                      <a:pt x="34" y="3"/>
                      <a:pt x="35" y="3"/>
                    </a:cubicBezTo>
                    <a:cubicBezTo>
                      <a:pt x="35" y="3"/>
                      <a:pt x="34" y="3"/>
                      <a:pt x="34" y="3"/>
                    </a:cubicBezTo>
                    <a:cubicBezTo>
                      <a:pt x="34" y="3"/>
                      <a:pt x="35" y="3"/>
                      <a:pt x="35" y="3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36" y="3"/>
                      <a:pt x="36" y="3"/>
                      <a:pt x="37" y="3"/>
                    </a:cubicBezTo>
                    <a:cubicBezTo>
                      <a:pt x="37" y="3"/>
                      <a:pt x="38" y="4"/>
                      <a:pt x="38" y="4"/>
                    </a:cubicBezTo>
                    <a:cubicBezTo>
                      <a:pt x="38" y="4"/>
                      <a:pt x="38" y="4"/>
                      <a:pt x="38" y="4"/>
                    </a:cubicBezTo>
                    <a:cubicBezTo>
                      <a:pt x="38" y="4"/>
                      <a:pt x="38" y="4"/>
                      <a:pt x="37" y="4"/>
                    </a:cubicBezTo>
                    <a:cubicBezTo>
                      <a:pt x="37" y="4"/>
                      <a:pt x="38" y="4"/>
                      <a:pt x="38" y="4"/>
                    </a:cubicBezTo>
                    <a:cubicBezTo>
                      <a:pt x="38" y="5"/>
                      <a:pt x="38" y="5"/>
                      <a:pt x="38" y="5"/>
                    </a:cubicBezTo>
                    <a:cubicBezTo>
                      <a:pt x="38" y="6"/>
                      <a:pt x="38" y="5"/>
                      <a:pt x="37" y="5"/>
                    </a:cubicBezTo>
                    <a:cubicBezTo>
                      <a:pt x="37" y="5"/>
                      <a:pt x="36" y="6"/>
                      <a:pt x="36" y="5"/>
                    </a:cubicBezTo>
                    <a:cubicBezTo>
                      <a:pt x="36" y="5"/>
                      <a:pt x="37" y="5"/>
                      <a:pt x="37" y="4"/>
                    </a:cubicBezTo>
                    <a:cubicBezTo>
                      <a:pt x="37" y="4"/>
                      <a:pt x="37" y="4"/>
                      <a:pt x="36" y="5"/>
                    </a:cubicBezTo>
                    <a:cubicBezTo>
                      <a:pt x="36" y="5"/>
                      <a:pt x="36" y="5"/>
                      <a:pt x="36" y="5"/>
                    </a:cubicBezTo>
                    <a:cubicBezTo>
                      <a:pt x="36" y="5"/>
                      <a:pt x="36" y="5"/>
                      <a:pt x="35" y="5"/>
                    </a:cubicBezTo>
                    <a:cubicBezTo>
                      <a:pt x="35" y="5"/>
                      <a:pt x="35" y="5"/>
                      <a:pt x="35" y="5"/>
                    </a:cubicBezTo>
                    <a:cubicBezTo>
                      <a:pt x="34" y="5"/>
                      <a:pt x="34" y="5"/>
                      <a:pt x="34" y="6"/>
                    </a:cubicBezTo>
                    <a:cubicBezTo>
                      <a:pt x="34" y="6"/>
                      <a:pt x="34" y="6"/>
                      <a:pt x="33" y="6"/>
                    </a:cubicBezTo>
                    <a:cubicBezTo>
                      <a:pt x="33" y="6"/>
                      <a:pt x="33" y="6"/>
                      <a:pt x="32" y="6"/>
                    </a:cubicBezTo>
                    <a:cubicBezTo>
                      <a:pt x="32" y="6"/>
                      <a:pt x="31" y="7"/>
                      <a:pt x="31" y="7"/>
                    </a:cubicBezTo>
                    <a:cubicBezTo>
                      <a:pt x="31" y="7"/>
                      <a:pt x="31" y="7"/>
                      <a:pt x="31" y="7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1" y="8"/>
                    </a:cubicBezTo>
                    <a:cubicBezTo>
                      <a:pt x="31" y="8"/>
                      <a:pt x="31" y="8"/>
                      <a:pt x="32" y="8"/>
                    </a:cubicBezTo>
                    <a:cubicBezTo>
                      <a:pt x="32" y="8"/>
                      <a:pt x="32" y="9"/>
                      <a:pt x="33" y="9"/>
                    </a:cubicBezTo>
                    <a:cubicBezTo>
                      <a:pt x="33" y="9"/>
                      <a:pt x="33" y="9"/>
                      <a:pt x="34" y="9"/>
                    </a:cubicBezTo>
                    <a:cubicBezTo>
                      <a:pt x="34" y="9"/>
                      <a:pt x="35" y="9"/>
                      <a:pt x="35" y="10"/>
                    </a:cubicBezTo>
                    <a:cubicBezTo>
                      <a:pt x="35" y="10"/>
                      <a:pt x="34" y="10"/>
                      <a:pt x="34" y="10"/>
                    </a:cubicBezTo>
                    <a:cubicBezTo>
                      <a:pt x="34" y="10"/>
                      <a:pt x="34" y="11"/>
                      <a:pt x="34" y="11"/>
                    </a:cubicBezTo>
                    <a:cubicBezTo>
                      <a:pt x="34" y="11"/>
                      <a:pt x="34" y="11"/>
                      <a:pt x="35" y="11"/>
                    </a:cubicBezTo>
                    <a:cubicBezTo>
                      <a:pt x="35" y="11"/>
                      <a:pt x="35" y="11"/>
                      <a:pt x="35" y="11"/>
                    </a:cubicBezTo>
                    <a:cubicBezTo>
                      <a:pt x="36" y="10"/>
                      <a:pt x="35" y="10"/>
                      <a:pt x="36" y="10"/>
                    </a:cubicBezTo>
                    <a:cubicBezTo>
                      <a:pt x="37" y="10"/>
                      <a:pt x="38" y="9"/>
                      <a:pt x="38" y="8"/>
                    </a:cubicBezTo>
                    <a:cubicBezTo>
                      <a:pt x="38" y="8"/>
                      <a:pt x="38" y="7"/>
                      <a:pt x="38" y="7"/>
                    </a:cubicBezTo>
                    <a:cubicBezTo>
                      <a:pt x="38" y="7"/>
                      <a:pt x="39" y="7"/>
                      <a:pt x="38" y="7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39" y="6"/>
                      <a:pt x="39" y="6"/>
                    </a:cubicBezTo>
                    <a:cubicBezTo>
                      <a:pt x="39" y="6"/>
                      <a:pt x="40" y="6"/>
                      <a:pt x="40" y="6"/>
                    </a:cubicBezTo>
                    <a:cubicBezTo>
                      <a:pt x="40" y="6"/>
                      <a:pt x="40" y="6"/>
                      <a:pt x="40" y="6"/>
                    </a:cubicBezTo>
                    <a:cubicBezTo>
                      <a:pt x="41" y="6"/>
                      <a:pt x="41" y="6"/>
                      <a:pt x="41" y="6"/>
                    </a:cubicBezTo>
                    <a:cubicBezTo>
                      <a:pt x="41" y="6"/>
                      <a:pt x="41" y="6"/>
                      <a:pt x="42" y="6"/>
                    </a:cubicBezTo>
                    <a:cubicBezTo>
                      <a:pt x="42" y="6"/>
                      <a:pt x="42" y="6"/>
                      <a:pt x="42" y="7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7"/>
                      <a:pt x="42" y="7"/>
                      <a:pt x="42" y="7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42" y="8"/>
                      <a:pt x="43" y="8"/>
                      <a:pt x="43" y="8"/>
                    </a:cubicBezTo>
                    <a:cubicBezTo>
                      <a:pt x="43" y="7"/>
                      <a:pt x="43" y="7"/>
                      <a:pt x="44" y="7"/>
                    </a:cubicBezTo>
                    <a:cubicBezTo>
                      <a:pt x="44" y="7"/>
                      <a:pt x="44" y="8"/>
                      <a:pt x="44" y="8"/>
                    </a:cubicBezTo>
                    <a:cubicBezTo>
                      <a:pt x="44" y="8"/>
                      <a:pt x="44" y="8"/>
                      <a:pt x="44" y="8"/>
                    </a:cubicBezTo>
                    <a:cubicBezTo>
                      <a:pt x="45" y="8"/>
                      <a:pt x="44" y="9"/>
                      <a:pt x="44" y="9"/>
                    </a:cubicBezTo>
                    <a:cubicBezTo>
                      <a:pt x="44" y="9"/>
                      <a:pt x="45" y="9"/>
                      <a:pt x="45" y="10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46" y="10"/>
                      <a:pt x="46" y="10"/>
                      <a:pt x="46" y="10"/>
                    </a:cubicBezTo>
                    <a:cubicBezTo>
                      <a:pt x="46" y="11"/>
                      <a:pt x="46" y="11"/>
                      <a:pt x="46" y="12"/>
                    </a:cubicBezTo>
                    <a:cubicBezTo>
                      <a:pt x="45" y="12"/>
                      <a:pt x="45" y="12"/>
                      <a:pt x="45" y="12"/>
                    </a:cubicBezTo>
                    <a:cubicBezTo>
                      <a:pt x="45" y="13"/>
                      <a:pt x="46" y="12"/>
                      <a:pt x="46" y="13"/>
                    </a:cubicBezTo>
                    <a:cubicBezTo>
                      <a:pt x="46" y="13"/>
                      <a:pt x="46" y="13"/>
                      <a:pt x="46" y="13"/>
                    </a:cubicBezTo>
                    <a:cubicBezTo>
                      <a:pt x="46" y="13"/>
                      <a:pt x="46" y="14"/>
                      <a:pt x="46" y="14"/>
                    </a:cubicBezTo>
                    <a:cubicBezTo>
                      <a:pt x="46" y="14"/>
                      <a:pt x="46" y="14"/>
                      <a:pt x="45" y="14"/>
                    </a:cubicBezTo>
                    <a:cubicBezTo>
                      <a:pt x="45" y="13"/>
                      <a:pt x="45" y="14"/>
                      <a:pt x="45" y="13"/>
                    </a:cubicBezTo>
                    <a:cubicBezTo>
                      <a:pt x="45" y="13"/>
                      <a:pt x="44" y="13"/>
                      <a:pt x="44" y="13"/>
                    </a:cubicBezTo>
                    <a:cubicBezTo>
                      <a:pt x="44" y="13"/>
                      <a:pt x="44" y="13"/>
                      <a:pt x="43" y="13"/>
                    </a:cubicBezTo>
                    <a:cubicBezTo>
                      <a:pt x="44" y="13"/>
                      <a:pt x="44" y="12"/>
                      <a:pt x="45" y="12"/>
                    </a:cubicBezTo>
                    <a:cubicBezTo>
                      <a:pt x="45" y="12"/>
                      <a:pt x="45" y="12"/>
                      <a:pt x="45" y="11"/>
                    </a:cubicBezTo>
                    <a:cubicBezTo>
                      <a:pt x="45" y="11"/>
                      <a:pt x="44" y="11"/>
                      <a:pt x="44" y="12"/>
                    </a:cubicBezTo>
                    <a:cubicBezTo>
                      <a:pt x="44" y="12"/>
                      <a:pt x="44" y="12"/>
                      <a:pt x="43" y="12"/>
                    </a:cubicBezTo>
                    <a:cubicBezTo>
                      <a:pt x="43" y="12"/>
                      <a:pt x="42" y="12"/>
                      <a:pt x="42" y="12"/>
                    </a:cubicBezTo>
                    <a:cubicBezTo>
                      <a:pt x="42" y="12"/>
                      <a:pt x="42" y="12"/>
                      <a:pt x="42" y="13"/>
                    </a:cubicBezTo>
                    <a:cubicBezTo>
                      <a:pt x="42" y="13"/>
                      <a:pt x="42" y="13"/>
                      <a:pt x="42" y="13"/>
                    </a:cubicBezTo>
                    <a:cubicBezTo>
                      <a:pt x="42" y="12"/>
                      <a:pt x="42" y="12"/>
                      <a:pt x="42" y="12"/>
                    </a:cubicBezTo>
                    <a:cubicBezTo>
                      <a:pt x="41" y="12"/>
                      <a:pt x="41" y="12"/>
                      <a:pt x="41" y="12"/>
                    </a:cubicBezTo>
                    <a:cubicBezTo>
                      <a:pt x="40" y="12"/>
                      <a:pt x="40" y="12"/>
                      <a:pt x="40" y="13"/>
                    </a:cubicBezTo>
                    <a:cubicBezTo>
                      <a:pt x="40" y="13"/>
                      <a:pt x="41" y="12"/>
                      <a:pt x="41" y="13"/>
                    </a:cubicBezTo>
                    <a:cubicBezTo>
                      <a:pt x="41" y="13"/>
                      <a:pt x="40" y="13"/>
                      <a:pt x="40" y="14"/>
                    </a:cubicBezTo>
                    <a:cubicBezTo>
                      <a:pt x="40" y="14"/>
                      <a:pt x="41" y="14"/>
                      <a:pt x="41" y="14"/>
                    </a:cubicBezTo>
                    <a:cubicBezTo>
                      <a:pt x="41" y="14"/>
                      <a:pt x="41" y="14"/>
                      <a:pt x="41" y="14"/>
                    </a:cubicBezTo>
                    <a:cubicBezTo>
                      <a:pt x="41" y="14"/>
                      <a:pt x="41" y="14"/>
                      <a:pt x="42" y="14"/>
                    </a:cubicBezTo>
                    <a:cubicBezTo>
                      <a:pt x="42" y="14"/>
                      <a:pt x="42" y="14"/>
                      <a:pt x="42" y="14"/>
                    </a:cubicBezTo>
                    <a:cubicBezTo>
                      <a:pt x="43" y="14"/>
                      <a:pt x="42" y="15"/>
                      <a:pt x="42" y="15"/>
                    </a:cubicBezTo>
                    <a:cubicBezTo>
                      <a:pt x="41" y="15"/>
                      <a:pt x="40" y="15"/>
                      <a:pt x="40" y="15"/>
                    </a:cubicBezTo>
                    <a:cubicBezTo>
                      <a:pt x="40" y="15"/>
                      <a:pt x="39" y="16"/>
                      <a:pt x="39" y="15"/>
                    </a:cubicBezTo>
                    <a:cubicBezTo>
                      <a:pt x="39" y="15"/>
                      <a:pt x="39" y="15"/>
                      <a:pt x="40" y="15"/>
                    </a:cubicBezTo>
                    <a:cubicBezTo>
                      <a:pt x="39" y="15"/>
                      <a:pt x="39" y="15"/>
                      <a:pt x="38" y="15"/>
                    </a:cubicBezTo>
                    <a:cubicBezTo>
                      <a:pt x="38" y="15"/>
                      <a:pt x="37" y="15"/>
                      <a:pt x="37" y="16"/>
                    </a:cubicBezTo>
                    <a:cubicBezTo>
                      <a:pt x="36" y="16"/>
                      <a:pt x="37" y="17"/>
                      <a:pt x="36" y="17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7"/>
                      <a:pt x="35" y="17"/>
                      <a:pt x="35" y="17"/>
                    </a:cubicBezTo>
                    <a:cubicBezTo>
                      <a:pt x="35" y="17"/>
                      <a:pt x="35" y="17"/>
                      <a:pt x="35" y="17"/>
                    </a:cubicBezTo>
                    <a:cubicBezTo>
                      <a:pt x="34" y="17"/>
                      <a:pt x="34" y="18"/>
                      <a:pt x="34" y="18"/>
                    </a:cubicBezTo>
                    <a:cubicBezTo>
                      <a:pt x="34" y="18"/>
                      <a:pt x="34" y="18"/>
                      <a:pt x="34" y="18"/>
                    </a:cubicBezTo>
                    <a:cubicBezTo>
                      <a:pt x="34" y="18"/>
                      <a:pt x="33" y="19"/>
                      <a:pt x="33" y="19"/>
                    </a:cubicBezTo>
                    <a:cubicBezTo>
                      <a:pt x="33" y="19"/>
                      <a:pt x="33" y="18"/>
                      <a:pt x="33" y="19"/>
                    </a:cubicBezTo>
                    <a:cubicBezTo>
                      <a:pt x="33" y="19"/>
                      <a:pt x="33" y="19"/>
                      <a:pt x="33" y="20"/>
                    </a:cubicBezTo>
                    <a:cubicBezTo>
                      <a:pt x="32" y="20"/>
                      <a:pt x="32" y="20"/>
                      <a:pt x="32" y="21"/>
                    </a:cubicBezTo>
                    <a:cubicBezTo>
                      <a:pt x="31" y="21"/>
                      <a:pt x="31" y="21"/>
                      <a:pt x="31" y="21"/>
                    </a:cubicBezTo>
                    <a:cubicBezTo>
                      <a:pt x="31" y="21"/>
                      <a:pt x="30" y="21"/>
                      <a:pt x="30" y="21"/>
                    </a:cubicBezTo>
                    <a:cubicBezTo>
                      <a:pt x="30" y="21"/>
                      <a:pt x="30" y="22"/>
                      <a:pt x="30" y="22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4"/>
                      <a:pt x="30" y="33"/>
                      <a:pt x="31" y="33"/>
                    </a:cubicBezTo>
                    <a:cubicBezTo>
                      <a:pt x="31" y="33"/>
                      <a:pt x="31" y="33"/>
                      <a:pt x="32" y="33"/>
                    </a:cubicBezTo>
                    <a:cubicBezTo>
                      <a:pt x="32" y="33"/>
                      <a:pt x="32" y="33"/>
                      <a:pt x="32" y="33"/>
                    </a:cubicBezTo>
                    <a:cubicBezTo>
                      <a:pt x="32" y="33"/>
                      <a:pt x="32" y="32"/>
                      <a:pt x="32" y="33"/>
                    </a:cubicBezTo>
                    <a:cubicBezTo>
                      <a:pt x="33" y="33"/>
                      <a:pt x="32" y="33"/>
                      <a:pt x="32" y="33"/>
                    </a:cubicBezTo>
                    <a:cubicBezTo>
                      <a:pt x="33" y="33"/>
                      <a:pt x="33" y="33"/>
                      <a:pt x="33" y="33"/>
                    </a:cubicBezTo>
                    <a:cubicBezTo>
                      <a:pt x="33" y="33"/>
                      <a:pt x="34" y="33"/>
                      <a:pt x="34" y="33"/>
                    </a:cubicBezTo>
                    <a:cubicBezTo>
                      <a:pt x="34" y="33"/>
                      <a:pt x="34" y="33"/>
                      <a:pt x="34" y="34"/>
                    </a:cubicBezTo>
                    <a:cubicBezTo>
                      <a:pt x="35" y="34"/>
                      <a:pt x="35" y="33"/>
                      <a:pt x="35" y="34"/>
                    </a:cubicBezTo>
                    <a:cubicBezTo>
                      <a:pt x="35" y="34"/>
                      <a:pt x="36" y="34"/>
                      <a:pt x="36" y="34"/>
                    </a:cubicBezTo>
                    <a:cubicBezTo>
                      <a:pt x="36" y="34"/>
                      <a:pt x="36" y="33"/>
                      <a:pt x="36" y="33"/>
                    </a:cubicBezTo>
                    <a:cubicBezTo>
                      <a:pt x="37" y="33"/>
                      <a:pt x="37" y="34"/>
                      <a:pt x="37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4"/>
                    </a:cubicBezTo>
                    <a:cubicBezTo>
                      <a:pt x="38" y="34"/>
                      <a:pt x="38" y="34"/>
                      <a:pt x="38" y="35"/>
                    </a:cubicBezTo>
                    <a:cubicBezTo>
                      <a:pt x="38" y="35"/>
                      <a:pt x="39" y="35"/>
                      <a:pt x="39" y="35"/>
                    </a:cubicBezTo>
                    <a:cubicBezTo>
                      <a:pt x="39" y="35"/>
                      <a:pt x="39" y="35"/>
                      <a:pt x="39" y="35"/>
                    </a:cubicBezTo>
                    <a:cubicBezTo>
                      <a:pt x="40" y="36"/>
                      <a:pt x="40" y="36"/>
                      <a:pt x="40" y="36"/>
                    </a:cubicBezTo>
                    <a:cubicBezTo>
                      <a:pt x="41" y="36"/>
                      <a:pt x="41" y="36"/>
                      <a:pt x="41" y="36"/>
                    </a:cubicBezTo>
                    <a:cubicBezTo>
                      <a:pt x="42" y="36"/>
                      <a:pt x="42" y="36"/>
                      <a:pt x="43" y="37"/>
                    </a:cubicBezTo>
                    <a:cubicBezTo>
                      <a:pt x="43" y="37"/>
                      <a:pt x="43" y="37"/>
                      <a:pt x="43" y="37"/>
                    </a:cubicBezTo>
                    <a:cubicBezTo>
                      <a:pt x="43" y="37"/>
                      <a:pt x="43" y="38"/>
                      <a:pt x="43" y="38"/>
                    </a:cubicBezTo>
                    <a:cubicBezTo>
                      <a:pt x="43" y="38"/>
                      <a:pt x="44" y="38"/>
                      <a:pt x="44" y="39"/>
                    </a:cubicBezTo>
                    <a:cubicBezTo>
                      <a:pt x="44" y="39"/>
                      <a:pt x="44" y="39"/>
                      <a:pt x="44" y="39"/>
                    </a:cubicBezTo>
                    <a:cubicBezTo>
                      <a:pt x="44" y="39"/>
                      <a:pt x="45" y="40"/>
                      <a:pt x="45" y="40"/>
                    </a:cubicBezTo>
                    <a:cubicBezTo>
                      <a:pt x="45" y="40"/>
                      <a:pt x="45" y="40"/>
                      <a:pt x="45" y="40"/>
                    </a:cubicBezTo>
                    <a:cubicBezTo>
                      <a:pt x="45" y="40"/>
                      <a:pt x="46" y="40"/>
                      <a:pt x="46" y="40"/>
                    </a:cubicBezTo>
                    <a:cubicBezTo>
                      <a:pt x="46" y="40"/>
                      <a:pt x="46" y="40"/>
                      <a:pt x="47" y="40"/>
                    </a:cubicBezTo>
                    <a:cubicBezTo>
                      <a:pt x="47" y="40"/>
                      <a:pt x="47" y="41"/>
                      <a:pt x="47" y="41"/>
                    </a:cubicBezTo>
                    <a:cubicBezTo>
                      <a:pt x="47" y="41"/>
                      <a:pt x="47" y="41"/>
                      <a:pt x="47" y="41"/>
                    </a:cubicBezTo>
                    <a:cubicBezTo>
                      <a:pt x="48" y="41"/>
                      <a:pt x="48" y="41"/>
                      <a:pt x="48" y="41"/>
                    </a:cubicBezTo>
                    <a:cubicBezTo>
                      <a:pt x="49" y="41"/>
                      <a:pt x="49" y="41"/>
                      <a:pt x="49" y="41"/>
                    </a:cubicBezTo>
                    <a:cubicBezTo>
                      <a:pt x="49" y="41"/>
                      <a:pt x="50" y="41"/>
                      <a:pt x="50" y="41"/>
                    </a:cubicBezTo>
                    <a:cubicBezTo>
                      <a:pt x="46" y="47"/>
                      <a:pt x="41" y="51"/>
                      <a:pt x="34" y="53"/>
                    </a:cubicBezTo>
                    <a:cubicBezTo>
                      <a:pt x="34" y="53"/>
                      <a:pt x="34" y="52"/>
                      <a:pt x="34" y="52"/>
                    </a:cubicBezTo>
                    <a:cubicBezTo>
                      <a:pt x="34" y="52"/>
                      <a:pt x="34" y="51"/>
                      <a:pt x="34" y="51"/>
                    </a:cubicBezTo>
                    <a:cubicBezTo>
                      <a:pt x="34" y="50"/>
                      <a:pt x="34" y="50"/>
                      <a:pt x="33" y="49"/>
                    </a:cubicBezTo>
                    <a:cubicBezTo>
                      <a:pt x="33" y="49"/>
                      <a:pt x="33" y="49"/>
                      <a:pt x="32" y="49"/>
                    </a:cubicBezTo>
                    <a:cubicBezTo>
                      <a:pt x="32" y="48"/>
                      <a:pt x="32" y="48"/>
                      <a:pt x="32" y="48"/>
                    </a:cubicBezTo>
                    <a:cubicBezTo>
                      <a:pt x="31" y="48"/>
                      <a:pt x="30" y="48"/>
                      <a:pt x="30" y="47"/>
                    </a:cubicBezTo>
                    <a:cubicBezTo>
                      <a:pt x="30" y="47"/>
                      <a:pt x="30" y="47"/>
                      <a:pt x="30" y="47"/>
                    </a:cubicBezTo>
                    <a:cubicBezTo>
                      <a:pt x="30" y="46"/>
                      <a:pt x="30" y="46"/>
                      <a:pt x="30" y="46"/>
                    </a:cubicBezTo>
                    <a:lnTo>
                      <a:pt x="30" y="55"/>
                    </a:lnTo>
                    <a:close/>
                    <a:moveTo>
                      <a:pt x="1" y="22"/>
                    </a:moveTo>
                    <a:cubicBezTo>
                      <a:pt x="1" y="23"/>
                      <a:pt x="1" y="23"/>
                      <a:pt x="1" y="24"/>
                    </a:cubicBezTo>
                    <a:cubicBezTo>
                      <a:pt x="1" y="24"/>
                      <a:pt x="1" y="24"/>
                      <a:pt x="1" y="25"/>
                    </a:cubicBezTo>
                    <a:cubicBezTo>
                      <a:pt x="0" y="26"/>
                      <a:pt x="0" y="27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ubicBezTo>
                      <a:pt x="1" y="31"/>
                      <a:pt x="1" y="31"/>
                      <a:pt x="1" y="32"/>
                    </a:cubicBezTo>
                    <a:cubicBezTo>
                      <a:pt x="1" y="32"/>
                      <a:pt x="1" y="33"/>
                      <a:pt x="1" y="33"/>
                    </a:cubicBezTo>
                    <a:cubicBezTo>
                      <a:pt x="1" y="34"/>
                      <a:pt x="1" y="34"/>
                      <a:pt x="1" y="35"/>
                    </a:cubicBezTo>
                    <a:cubicBezTo>
                      <a:pt x="1" y="35"/>
                      <a:pt x="2" y="36"/>
                      <a:pt x="2" y="37"/>
                    </a:cubicBezTo>
                    <a:cubicBezTo>
                      <a:pt x="2" y="38"/>
                      <a:pt x="2" y="38"/>
                      <a:pt x="3" y="38"/>
                    </a:cubicBezTo>
                    <a:cubicBezTo>
                      <a:pt x="3" y="39"/>
                      <a:pt x="3" y="39"/>
                      <a:pt x="3" y="40"/>
                    </a:cubicBezTo>
                    <a:cubicBezTo>
                      <a:pt x="3" y="40"/>
                      <a:pt x="3" y="40"/>
                      <a:pt x="3" y="40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5" y="42"/>
                      <a:pt x="5" y="44"/>
                      <a:pt x="6" y="45"/>
                    </a:cubicBezTo>
                    <a:cubicBezTo>
                      <a:pt x="7" y="45"/>
                      <a:pt x="7" y="46"/>
                      <a:pt x="7" y="46"/>
                    </a:cubicBezTo>
                    <a:cubicBezTo>
                      <a:pt x="8" y="46"/>
                      <a:pt x="8" y="47"/>
                      <a:pt x="8" y="47"/>
                    </a:cubicBezTo>
                    <a:cubicBezTo>
                      <a:pt x="9" y="47"/>
                      <a:pt x="9" y="48"/>
                      <a:pt x="9" y="48"/>
                    </a:cubicBezTo>
                    <a:cubicBezTo>
                      <a:pt x="11" y="49"/>
                      <a:pt x="12" y="50"/>
                      <a:pt x="14" y="51"/>
                    </a:cubicBezTo>
                    <a:cubicBezTo>
                      <a:pt x="15" y="52"/>
                      <a:pt x="15" y="52"/>
                      <a:pt x="15" y="52"/>
                    </a:cubicBezTo>
                    <a:cubicBezTo>
                      <a:pt x="16" y="53"/>
                      <a:pt x="17" y="53"/>
                      <a:pt x="18" y="53"/>
                    </a:cubicBezTo>
                    <a:cubicBezTo>
                      <a:pt x="18" y="53"/>
                      <a:pt x="19" y="54"/>
                      <a:pt x="19" y="54"/>
                    </a:cubicBezTo>
                    <a:cubicBezTo>
                      <a:pt x="22" y="55"/>
                      <a:pt x="25" y="55"/>
                      <a:pt x="28" y="55"/>
                    </a:cubicBezTo>
                    <a:cubicBezTo>
                      <a:pt x="28" y="55"/>
                      <a:pt x="29" y="55"/>
                      <a:pt x="30" y="55"/>
                    </a:cubicBezTo>
                    <a:cubicBezTo>
                      <a:pt x="30" y="46"/>
                      <a:pt x="30" y="46"/>
                      <a:pt x="30" y="46"/>
                    </a:cubicBezTo>
                    <a:cubicBezTo>
                      <a:pt x="30" y="46"/>
                      <a:pt x="29" y="46"/>
                      <a:pt x="29" y="46"/>
                    </a:cubicBezTo>
                    <a:cubicBezTo>
                      <a:pt x="29" y="45"/>
                      <a:pt x="29" y="44"/>
                      <a:pt x="28" y="44"/>
                    </a:cubicBezTo>
                    <a:cubicBezTo>
                      <a:pt x="28" y="44"/>
                      <a:pt x="28" y="43"/>
                      <a:pt x="28" y="43"/>
                    </a:cubicBezTo>
                    <a:cubicBezTo>
                      <a:pt x="28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1"/>
                      <a:pt x="28" y="41"/>
                      <a:pt x="28" y="41"/>
                    </a:cubicBezTo>
                    <a:cubicBezTo>
                      <a:pt x="28" y="41"/>
                      <a:pt x="27" y="41"/>
                      <a:pt x="27" y="40"/>
                    </a:cubicBezTo>
                    <a:cubicBezTo>
                      <a:pt x="27" y="40"/>
                      <a:pt x="27" y="40"/>
                      <a:pt x="27" y="39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28" y="39"/>
                      <a:pt x="28" y="39"/>
                      <a:pt x="28" y="39"/>
                    </a:cubicBezTo>
                    <a:cubicBezTo>
                      <a:pt x="28" y="38"/>
                      <a:pt x="28" y="38"/>
                      <a:pt x="28" y="38"/>
                    </a:cubicBezTo>
                    <a:cubicBezTo>
                      <a:pt x="29" y="38"/>
                      <a:pt x="29" y="38"/>
                      <a:pt x="29" y="37"/>
                    </a:cubicBezTo>
                    <a:cubicBezTo>
                      <a:pt x="29" y="37"/>
                      <a:pt x="29" y="36"/>
                      <a:pt x="29" y="36"/>
                    </a:cubicBezTo>
                    <a:cubicBezTo>
                      <a:pt x="29" y="36"/>
                      <a:pt x="29" y="35"/>
                      <a:pt x="29" y="35"/>
                    </a:cubicBezTo>
                    <a:cubicBezTo>
                      <a:pt x="29" y="35"/>
                      <a:pt x="29" y="34"/>
                      <a:pt x="28" y="34"/>
                    </a:cubicBezTo>
                    <a:cubicBezTo>
                      <a:pt x="28" y="34"/>
                      <a:pt x="28" y="35"/>
                      <a:pt x="28" y="35"/>
                    </a:cubicBezTo>
                    <a:cubicBezTo>
                      <a:pt x="28" y="35"/>
                      <a:pt x="28" y="35"/>
                      <a:pt x="27" y="35"/>
                    </a:cubicBezTo>
                    <a:cubicBezTo>
                      <a:pt x="27" y="35"/>
                      <a:pt x="27" y="35"/>
                      <a:pt x="27" y="35"/>
                    </a:cubicBezTo>
                    <a:cubicBezTo>
                      <a:pt x="26" y="35"/>
                      <a:pt x="26" y="35"/>
                      <a:pt x="26" y="35"/>
                    </a:cubicBezTo>
                    <a:cubicBezTo>
                      <a:pt x="26" y="35"/>
                      <a:pt x="26" y="34"/>
                      <a:pt x="25" y="34"/>
                    </a:cubicBezTo>
                    <a:cubicBezTo>
                      <a:pt x="25" y="34"/>
                      <a:pt x="25" y="34"/>
                      <a:pt x="25" y="34"/>
                    </a:cubicBezTo>
                    <a:cubicBezTo>
                      <a:pt x="25" y="34"/>
                      <a:pt x="25" y="33"/>
                      <a:pt x="25" y="33"/>
                    </a:cubicBezTo>
                    <a:cubicBezTo>
                      <a:pt x="24" y="33"/>
                      <a:pt x="24" y="32"/>
                      <a:pt x="24" y="32"/>
                    </a:cubicBezTo>
                    <a:cubicBezTo>
                      <a:pt x="24" y="32"/>
                      <a:pt x="23" y="32"/>
                      <a:pt x="23" y="32"/>
                    </a:cubicBezTo>
                    <a:cubicBezTo>
                      <a:pt x="23" y="32"/>
                      <a:pt x="23" y="32"/>
                      <a:pt x="22" y="32"/>
                    </a:cubicBezTo>
                    <a:cubicBezTo>
                      <a:pt x="22" y="32"/>
                      <a:pt x="22" y="32"/>
                      <a:pt x="22" y="32"/>
                    </a:cubicBezTo>
                    <a:cubicBezTo>
                      <a:pt x="21" y="31"/>
                      <a:pt x="21" y="30"/>
                      <a:pt x="20" y="30"/>
                    </a:cubicBezTo>
                    <a:cubicBezTo>
                      <a:pt x="20" y="30"/>
                      <a:pt x="20" y="31"/>
                      <a:pt x="19" y="31"/>
                    </a:cubicBezTo>
                    <a:cubicBezTo>
                      <a:pt x="19" y="31"/>
                      <a:pt x="19" y="31"/>
                      <a:pt x="18" y="30"/>
                    </a:cubicBezTo>
                    <a:cubicBezTo>
                      <a:pt x="18" y="30"/>
                      <a:pt x="18" y="30"/>
                      <a:pt x="17" y="30"/>
                    </a:cubicBezTo>
                    <a:cubicBezTo>
                      <a:pt x="17" y="30"/>
                      <a:pt x="17" y="30"/>
                      <a:pt x="17" y="30"/>
                    </a:cubicBezTo>
                    <a:cubicBezTo>
                      <a:pt x="16" y="29"/>
                      <a:pt x="16" y="29"/>
                      <a:pt x="16" y="29"/>
                    </a:cubicBezTo>
                    <a:cubicBezTo>
                      <a:pt x="16" y="29"/>
                      <a:pt x="16" y="29"/>
                      <a:pt x="15" y="29"/>
                    </a:cubicBezTo>
                    <a:cubicBezTo>
                      <a:pt x="15" y="29"/>
                      <a:pt x="15" y="29"/>
                      <a:pt x="15" y="28"/>
                    </a:cubicBezTo>
                    <a:cubicBezTo>
                      <a:pt x="15" y="28"/>
                      <a:pt x="15" y="28"/>
                      <a:pt x="15" y="28"/>
                    </a:cubicBezTo>
                    <a:cubicBezTo>
                      <a:pt x="15" y="27"/>
                      <a:pt x="15" y="27"/>
                      <a:pt x="14" y="26"/>
                    </a:cubicBezTo>
                    <a:cubicBezTo>
                      <a:pt x="14" y="26"/>
                      <a:pt x="14" y="26"/>
                      <a:pt x="14" y="25"/>
                    </a:cubicBezTo>
                    <a:cubicBezTo>
                      <a:pt x="14" y="25"/>
                      <a:pt x="14" y="25"/>
                      <a:pt x="14" y="25"/>
                    </a:cubicBezTo>
                    <a:cubicBezTo>
                      <a:pt x="14" y="25"/>
                      <a:pt x="13" y="24"/>
                      <a:pt x="13" y="24"/>
                    </a:cubicBezTo>
                    <a:cubicBezTo>
                      <a:pt x="13" y="24"/>
                      <a:pt x="13" y="24"/>
                      <a:pt x="13" y="23"/>
                    </a:cubicBezTo>
                    <a:cubicBezTo>
                      <a:pt x="13" y="23"/>
                      <a:pt x="13" y="23"/>
                      <a:pt x="13" y="22"/>
                    </a:cubicBezTo>
                    <a:cubicBezTo>
                      <a:pt x="12" y="22"/>
                      <a:pt x="12" y="22"/>
                      <a:pt x="12" y="23"/>
                    </a:cubicBezTo>
                    <a:cubicBezTo>
                      <a:pt x="12" y="23"/>
                      <a:pt x="12" y="23"/>
                      <a:pt x="12" y="23"/>
                    </a:cubicBezTo>
                    <a:cubicBezTo>
                      <a:pt x="12" y="24"/>
                      <a:pt x="12" y="24"/>
                      <a:pt x="12" y="24"/>
                    </a:cubicBezTo>
                    <a:cubicBezTo>
                      <a:pt x="12" y="24"/>
                      <a:pt x="13" y="25"/>
                      <a:pt x="13" y="25"/>
                    </a:cubicBezTo>
                    <a:cubicBezTo>
                      <a:pt x="13" y="25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7"/>
                    </a:cubicBezTo>
                    <a:cubicBezTo>
                      <a:pt x="13" y="27"/>
                      <a:pt x="13" y="26"/>
                      <a:pt x="13" y="26"/>
                    </a:cubicBezTo>
                    <a:cubicBezTo>
                      <a:pt x="13" y="26"/>
                      <a:pt x="12" y="26"/>
                      <a:pt x="12" y="26"/>
                    </a:cubicBezTo>
                    <a:cubicBezTo>
                      <a:pt x="12" y="26"/>
                      <a:pt x="12" y="25"/>
                      <a:pt x="12" y="25"/>
                    </a:cubicBezTo>
                    <a:cubicBezTo>
                      <a:pt x="12" y="25"/>
                      <a:pt x="11" y="25"/>
                      <a:pt x="11" y="24"/>
                    </a:cubicBezTo>
                    <a:cubicBezTo>
                      <a:pt x="11" y="24"/>
                      <a:pt x="12" y="24"/>
                      <a:pt x="12" y="24"/>
                    </a:cubicBezTo>
                    <a:cubicBezTo>
                      <a:pt x="12" y="23"/>
                      <a:pt x="11" y="23"/>
                      <a:pt x="11" y="23"/>
                    </a:cubicBezTo>
                    <a:cubicBezTo>
                      <a:pt x="11" y="23"/>
                      <a:pt x="11" y="22"/>
                      <a:pt x="11" y="22"/>
                    </a:cubicBezTo>
                    <a:cubicBezTo>
                      <a:pt x="11" y="22"/>
                      <a:pt x="11" y="21"/>
                      <a:pt x="11" y="21"/>
                    </a:cubicBezTo>
                    <a:cubicBezTo>
                      <a:pt x="11" y="21"/>
                      <a:pt x="11" y="21"/>
                      <a:pt x="10" y="21"/>
                    </a:cubicBezTo>
                    <a:cubicBezTo>
                      <a:pt x="10" y="21"/>
                      <a:pt x="10" y="21"/>
                      <a:pt x="10" y="20"/>
                    </a:cubicBezTo>
                    <a:cubicBezTo>
                      <a:pt x="10" y="20"/>
                      <a:pt x="10" y="20"/>
                      <a:pt x="10" y="20"/>
                    </a:cubicBezTo>
                    <a:cubicBezTo>
                      <a:pt x="10" y="19"/>
                      <a:pt x="10" y="19"/>
                      <a:pt x="10" y="18"/>
                    </a:cubicBezTo>
                    <a:cubicBezTo>
                      <a:pt x="10" y="18"/>
                      <a:pt x="9" y="18"/>
                      <a:pt x="10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11" y="16"/>
                      <a:pt x="11" y="15"/>
                      <a:pt x="11" y="15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2" y="13"/>
                      <a:pt x="12" y="12"/>
                      <a:pt x="12" y="12"/>
                    </a:cubicBezTo>
                    <a:cubicBezTo>
                      <a:pt x="12" y="12"/>
                      <a:pt x="12" y="12"/>
                      <a:pt x="12" y="12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2" y="11"/>
                      <a:pt x="12" y="10"/>
                      <a:pt x="12" y="10"/>
                    </a:cubicBezTo>
                    <a:cubicBezTo>
                      <a:pt x="12" y="10"/>
                      <a:pt x="13" y="10"/>
                      <a:pt x="13" y="10"/>
                    </a:cubicBezTo>
                    <a:cubicBezTo>
                      <a:pt x="12" y="9"/>
                      <a:pt x="12" y="10"/>
                      <a:pt x="12" y="10"/>
                    </a:cubicBezTo>
                    <a:cubicBezTo>
                      <a:pt x="12" y="9"/>
                      <a:pt x="12" y="9"/>
                      <a:pt x="12" y="9"/>
                    </a:cubicBezTo>
                    <a:cubicBezTo>
                      <a:pt x="12" y="9"/>
                      <a:pt x="12" y="9"/>
                      <a:pt x="12" y="8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12" y="8"/>
                      <a:pt x="12" y="8"/>
                      <a:pt x="12" y="7"/>
                    </a:cubicBezTo>
                    <a:cubicBezTo>
                      <a:pt x="15" y="5"/>
                      <a:pt x="19" y="3"/>
                      <a:pt x="23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3" y="2"/>
                      <a:pt x="23" y="2"/>
                      <a:pt x="23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5" y="2"/>
                      <a:pt x="25" y="2"/>
                    </a:cubicBezTo>
                    <a:cubicBezTo>
                      <a:pt x="26" y="2"/>
                      <a:pt x="26" y="3"/>
                      <a:pt x="27" y="3"/>
                    </a:cubicBezTo>
                    <a:cubicBezTo>
                      <a:pt x="27" y="3"/>
                      <a:pt x="27" y="2"/>
                      <a:pt x="27" y="2"/>
                    </a:cubicBezTo>
                    <a:cubicBezTo>
                      <a:pt x="27" y="2"/>
                      <a:pt x="27" y="2"/>
                      <a:pt x="27" y="2"/>
                    </a:cubicBezTo>
                    <a:cubicBezTo>
                      <a:pt x="27" y="2"/>
                      <a:pt x="28" y="2"/>
                      <a:pt x="28" y="2"/>
                    </a:cubicBezTo>
                    <a:cubicBezTo>
                      <a:pt x="28" y="2"/>
                      <a:pt x="29" y="2"/>
                      <a:pt x="30" y="2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9" y="0"/>
                      <a:pt x="29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7" y="0"/>
                      <a:pt x="27" y="0"/>
                    </a:cubicBezTo>
                    <a:cubicBezTo>
                      <a:pt x="24" y="0"/>
                      <a:pt x="22" y="1"/>
                      <a:pt x="19" y="2"/>
                    </a:cubicBezTo>
                    <a:cubicBezTo>
                      <a:pt x="19" y="2"/>
                      <a:pt x="18" y="2"/>
                      <a:pt x="18" y="2"/>
                    </a:cubicBezTo>
                    <a:cubicBezTo>
                      <a:pt x="18" y="2"/>
                      <a:pt x="17" y="2"/>
                      <a:pt x="17" y="2"/>
                    </a:cubicBezTo>
                    <a:cubicBezTo>
                      <a:pt x="17" y="2"/>
                      <a:pt x="17" y="3"/>
                      <a:pt x="17" y="3"/>
                    </a:cubicBezTo>
                    <a:cubicBezTo>
                      <a:pt x="16" y="3"/>
                      <a:pt x="16" y="3"/>
                      <a:pt x="15" y="3"/>
                    </a:cubicBezTo>
                    <a:cubicBezTo>
                      <a:pt x="15" y="3"/>
                      <a:pt x="15" y="4"/>
                      <a:pt x="14" y="4"/>
                    </a:cubicBezTo>
                    <a:cubicBezTo>
                      <a:pt x="13" y="5"/>
                      <a:pt x="11" y="6"/>
                      <a:pt x="10" y="7"/>
                    </a:cubicBezTo>
                    <a:cubicBezTo>
                      <a:pt x="10" y="7"/>
                      <a:pt x="10" y="7"/>
                      <a:pt x="9" y="7"/>
                    </a:cubicBezTo>
                    <a:cubicBezTo>
                      <a:pt x="9" y="8"/>
                      <a:pt x="9" y="8"/>
                      <a:pt x="8" y="8"/>
                    </a:cubicBezTo>
                    <a:cubicBezTo>
                      <a:pt x="8" y="9"/>
                      <a:pt x="8" y="9"/>
                      <a:pt x="7" y="9"/>
                    </a:cubicBezTo>
                    <a:cubicBezTo>
                      <a:pt x="7" y="10"/>
                      <a:pt x="7" y="10"/>
                      <a:pt x="6" y="11"/>
                    </a:cubicBezTo>
                    <a:cubicBezTo>
                      <a:pt x="5" y="12"/>
                      <a:pt x="5" y="13"/>
                      <a:pt x="4" y="14"/>
                    </a:cubicBezTo>
                    <a:cubicBezTo>
                      <a:pt x="4" y="14"/>
                      <a:pt x="4" y="15"/>
                      <a:pt x="3" y="15"/>
                    </a:cubicBezTo>
                    <a:cubicBezTo>
                      <a:pt x="3" y="15"/>
                      <a:pt x="3" y="16"/>
                      <a:pt x="3" y="16"/>
                    </a:cubicBezTo>
                    <a:cubicBezTo>
                      <a:pt x="3" y="16"/>
                      <a:pt x="3" y="17"/>
                      <a:pt x="2" y="18"/>
                    </a:cubicBezTo>
                    <a:cubicBezTo>
                      <a:pt x="2" y="18"/>
                      <a:pt x="2" y="18"/>
                      <a:pt x="2" y="18"/>
                    </a:cubicBezTo>
                    <a:cubicBezTo>
                      <a:pt x="2" y="19"/>
                      <a:pt x="1" y="20"/>
                      <a:pt x="1" y="21"/>
                    </a:cubicBezTo>
                    <a:cubicBezTo>
                      <a:pt x="1" y="21"/>
                      <a:pt x="1" y="22"/>
                      <a:pt x="1" y="22"/>
                    </a:cubicBezTo>
                    <a:close/>
                    <a:moveTo>
                      <a:pt x="30" y="22"/>
                    </a:moveTo>
                    <a:cubicBezTo>
                      <a:pt x="30" y="34"/>
                      <a:pt x="30" y="34"/>
                      <a:pt x="30" y="34"/>
                    </a:cubicBezTo>
                    <a:cubicBezTo>
                      <a:pt x="30" y="35"/>
                      <a:pt x="30" y="35"/>
                      <a:pt x="29" y="35"/>
                    </a:cubicBezTo>
                    <a:cubicBezTo>
                      <a:pt x="29" y="35"/>
                      <a:pt x="29" y="34"/>
                      <a:pt x="29" y="34"/>
                    </a:cubicBezTo>
                    <a:cubicBezTo>
                      <a:pt x="28" y="34"/>
                      <a:pt x="28" y="34"/>
                      <a:pt x="27" y="34"/>
                    </a:cubicBezTo>
                    <a:cubicBezTo>
                      <a:pt x="27" y="34"/>
                      <a:pt x="26" y="34"/>
                      <a:pt x="26" y="33"/>
                    </a:cubicBezTo>
                    <a:cubicBezTo>
                      <a:pt x="26" y="33"/>
                      <a:pt x="26" y="32"/>
                      <a:pt x="26" y="32"/>
                    </a:cubicBezTo>
                    <a:cubicBezTo>
                      <a:pt x="26" y="32"/>
                      <a:pt x="26" y="32"/>
                      <a:pt x="26" y="31"/>
                    </a:cubicBezTo>
                    <a:cubicBezTo>
                      <a:pt x="26" y="31"/>
                      <a:pt x="26" y="31"/>
                      <a:pt x="26" y="31"/>
                    </a:cubicBezTo>
                    <a:cubicBezTo>
                      <a:pt x="25" y="31"/>
                      <a:pt x="24" y="31"/>
                      <a:pt x="24" y="31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30"/>
                      <a:pt x="24" y="30"/>
                      <a:pt x="24" y="30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4" y="29"/>
                      <a:pt x="24" y="29"/>
                      <a:pt x="24" y="29"/>
                    </a:cubicBezTo>
                    <a:cubicBezTo>
                      <a:pt x="25" y="28"/>
                      <a:pt x="25" y="28"/>
                      <a:pt x="25" y="28"/>
                    </a:cubicBezTo>
                    <a:cubicBezTo>
                      <a:pt x="25" y="28"/>
                      <a:pt x="25" y="28"/>
                      <a:pt x="24" y="28"/>
                    </a:cubicBezTo>
                    <a:cubicBezTo>
                      <a:pt x="24" y="28"/>
                      <a:pt x="24" y="28"/>
                      <a:pt x="23" y="28"/>
                    </a:cubicBezTo>
                    <a:cubicBezTo>
                      <a:pt x="23" y="28"/>
                      <a:pt x="23" y="29"/>
                      <a:pt x="22" y="29"/>
                    </a:cubicBezTo>
                    <a:cubicBezTo>
                      <a:pt x="22" y="29"/>
                      <a:pt x="22" y="29"/>
                      <a:pt x="21" y="29"/>
                    </a:cubicBezTo>
                    <a:cubicBezTo>
                      <a:pt x="21" y="29"/>
                      <a:pt x="21" y="29"/>
                      <a:pt x="21" y="29"/>
                    </a:cubicBezTo>
                    <a:cubicBezTo>
                      <a:pt x="21" y="29"/>
                      <a:pt x="20" y="29"/>
                      <a:pt x="20" y="29"/>
                    </a:cubicBezTo>
                    <a:cubicBezTo>
                      <a:pt x="20" y="29"/>
                      <a:pt x="19" y="28"/>
                      <a:pt x="19" y="28"/>
                    </a:cubicBezTo>
                    <a:cubicBezTo>
                      <a:pt x="19" y="27"/>
                      <a:pt x="19" y="26"/>
                      <a:pt x="20" y="26"/>
                    </a:cubicBezTo>
                    <a:cubicBezTo>
                      <a:pt x="20" y="26"/>
                      <a:pt x="20" y="25"/>
                      <a:pt x="20" y="25"/>
                    </a:cubicBezTo>
                    <a:cubicBezTo>
                      <a:pt x="20" y="25"/>
                      <a:pt x="20" y="25"/>
                      <a:pt x="20" y="25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2" y="23"/>
                      <a:pt x="22" y="23"/>
                      <a:pt x="22" y="23"/>
                    </a:cubicBezTo>
                    <a:cubicBezTo>
                      <a:pt x="23" y="23"/>
                      <a:pt x="23" y="23"/>
                      <a:pt x="23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24" y="23"/>
                      <a:pt x="25" y="23"/>
                      <a:pt x="25" y="23"/>
                    </a:cubicBezTo>
                    <a:cubicBezTo>
                      <a:pt x="25" y="23"/>
                      <a:pt x="26" y="23"/>
                      <a:pt x="26" y="23"/>
                    </a:cubicBezTo>
                    <a:cubicBezTo>
                      <a:pt x="26" y="23"/>
                      <a:pt x="27" y="23"/>
                      <a:pt x="27" y="23"/>
                    </a:cubicBezTo>
                    <a:cubicBezTo>
                      <a:pt x="27" y="23"/>
                      <a:pt x="27" y="23"/>
                      <a:pt x="27" y="23"/>
                    </a:cubicBezTo>
                    <a:cubicBezTo>
                      <a:pt x="28" y="23"/>
                      <a:pt x="28" y="23"/>
                      <a:pt x="28" y="24"/>
                    </a:cubicBezTo>
                    <a:cubicBezTo>
                      <a:pt x="28" y="24"/>
                      <a:pt x="28" y="24"/>
                      <a:pt x="28" y="24"/>
                    </a:cubicBezTo>
                    <a:cubicBezTo>
                      <a:pt x="28" y="25"/>
                      <a:pt x="29" y="25"/>
                      <a:pt x="29" y="25"/>
                    </a:cubicBezTo>
                    <a:cubicBezTo>
                      <a:pt x="29" y="25"/>
                      <a:pt x="29" y="24"/>
                      <a:pt x="29" y="24"/>
                    </a:cubicBezTo>
                    <a:cubicBezTo>
                      <a:pt x="29" y="24"/>
                      <a:pt x="29" y="24"/>
                      <a:pt x="29" y="24"/>
                    </a:cubicBezTo>
                    <a:cubicBezTo>
                      <a:pt x="29" y="23"/>
                      <a:pt x="29" y="23"/>
                      <a:pt x="29" y="23"/>
                    </a:cubicBezTo>
                    <a:cubicBezTo>
                      <a:pt x="29" y="22"/>
                      <a:pt x="29" y="22"/>
                      <a:pt x="30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8" name="Freeform 216"/>
              <p:cNvSpPr/>
              <p:nvPr/>
            </p:nvSpPr>
            <p:spPr bwMode="auto">
              <a:xfrm>
                <a:off x="-3289300" y="6083300"/>
                <a:ext cx="203200" cy="179388"/>
              </a:xfrm>
              <a:custGeom>
                <a:avLst/>
                <a:gdLst>
                  <a:gd name="T0" fmla="*/ 6 w 54"/>
                  <a:gd name="T1" fmla="*/ 5 h 48"/>
                  <a:gd name="T2" fmla="*/ 1 w 54"/>
                  <a:gd name="T3" fmla="*/ 15 h 48"/>
                  <a:gd name="T4" fmla="*/ 0 w 54"/>
                  <a:gd name="T5" fmla="*/ 18 h 48"/>
                  <a:gd name="T6" fmla="*/ 0 w 54"/>
                  <a:gd name="T7" fmla="*/ 18 h 48"/>
                  <a:gd name="T8" fmla="*/ 0 w 54"/>
                  <a:gd name="T9" fmla="*/ 21 h 48"/>
                  <a:gd name="T10" fmla="*/ 1 w 54"/>
                  <a:gd name="T11" fmla="*/ 23 h 48"/>
                  <a:gd name="T12" fmla="*/ 3 w 54"/>
                  <a:gd name="T13" fmla="*/ 32 h 48"/>
                  <a:gd name="T14" fmla="*/ 8 w 54"/>
                  <a:gd name="T15" fmla="*/ 42 h 48"/>
                  <a:gd name="T16" fmla="*/ 9 w 54"/>
                  <a:gd name="T17" fmla="*/ 43 h 48"/>
                  <a:gd name="T18" fmla="*/ 12 w 54"/>
                  <a:gd name="T19" fmla="*/ 46 h 48"/>
                  <a:gd name="T20" fmla="*/ 13 w 54"/>
                  <a:gd name="T21" fmla="*/ 47 h 48"/>
                  <a:gd name="T22" fmla="*/ 19 w 54"/>
                  <a:gd name="T23" fmla="*/ 48 h 48"/>
                  <a:gd name="T24" fmla="*/ 19 w 54"/>
                  <a:gd name="T25" fmla="*/ 48 h 48"/>
                  <a:gd name="T26" fmla="*/ 22 w 54"/>
                  <a:gd name="T27" fmla="*/ 47 h 48"/>
                  <a:gd name="T28" fmla="*/ 24 w 54"/>
                  <a:gd name="T29" fmla="*/ 46 h 48"/>
                  <a:gd name="T30" fmla="*/ 27 w 54"/>
                  <a:gd name="T31" fmla="*/ 46 h 48"/>
                  <a:gd name="T32" fmla="*/ 27 w 54"/>
                  <a:gd name="T33" fmla="*/ 46 h 48"/>
                  <a:gd name="T34" fmla="*/ 30 w 54"/>
                  <a:gd name="T35" fmla="*/ 46 h 48"/>
                  <a:gd name="T36" fmla="*/ 32 w 54"/>
                  <a:gd name="T37" fmla="*/ 47 h 48"/>
                  <a:gd name="T38" fmla="*/ 35 w 54"/>
                  <a:gd name="T39" fmla="*/ 48 h 48"/>
                  <a:gd name="T40" fmla="*/ 35 w 54"/>
                  <a:gd name="T41" fmla="*/ 48 h 48"/>
                  <a:gd name="T42" fmla="*/ 41 w 54"/>
                  <a:gd name="T43" fmla="*/ 47 h 48"/>
                  <a:gd name="T44" fmla="*/ 42 w 54"/>
                  <a:gd name="T45" fmla="*/ 46 h 48"/>
                  <a:gd name="T46" fmla="*/ 45 w 54"/>
                  <a:gd name="T47" fmla="*/ 43 h 48"/>
                  <a:gd name="T48" fmla="*/ 46 w 54"/>
                  <a:gd name="T49" fmla="*/ 42 h 48"/>
                  <a:gd name="T50" fmla="*/ 51 w 54"/>
                  <a:gd name="T51" fmla="*/ 32 h 48"/>
                  <a:gd name="T52" fmla="*/ 53 w 54"/>
                  <a:gd name="T53" fmla="*/ 23 h 48"/>
                  <a:gd name="T54" fmla="*/ 54 w 54"/>
                  <a:gd name="T55" fmla="*/ 21 h 48"/>
                  <a:gd name="T56" fmla="*/ 54 w 54"/>
                  <a:gd name="T57" fmla="*/ 18 h 48"/>
                  <a:gd name="T58" fmla="*/ 54 w 54"/>
                  <a:gd name="T59" fmla="*/ 18 h 48"/>
                  <a:gd name="T60" fmla="*/ 53 w 54"/>
                  <a:gd name="T61" fmla="*/ 15 h 48"/>
                  <a:gd name="T62" fmla="*/ 48 w 54"/>
                  <a:gd name="T63" fmla="*/ 5 h 48"/>
                  <a:gd name="T64" fmla="*/ 47 w 54"/>
                  <a:gd name="T65" fmla="*/ 4 h 48"/>
                  <a:gd name="T66" fmla="*/ 40 w 54"/>
                  <a:gd name="T67" fmla="*/ 1 h 48"/>
                  <a:gd name="T68" fmla="*/ 31 w 54"/>
                  <a:gd name="T69" fmla="*/ 2 h 48"/>
                  <a:gd name="T70" fmla="*/ 27 w 54"/>
                  <a:gd name="T71" fmla="*/ 4 h 48"/>
                  <a:gd name="T72" fmla="*/ 23 w 54"/>
                  <a:gd name="T73" fmla="*/ 2 h 48"/>
                  <a:gd name="T74" fmla="*/ 14 w 54"/>
                  <a:gd name="T75" fmla="*/ 1 h 48"/>
                  <a:gd name="T76" fmla="*/ 7 w 54"/>
                  <a:gd name="T77" fmla="*/ 4 h 48"/>
                  <a:gd name="T78" fmla="*/ 6 w 54"/>
                  <a:gd name="T79" fmla="*/ 5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54" h="48">
                    <a:moveTo>
                      <a:pt x="6" y="5"/>
                    </a:moveTo>
                    <a:cubicBezTo>
                      <a:pt x="3" y="8"/>
                      <a:pt x="1" y="11"/>
                      <a:pt x="1" y="15"/>
                    </a:cubicBezTo>
                    <a:cubicBezTo>
                      <a:pt x="1" y="16"/>
                      <a:pt x="1" y="17"/>
                      <a:pt x="0" y="18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19"/>
                      <a:pt x="0" y="20"/>
                      <a:pt x="0" y="21"/>
                    </a:cubicBezTo>
                    <a:cubicBezTo>
                      <a:pt x="0" y="22"/>
                      <a:pt x="1" y="22"/>
                      <a:pt x="1" y="23"/>
                    </a:cubicBezTo>
                    <a:cubicBezTo>
                      <a:pt x="1" y="26"/>
                      <a:pt x="2" y="29"/>
                      <a:pt x="3" y="32"/>
                    </a:cubicBezTo>
                    <a:cubicBezTo>
                      <a:pt x="4" y="35"/>
                      <a:pt x="6" y="39"/>
                      <a:pt x="8" y="42"/>
                    </a:cubicBezTo>
                    <a:cubicBezTo>
                      <a:pt x="8" y="42"/>
                      <a:pt x="9" y="42"/>
                      <a:pt x="9" y="43"/>
                    </a:cubicBezTo>
                    <a:cubicBezTo>
                      <a:pt x="10" y="44"/>
                      <a:pt x="11" y="45"/>
                      <a:pt x="12" y="46"/>
                    </a:cubicBezTo>
                    <a:cubicBezTo>
                      <a:pt x="12" y="47"/>
                      <a:pt x="13" y="47"/>
                      <a:pt x="13" y="47"/>
                    </a:cubicBezTo>
                    <a:cubicBezTo>
                      <a:pt x="15" y="48"/>
                      <a:pt x="17" y="48"/>
                      <a:pt x="19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20" y="47"/>
                      <a:pt x="21" y="47"/>
                      <a:pt x="22" y="47"/>
                    </a:cubicBezTo>
                    <a:cubicBezTo>
                      <a:pt x="22" y="47"/>
                      <a:pt x="23" y="46"/>
                      <a:pt x="24" y="46"/>
                    </a:cubicBezTo>
                    <a:cubicBezTo>
                      <a:pt x="25" y="46"/>
                      <a:pt x="27" y="46"/>
                      <a:pt x="27" y="46"/>
                    </a:cubicBezTo>
                    <a:cubicBezTo>
                      <a:pt x="27" y="46"/>
                      <a:pt x="27" y="46"/>
                      <a:pt x="27" y="46"/>
                    </a:cubicBezTo>
                    <a:cubicBezTo>
                      <a:pt x="28" y="46"/>
                      <a:pt x="29" y="46"/>
                      <a:pt x="30" y="46"/>
                    </a:cubicBezTo>
                    <a:cubicBezTo>
                      <a:pt x="31" y="46"/>
                      <a:pt x="32" y="47"/>
                      <a:pt x="32" y="47"/>
                    </a:cubicBezTo>
                    <a:cubicBezTo>
                      <a:pt x="33" y="47"/>
                      <a:pt x="34" y="47"/>
                      <a:pt x="35" y="48"/>
                    </a:cubicBezTo>
                    <a:cubicBezTo>
                      <a:pt x="35" y="48"/>
                      <a:pt x="35" y="48"/>
                      <a:pt x="35" y="48"/>
                    </a:cubicBezTo>
                    <a:cubicBezTo>
                      <a:pt x="37" y="48"/>
                      <a:pt x="39" y="48"/>
                      <a:pt x="41" y="47"/>
                    </a:cubicBezTo>
                    <a:cubicBezTo>
                      <a:pt x="41" y="47"/>
                      <a:pt x="42" y="47"/>
                      <a:pt x="42" y="46"/>
                    </a:cubicBezTo>
                    <a:cubicBezTo>
                      <a:pt x="43" y="45"/>
                      <a:pt x="44" y="44"/>
                      <a:pt x="45" y="43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8" y="39"/>
                      <a:pt x="50" y="35"/>
                      <a:pt x="51" y="32"/>
                    </a:cubicBezTo>
                    <a:cubicBezTo>
                      <a:pt x="52" y="29"/>
                      <a:pt x="53" y="26"/>
                      <a:pt x="53" y="23"/>
                    </a:cubicBezTo>
                    <a:cubicBezTo>
                      <a:pt x="54" y="22"/>
                      <a:pt x="54" y="22"/>
                      <a:pt x="54" y="21"/>
                    </a:cubicBezTo>
                    <a:cubicBezTo>
                      <a:pt x="54" y="20"/>
                      <a:pt x="54" y="19"/>
                      <a:pt x="54" y="18"/>
                    </a:cubicBezTo>
                    <a:cubicBezTo>
                      <a:pt x="54" y="18"/>
                      <a:pt x="54" y="18"/>
                      <a:pt x="54" y="18"/>
                    </a:cubicBezTo>
                    <a:cubicBezTo>
                      <a:pt x="53" y="17"/>
                      <a:pt x="53" y="16"/>
                      <a:pt x="53" y="15"/>
                    </a:cubicBezTo>
                    <a:cubicBezTo>
                      <a:pt x="53" y="11"/>
                      <a:pt x="51" y="8"/>
                      <a:pt x="48" y="5"/>
                    </a:cubicBezTo>
                    <a:cubicBezTo>
                      <a:pt x="48" y="5"/>
                      <a:pt x="47" y="4"/>
                      <a:pt x="47" y="4"/>
                    </a:cubicBezTo>
                    <a:cubicBezTo>
                      <a:pt x="45" y="2"/>
                      <a:pt x="42" y="1"/>
                      <a:pt x="40" y="1"/>
                    </a:cubicBezTo>
                    <a:cubicBezTo>
                      <a:pt x="37" y="0"/>
                      <a:pt x="34" y="1"/>
                      <a:pt x="31" y="2"/>
                    </a:cubicBezTo>
                    <a:cubicBezTo>
                      <a:pt x="30" y="3"/>
                      <a:pt x="27" y="4"/>
                      <a:pt x="27" y="4"/>
                    </a:cubicBezTo>
                    <a:cubicBezTo>
                      <a:pt x="27" y="4"/>
                      <a:pt x="24" y="3"/>
                      <a:pt x="23" y="2"/>
                    </a:cubicBezTo>
                    <a:cubicBezTo>
                      <a:pt x="20" y="1"/>
                      <a:pt x="17" y="0"/>
                      <a:pt x="14" y="1"/>
                    </a:cubicBezTo>
                    <a:cubicBezTo>
                      <a:pt x="12" y="1"/>
                      <a:pt x="9" y="2"/>
                      <a:pt x="7" y="4"/>
                    </a:cubicBezTo>
                    <a:cubicBezTo>
                      <a:pt x="7" y="4"/>
                      <a:pt x="6" y="5"/>
                      <a:pt x="6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09" name="Freeform 217"/>
              <p:cNvSpPr/>
              <p:nvPr/>
            </p:nvSpPr>
            <p:spPr bwMode="auto">
              <a:xfrm>
                <a:off x="-3236913" y="6029325"/>
                <a:ext cx="49213" cy="53975"/>
              </a:xfrm>
              <a:custGeom>
                <a:avLst/>
                <a:gdLst>
                  <a:gd name="T0" fmla="*/ 4 w 13"/>
                  <a:gd name="T1" fmla="*/ 10 h 14"/>
                  <a:gd name="T2" fmla="*/ 10 w 13"/>
                  <a:gd name="T3" fmla="*/ 14 h 14"/>
                  <a:gd name="T4" fmla="*/ 13 w 13"/>
                  <a:gd name="T5" fmla="*/ 14 h 14"/>
                  <a:gd name="T6" fmla="*/ 13 w 13"/>
                  <a:gd name="T7" fmla="*/ 14 h 14"/>
                  <a:gd name="T8" fmla="*/ 10 w 13"/>
                  <a:gd name="T9" fmla="*/ 5 h 14"/>
                  <a:gd name="T10" fmla="*/ 1 w 13"/>
                  <a:gd name="T11" fmla="*/ 0 h 14"/>
                  <a:gd name="T12" fmla="*/ 1 w 13"/>
                  <a:gd name="T13" fmla="*/ 0 h 14"/>
                  <a:gd name="T14" fmla="*/ 0 w 13"/>
                  <a:gd name="T15" fmla="*/ 0 h 14"/>
                  <a:gd name="T16" fmla="*/ 1 w 13"/>
                  <a:gd name="T17" fmla="*/ 3 h 14"/>
                  <a:gd name="T18" fmla="*/ 4 w 13"/>
                  <a:gd name="T19" fmla="*/ 1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14">
                    <a:moveTo>
                      <a:pt x="4" y="10"/>
                    </a:moveTo>
                    <a:cubicBezTo>
                      <a:pt x="6" y="12"/>
                      <a:pt x="7" y="13"/>
                      <a:pt x="10" y="14"/>
                    </a:cubicBezTo>
                    <a:cubicBezTo>
                      <a:pt x="11" y="14"/>
                      <a:pt x="12" y="14"/>
                      <a:pt x="13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1"/>
                      <a:pt x="12" y="8"/>
                      <a:pt x="10" y="5"/>
                    </a:cubicBezTo>
                    <a:cubicBezTo>
                      <a:pt x="8" y="2"/>
                      <a:pt x="5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1"/>
                      <a:pt x="0" y="2"/>
                      <a:pt x="1" y="3"/>
                    </a:cubicBezTo>
                    <a:cubicBezTo>
                      <a:pt x="1" y="6"/>
                      <a:pt x="2" y="8"/>
                      <a:pt x="4" y="1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0" name="Rectangle 218"/>
              <p:cNvSpPr>
                <a:spLocks noChangeArrowheads="1"/>
              </p:cNvSpPr>
              <p:nvPr/>
            </p:nvSpPr>
            <p:spPr bwMode="auto">
              <a:xfrm>
                <a:off x="-5945188" y="2657475"/>
                <a:ext cx="41275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1" name="Freeform 219"/>
              <p:cNvSpPr>
                <a:spLocks noEditPoints="1"/>
              </p:cNvSpPr>
              <p:nvPr/>
            </p:nvSpPr>
            <p:spPr bwMode="auto">
              <a:xfrm>
                <a:off x="-6099175" y="2684462"/>
                <a:ext cx="222250" cy="157163"/>
              </a:xfrm>
              <a:custGeom>
                <a:avLst/>
                <a:gdLst>
                  <a:gd name="T0" fmla="*/ 30 w 59"/>
                  <a:gd name="T1" fmla="*/ 42 h 42"/>
                  <a:gd name="T2" fmla="*/ 59 w 59"/>
                  <a:gd name="T3" fmla="*/ 42 h 42"/>
                  <a:gd name="T4" fmla="*/ 59 w 59"/>
                  <a:gd name="T5" fmla="*/ 0 h 42"/>
                  <a:gd name="T6" fmla="*/ 30 w 59"/>
                  <a:gd name="T7" fmla="*/ 0 h 42"/>
                  <a:gd name="T8" fmla="*/ 30 w 59"/>
                  <a:gd name="T9" fmla="*/ 4 h 42"/>
                  <a:gd name="T10" fmla="*/ 46 w 59"/>
                  <a:gd name="T11" fmla="*/ 21 h 42"/>
                  <a:gd name="T12" fmla="*/ 30 w 59"/>
                  <a:gd name="T13" fmla="*/ 37 h 42"/>
                  <a:gd name="T14" fmla="*/ 30 w 59"/>
                  <a:gd name="T15" fmla="*/ 42 h 42"/>
                  <a:gd name="T16" fmla="*/ 0 w 59"/>
                  <a:gd name="T17" fmla="*/ 42 h 42"/>
                  <a:gd name="T18" fmla="*/ 30 w 59"/>
                  <a:gd name="T19" fmla="*/ 42 h 42"/>
                  <a:gd name="T20" fmla="*/ 30 w 59"/>
                  <a:gd name="T21" fmla="*/ 37 h 42"/>
                  <a:gd name="T22" fmla="*/ 30 w 59"/>
                  <a:gd name="T23" fmla="*/ 37 h 42"/>
                  <a:gd name="T24" fmla="*/ 13 w 59"/>
                  <a:gd name="T25" fmla="*/ 21 h 42"/>
                  <a:gd name="T26" fmla="*/ 30 w 59"/>
                  <a:gd name="T27" fmla="*/ 4 h 42"/>
                  <a:gd name="T28" fmla="*/ 30 w 59"/>
                  <a:gd name="T29" fmla="*/ 4 h 42"/>
                  <a:gd name="T30" fmla="*/ 30 w 59"/>
                  <a:gd name="T31" fmla="*/ 4 h 42"/>
                  <a:gd name="T32" fmla="*/ 30 w 59"/>
                  <a:gd name="T33" fmla="*/ 0 h 42"/>
                  <a:gd name="T34" fmla="*/ 0 w 59"/>
                  <a:gd name="T35" fmla="*/ 0 h 42"/>
                  <a:gd name="T36" fmla="*/ 0 w 59"/>
                  <a:gd name="T37" fmla="*/ 42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9" h="42">
                    <a:moveTo>
                      <a:pt x="30" y="42"/>
                    </a:moveTo>
                    <a:cubicBezTo>
                      <a:pt x="59" y="42"/>
                      <a:pt x="59" y="42"/>
                      <a:pt x="59" y="42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9" y="4"/>
                      <a:pt x="46" y="12"/>
                      <a:pt x="46" y="21"/>
                    </a:cubicBezTo>
                    <a:cubicBezTo>
                      <a:pt x="46" y="30"/>
                      <a:pt x="39" y="37"/>
                      <a:pt x="30" y="37"/>
                    </a:cubicBezTo>
                    <a:lnTo>
                      <a:pt x="30" y="42"/>
                    </a:lnTo>
                    <a:close/>
                    <a:moveTo>
                      <a:pt x="0" y="42"/>
                    </a:moveTo>
                    <a:cubicBezTo>
                      <a:pt x="30" y="42"/>
                      <a:pt x="30" y="42"/>
                      <a:pt x="30" y="42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21" y="37"/>
                      <a:pt x="13" y="30"/>
                      <a:pt x="13" y="21"/>
                    </a:cubicBezTo>
                    <a:cubicBezTo>
                      <a:pt x="13" y="12"/>
                      <a:pt x="21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4"/>
                      <a:pt x="30" y="4"/>
                      <a:pt x="30" y="4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2" name="Oval 220"/>
              <p:cNvSpPr>
                <a:spLocks noChangeArrowheads="1"/>
              </p:cNvSpPr>
              <p:nvPr/>
            </p:nvSpPr>
            <p:spPr bwMode="auto">
              <a:xfrm>
                <a:off x="-6027738" y="2722562"/>
                <a:ext cx="82550" cy="8255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3" name="Freeform 221"/>
              <p:cNvSpPr>
                <a:spLocks noEditPoints="1"/>
              </p:cNvSpPr>
              <p:nvPr/>
            </p:nvSpPr>
            <p:spPr bwMode="auto">
              <a:xfrm>
                <a:off x="-3995738" y="285750"/>
                <a:ext cx="192088" cy="190500"/>
              </a:xfrm>
              <a:custGeom>
                <a:avLst/>
                <a:gdLst>
                  <a:gd name="T0" fmla="*/ 26 w 51"/>
                  <a:gd name="T1" fmla="*/ 51 h 51"/>
                  <a:gd name="T2" fmla="*/ 51 w 51"/>
                  <a:gd name="T3" fmla="*/ 25 h 51"/>
                  <a:gd name="T4" fmla="*/ 26 w 51"/>
                  <a:gd name="T5" fmla="*/ 0 h 51"/>
                  <a:gd name="T6" fmla="*/ 26 w 51"/>
                  <a:gd name="T7" fmla="*/ 18 h 51"/>
                  <a:gd name="T8" fmla="*/ 33 w 51"/>
                  <a:gd name="T9" fmla="*/ 25 h 51"/>
                  <a:gd name="T10" fmla="*/ 26 w 51"/>
                  <a:gd name="T11" fmla="*/ 33 h 51"/>
                  <a:gd name="T12" fmla="*/ 26 w 51"/>
                  <a:gd name="T13" fmla="*/ 51 h 51"/>
                  <a:gd name="T14" fmla="*/ 26 w 51"/>
                  <a:gd name="T15" fmla="*/ 33 h 51"/>
                  <a:gd name="T16" fmla="*/ 26 w 51"/>
                  <a:gd name="T17" fmla="*/ 33 h 51"/>
                  <a:gd name="T18" fmla="*/ 26 w 51"/>
                  <a:gd name="T19" fmla="*/ 0 h 51"/>
                  <a:gd name="T20" fmla="*/ 0 w 51"/>
                  <a:gd name="T21" fmla="*/ 25 h 51"/>
                  <a:gd name="T22" fmla="*/ 26 w 51"/>
                  <a:gd name="T23" fmla="*/ 51 h 51"/>
                  <a:gd name="T24" fmla="*/ 26 w 51"/>
                  <a:gd name="T25" fmla="*/ 33 h 51"/>
                  <a:gd name="T26" fmla="*/ 26 w 51"/>
                  <a:gd name="T27" fmla="*/ 33 h 51"/>
                  <a:gd name="T28" fmla="*/ 18 w 51"/>
                  <a:gd name="T29" fmla="*/ 25 h 51"/>
                  <a:gd name="T30" fmla="*/ 26 w 51"/>
                  <a:gd name="T31" fmla="*/ 18 h 51"/>
                  <a:gd name="T32" fmla="*/ 26 w 51"/>
                  <a:gd name="T33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1" h="51">
                    <a:moveTo>
                      <a:pt x="26" y="51"/>
                    </a:moveTo>
                    <a:cubicBezTo>
                      <a:pt x="40" y="51"/>
                      <a:pt x="51" y="40"/>
                      <a:pt x="51" y="25"/>
                    </a:cubicBezTo>
                    <a:cubicBezTo>
                      <a:pt x="51" y="11"/>
                      <a:pt x="40" y="0"/>
                      <a:pt x="26" y="0"/>
                    </a:cubicBezTo>
                    <a:cubicBezTo>
                      <a:pt x="26" y="18"/>
                      <a:pt x="26" y="18"/>
                      <a:pt x="26" y="18"/>
                    </a:cubicBezTo>
                    <a:cubicBezTo>
                      <a:pt x="30" y="18"/>
                      <a:pt x="33" y="21"/>
                      <a:pt x="33" y="25"/>
                    </a:cubicBezTo>
                    <a:cubicBezTo>
                      <a:pt x="33" y="30"/>
                      <a:pt x="30" y="33"/>
                      <a:pt x="26" y="33"/>
                    </a:cubicBezTo>
                    <a:cubicBezTo>
                      <a:pt x="26" y="51"/>
                      <a:pt x="26" y="51"/>
                      <a:pt x="26" y="51"/>
                    </a:cubicBezTo>
                    <a:close/>
                    <a:moveTo>
                      <a:pt x="26" y="33"/>
                    </a:moveTo>
                    <a:cubicBezTo>
                      <a:pt x="26" y="33"/>
                      <a:pt x="26" y="33"/>
                      <a:pt x="26" y="33"/>
                    </a:cubicBezTo>
                    <a:moveTo>
                      <a:pt x="26" y="0"/>
                    </a:moveTo>
                    <a:cubicBezTo>
                      <a:pt x="11" y="0"/>
                      <a:pt x="0" y="11"/>
                      <a:pt x="0" y="25"/>
                    </a:cubicBezTo>
                    <a:cubicBezTo>
                      <a:pt x="0" y="40"/>
                      <a:pt x="11" y="51"/>
                      <a:pt x="26" y="51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6" y="33"/>
                      <a:pt x="26" y="33"/>
                      <a:pt x="26" y="33"/>
                    </a:cubicBezTo>
                    <a:cubicBezTo>
                      <a:pt x="22" y="33"/>
                      <a:pt x="18" y="30"/>
                      <a:pt x="18" y="25"/>
                    </a:cubicBezTo>
                    <a:cubicBezTo>
                      <a:pt x="18" y="21"/>
                      <a:pt x="22" y="18"/>
                      <a:pt x="26" y="18"/>
                    </a:cubicBezTo>
                    <a:lnTo>
                      <a:pt x="2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4" name="Freeform 222"/>
              <p:cNvSpPr>
                <a:spLocks noEditPoints="1"/>
              </p:cNvSpPr>
              <p:nvPr/>
            </p:nvSpPr>
            <p:spPr bwMode="auto">
              <a:xfrm>
                <a:off x="-3919538" y="355600"/>
                <a:ext cx="44450" cy="46038"/>
              </a:xfrm>
              <a:custGeom>
                <a:avLst/>
                <a:gdLst>
                  <a:gd name="T0" fmla="*/ 6 w 12"/>
                  <a:gd name="T1" fmla="*/ 12 h 12"/>
                  <a:gd name="T2" fmla="*/ 12 w 12"/>
                  <a:gd name="T3" fmla="*/ 6 h 12"/>
                  <a:gd name="T4" fmla="*/ 6 w 12"/>
                  <a:gd name="T5" fmla="*/ 0 h 12"/>
                  <a:gd name="T6" fmla="*/ 6 w 12"/>
                  <a:gd name="T7" fmla="*/ 2 h 12"/>
                  <a:gd name="T8" fmla="*/ 10 w 12"/>
                  <a:gd name="T9" fmla="*/ 6 h 12"/>
                  <a:gd name="T10" fmla="*/ 6 w 12"/>
                  <a:gd name="T11" fmla="*/ 11 h 12"/>
                  <a:gd name="T12" fmla="*/ 6 w 12"/>
                  <a:gd name="T13" fmla="*/ 12 h 12"/>
                  <a:gd name="T14" fmla="*/ 6 w 12"/>
                  <a:gd name="T15" fmla="*/ 0 h 12"/>
                  <a:gd name="T16" fmla="*/ 0 w 12"/>
                  <a:gd name="T17" fmla="*/ 6 h 12"/>
                  <a:gd name="T18" fmla="*/ 6 w 12"/>
                  <a:gd name="T19" fmla="*/ 12 h 12"/>
                  <a:gd name="T20" fmla="*/ 6 w 12"/>
                  <a:gd name="T21" fmla="*/ 12 h 12"/>
                  <a:gd name="T22" fmla="*/ 6 w 12"/>
                  <a:gd name="T23" fmla="*/ 11 h 12"/>
                  <a:gd name="T24" fmla="*/ 6 w 12"/>
                  <a:gd name="T25" fmla="*/ 11 h 12"/>
                  <a:gd name="T26" fmla="*/ 6 w 12"/>
                  <a:gd name="T27" fmla="*/ 11 h 12"/>
                  <a:gd name="T28" fmla="*/ 1 w 12"/>
                  <a:gd name="T29" fmla="*/ 6 h 12"/>
                  <a:gd name="T30" fmla="*/ 6 w 12"/>
                  <a:gd name="T31" fmla="*/ 2 h 12"/>
                  <a:gd name="T32" fmla="*/ 6 w 12"/>
                  <a:gd name="T33" fmla="*/ 2 h 12"/>
                  <a:gd name="T34" fmla="*/ 6 w 12"/>
                  <a:gd name="T35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2" h="12">
                    <a:moveTo>
                      <a:pt x="6" y="12"/>
                    </a:moveTo>
                    <a:cubicBezTo>
                      <a:pt x="9" y="12"/>
                      <a:pt x="12" y="10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8" y="2"/>
                      <a:pt x="10" y="4"/>
                      <a:pt x="10" y="6"/>
                    </a:cubicBezTo>
                    <a:cubicBezTo>
                      <a:pt x="10" y="9"/>
                      <a:pt x="8" y="11"/>
                      <a:pt x="6" y="11"/>
                    </a:cubicBezTo>
                    <a:lnTo>
                      <a:pt x="6" y="12"/>
                    </a:lnTo>
                    <a:close/>
                    <a:moveTo>
                      <a:pt x="6" y="0"/>
                    </a:moveTo>
                    <a:cubicBezTo>
                      <a:pt x="2" y="0"/>
                      <a:pt x="0" y="3"/>
                      <a:pt x="0" y="6"/>
                    </a:cubicBezTo>
                    <a:cubicBezTo>
                      <a:pt x="0" y="10"/>
                      <a:pt x="2" y="12"/>
                      <a:pt x="6" y="12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6" y="11"/>
                      <a:pt x="6" y="11"/>
                      <a:pt x="6" y="11"/>
                    </a:cubicBezTo>
                    <a:cubicBezTo>
                      <a:pt x="3" y="11"/>
                      <a:pt x="1" y="9"/>
                      <a:pt x="1" y="6"/>
                    </a:cubicBezTo>
                    <a:cubicBezTo>
                      <a:pt x="1" y="4"/>
                      <a:pt x="3" y="2"/>
                      <a:pt x="6" y="2"/>
                    </a:cubicBezTo>
                    <a:cubicBezTo>
                      <a:pt x="6" y="2"/>
                      <a:pt x="6" y="2"/>
                      <a:pt x="6" y="2"/>
                    </a:cubicBezTo>
                    <a:cubicBezTo>
                      <a:pt x="6" y="0"/>
                      <a:pt x="6" y="0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5" name="Freeform 223"/>
              <p:cNvSpPr/>
              <p:nvPr/>
            </p:nvSpPr>
            <p:spPr bwMode="auto">
              <a:xfrm>
                <a:off x="-2852738" y="4775200"/>
                <a:ext cx="209550" cy="222250"/>
              </a:xfrm>
              <a:custGeom>
                <a:avLst/>
                <a:gdLst>
                  <a:gd name="T0" fmla="*/ 46 w 56"/>
                  <a:gd name="T1" fmla="*/ 41 h 59"/>
                  <a:gd name="T2" fmla="*/ 50 w 56"/>
                  <a:gd name="T3" fmla="*/ 39 h 59"/>
                  <a:gd name="T4" fmla="*/ 55 w 56"/>
                  <a:gd name="T5" fmla="*/ 37 h 59"/>
                  <a:gd name="T6" fmla="*/ 55 w 56"/>
                  <a:gd name="T7" fmla="*/ 30 h 59"/>
                  <a:gd name="T8" fmla="*/ 54 w 56"/>
                  <a:gd name="T9" fmla="*/ 17 h 59"/>
                  <a:gd name="T10" fmla="*/ 42 w 56"/>
                  <a:gd name="T11" fmla="*/ 28 h 59"/>
                  <a:gd name="T12" fmla="*/ 37 w 56"/>
                  <a:gd name="T13" fmla="*/ 32 h 59"/>
                  <a:gd name="T14" fmla="*/ 37 w 56"/>
                  <a:gd name="T15" fmla="*/ 28 h 59"/>
                  <a:gd name="T16" fmla="*/ 42 w 56"/>
                  <a:gd name="T17" fmla="*/ 20 h 59"/>
                  <a:gd name="T18" fmla="*/ 38 w 56"/>
                  <a:gd name="T19" fmla="*/ 12 h 59"/>
                  <a:gd name="T20" fmla="*/ 28 w 56"/>
                  <a:gd name="T21" fmla="*/ 0 h 59"/>
                  <a:gd name="T22" fmla="*/ 28 w 56"/>
                  <a:gd name="T23" fmla="*/ 0 h 59"/>
                  <a:gd name="T24" fmla="*/ 28 w 56"/>
                  <a:gd name="T25" fmla="*/ 0 h 59"/>
                  <a:gd name="T26" fmla="*/ 28 w 56"/>
                  <a:gd name="T27" fmla="*/ 0 h 59"/>
                  <a:gd name="T28" fmla="*/ 28 w 56"/>
                  <a:gd name="T29" fmla="*/ 0 h 59"/>
                  <a:gd name="T30" fmla="*/ 18 w 56"/>
                  <a:gd name="T31" fmla="*/ 12 h 59"/>
                  <a:gd name="T32" fmla="*/ 14 w 56"/>
                  <a:gd name="T33" fmla="*/ 20 h 59"/>
                  <a:gd name="T34" fmla="*/ 18 w 56"/>
                  <a:gd name="T35" fmla="*/ 28 h 59"/>
                  <a:gd name="T36" fmla="*/ 19 w 56"/>
                  <a:gd name="T37" fmla="*/ 32 h 59"/>
                  <a:gd name="T38" fmla="*/ 14 w 56"/>
                  <a:gd name="T39" fmla="*/ 28 h 59"/>
                  <a:gd name="T40" fmla="*/ 2 w 56"/>
                  <a:gd name="T41" fmla="*/ 17 h 59"/>
                  <a:gd name="T42" fmla="*/ 1 w 56"/>
                  <a:gd name="T43" fmla="*/ 30 h 59"/>
                  <a:gd name="T44" fmla="*/ 1 w 56"/>
                  <a:gd name="T45" fmla="*/ 37 h 59"/>
                  <a:gd name="T46" fmla="*/ 6 w 56"/>
                  <a:gd name="T47" fmla="*/ 39 h 59"/>
                  <a:gd name="T48" fmla="*/ 10 w 56"/>
                  <a:gd name="T49" fmla="*/ 41 h 59"/>
                  <a:gd name="T50" fmla="*/ 9 w 56"/>
                  <a:gd name="T51" fmla="*/ 44 h 59"/>
                  <a:gd name="T52" fmla="*/ 1 w 56"/>
                  <a:gd name="T53" fmla="*/ 41 h 59"/>
                  <a:gd name="T54" fmla="*/ 13 w 56"/>
                  <a:gd name="T55" fmla="*/ 58 h 59"/>
                  <a:gd name="T56" fmla="*/ 19 w 56"/>
                  <a:gd name="T57" fmla="*/ 57 h 59"/>
                  <a:gd name="T58" fmla="*/ 25 w 56"/>
                  <a:gd name="T59" fmla="*/ 53 h 59"/>
                  <a:gd name="T60" fmla="*/ 27 w 56"/>
                  <a:gd name="T61" fmla="*/ 53 h 59"/>
                  <a:gd name="T62" fmla="*/ 27 w 56"/>
                  <a:gd name="T63" fmla="*/ 50 h 59"/>
                  <a:gd name="T64" fmla="*/ 28 w 56"/>
                  <a:gd name="T65" fmla="*/ 26 h 59"/>
                  <a:gd name="T66" fmla="*/ 29 w 56"/>
                  <a:gd name="T67" fmla="*/ 50 h 59"/>
                  <a:gd name="T68" fmla="*/ 29 w 56"/>
                  <a:gd name="T69" fmla="*/ 53 h 59"/>
                  <a:gd name="T70" fmla="*/ 31 w 56"/>
                  <a:gd name="T71" fmla="*/ 53 h 59"/>
                  <a:gd name="T72" fmla="*/ 37 w 56"/>
                  <a:gd name="T73" fmla="*/ 57 h 59"/>
                  <a:gd name="T74" fmla="*/ 43 w 56"/>
                  <a:gd name="T75" fmla="*/ 58 h 59"/>
                  <a:gd name="T76" fmla="*/ 55 w 56"/>
                  <a:gd name="T77" fmla="*/ 41 h 59"/>
                  <a:gd name="T78" fmla="*/ 47 w 56"/>
                  <a:gd name="T79" fmla="*/ 44 h 59"/>
                  <a:gd name="T80" fmla="*/ 46 w 56"/>
                  <a:gd name="T81" fmla="*/ 41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56" h="59">
                    <a:moveTo>
                      <a:pt x="46" y="41"/>
                    </a:moveTo>
                    <a:cubicBezTo>
                      <a:pt x="47" y="40"/>
                      <a:pt x="49" y="39"/>
                      <a:pt x="50" y="39"/>
                    </a:cubicBezTo>
                    <a:cubicBezTo>
                      <a:pt x="52" y="38"/>
                      <a:pt x="53" y="38"/>
                      <a:pt x="55" y="37"/>
                    </a:cubicBezTo>
                    <a:cubicBezTo>
                      <a:pt x="55" y="35"/>
                      <a:pt x="56" y="32"/>
                      <a:pt x="55" y="30"/>
                    </a:cubicBezTo>
                    <a:cubicBezTo>
                      <a:pt x="55" y="26"/>
                      <a:pt x="54" y="22"/>
                      <a:pt x="54" y="17"/>
                    </a:cubicBezTo>
                    <a:cubicBezTo>
                      <a:pt x="49" y="20"/>
                      <a:pt x="43" y="22"/>
                      <a:pt x="42" y="28"/>
                    </a:cubicBezTo>
                    <a:cubicBezTo>
                      <a:pt x="41" y="30"/>
                      <a:pt x="39" y="33"/>
                      <a:pt x="37" y="32"/>
                    </a:cubicBezTo>
                    <a:cubicBezTo>
                      <a:pt x="36" y="31"/>
                      <a:pt x="37" y="29"/>
                      <a:pt x="37" y="28"/>
                    </a:cubicBezTo>
                    <a:cubicBezTo>
                      <a:pt x="39" y="25"/>
                      <a:pt x="42" y="23"/>
                      <a:pt x="42" y="20"/>
                    </a:cubicBezTo>
                    <a:cubicBezTo>
                      <a:pt x="42" y="17"/>
                      <a:pt x="40" y="14"/>
                      <a:pt x="38" y="12"/>
                    </a:cubicBezTo>
                    <a:cubicBezTo>
                      <a:pt x="35" y="8"/>
                      <a:pt x="31" y="5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5" y="5"/>
                      <a:pt x="21" y="8"/>
                      <a:pt x="18" y="12"/>
                    </a:cubicBezTo>
                    <a:cubicBezTo>
                      <a:pt x="16" y="14"/>
                      <a:pt x="14" y="17"/>
                      <a:pt x="14" y="20"/>
                    </a:cubicBezTo>
                    <a:cubicBezTo>
                      <a:pt x="14" y="23"/>
                      <a:pt x="17" y="25"/>
                      <a:pt x="18" y="28"/>
                    </a:cubicBezTo>
                    <a:cubicBezTo>
                      <a:pt x="19" y="29"/>
                      <a:pt x="20" y="31"/>
                      <a:pt x="19" y="32"/>
                    </a:cubicBezTo>
                    <a:cubicBezTo>
                      <a:pt x="16" y="33"/>
                      <a:pt x="15" y="30"/>
                      <a:pt x="14" y="28"/>
                    </a:cubicBezTo>
                    <a:cubicBezTo>
                      <a:pt x="13" y="22"/>
                      <a:pt x="7" y="20"/>
                      <a:pt x="2" y="17"/>
                    </a:cubicBezTo>
                    <a:cubicBezTo>
                      <a:pt x="2" y="22"/>
                      <a:pt x="1" y="26"/>
                      <a:pt x="1" y="30"/>
                    </a:cubicBezTo>
                    <a:cubicBezTo>
                      <a:pt x="0" y="32"/>
                      <a:pt x="1" y="35"/>
                      <a:pt x="1" y="37"/>
                    </a:cubicBezTo>
                    <a:cubicBezTo>
                      <a:pt x="3" y="38"/>
                      <a:pt x="4" y="38"/>
                      <a:pt x="6" y="39"/>
                    </a:cubicBezTo>
                    <a:cubicBezTo>
                      <a:pt x="7" y="39"/>
                      <a:pt x="9" y="40"/>
                      <a:pt x="10" y="41"/>
                    </a:cubicBezTo>
                    <a:cubicBezTo>
                      <a:pt x="11" y="42"/>
                      <a:pt x="11" y="44"/>
                      <a:pt x="9" y="44"/>
                    </a:cubicBezTo>
                    <a:cubicBezTo>
                      <a:pt x="6" y="43"/>
                      <a:pt x="4" y="40"/>
                      <a:pt x="1" y="41"/>
                    </a:cubicBezTo>
                    <a:cubicBezTo>
                      <a:pt x="2" y="48"/>
                      <a:pt x="6" y="55"/>
                      <a:pt x="13" y="58"/>
                    </a:cubicBezTo>
                    <a:cubicBezTo>
                      <a:pt x="16" y="59"/>
                      <a:pt x="17" y="59"/>
                      <a:pt x="19" y="57"/>
                    </a:cubicBezTo>
                    <a:cubicBezTo>
                      <a:pt x="21" y="56"/>
                      <a:pt x="22" y="54"/>
                      <a:pt x="25" y="53"/>
                    </a:cubicBezTo>
                    <a:cubicBezTo>
                      <a:pt x="26" y="53"/>
                      <a:pt x="26" y="54"/>
                      <a:pt x="27" y="53"/>
                    </a:cubicBezTo>
                    <a:cubicBezTo>
                      <a:pt x="27" y="52"/>
                      <a:pt x="27" y="51"/>
                      <a:pt x="27" y="50"/>
                    </a:cubicBezTo>
                    <a:cubicBezTo>
                      <a:pt x="27" y="41"/>
                      <a:pt x="28" y="36"/>
                      <a:pt x="28" y="26"/>
                    </a:cubicBezTo>
                    <a:cubicBezTo>
                      <a:pt x="28" y="36"/>
                      <a:pt x="29" y="41"/>
                      <a:pt x="29" y="50"/>
                    </a:cubicBezTo>
                    <a:cubicBezTo>
                      <a:pt x="29" y="51"/>
                      <a:pt x="29" y="52"/>
                      <a:pt x="29" y="53"/>
                    </a:cubicBezTo>
                    <a:cubicBezTo>
                      <a:pt x="29" y="54"/>
                      <a:pt x="30" y="53"/>
                      <a:pt x="31" y="53"/>
                    </a:cubicBezTo>
                    <a:cubicBezTo>
                      <a:pt x="34" y="54"/>
                      <a:pt x="35" y="56"/>
                      <a:pt x="37" y="57"/>
                    </a:cubicBezTo>
                    <a:cubicBezTo>
                      <a:pt x="39" y="59"/>
                      <a:pt x="40" y="59"/>
                      <a:pt x="43" y="58"/>
                    </a:cubicBezTo>
                    <a:cubicBezTo>
                      <a:pt x="50" y="55"/>
                      <a:pt x="54" y="48"/>
                      <a:pt x="55" y="41"/>
                    </a:cubicBezTo>
                    <a:cubicBezTo>
                      <a:pt x="52" y="40"/>
                      <a:pt x="50" y="43"/>
                      <a:pt x="47" y="44"/>
                    </a:cubicBezTo>
                    <a:cubicBezTo>
                      <a:pt x="45" y="44"/>
                      <a:pt x="45" y="42"/>
                      <a:pt x="46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6" name="Rectangle 224"/>
              <p:cNvSpPr>
                <a:spLocks noChangeArrowheads="1"/>
              </p:cNvSpPr>
              <p:nvPr/>
            </p:nvSpPr>
            <p:spPr bwMode="auto">
              <a:xfrm>
                <a:off x="-2755900" y="4983163"/>
                <a:ext cx="15875" cy="666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7" name="Freeform 225"/>
              <p:cNvSpPr/>
              <p:nvPr/>
            </p:nvSpPr>
            <p:spPr bwMode="auto">
              <a:xfrm>
                <a:off x="-1906588" y="4062412"/>
                <a:ext cx="55563" cy="71438"/>
              </a:xfrm>
              <a:custGeom>
                <a:avLst/>
                <a:gdLst>
                  <a:gd name="T0" fmla="*/ 0 w 15"/>
                  <a:gd name="T1" fmla="*/ 0 h 19"/>
                  <a:gd name="T2" fmla="*/ 6 w 15"/>
                  <a:gd name="T3" fmla="*/ 19 h 19"/>
                  <a:gd name="T4" fmla="*/ 15 w 15"/>
                  <a:gd name="T5" fmla="*/ 0 h 19"/>
                  <a:gd name="T6" fmla="*/ 0 w 15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19">
                    <a:moveTo>
                      <a:pt x="0" y="0"/>
                    </a:moveTo>
                    <a:cubicBezTo>
                      <a:pt x="0" y="8"/>
                      <a:pt x="3" y="15"/>
                      <a:pt x="6" y="19"/>
                    </a:cubicBezTo>
                    <a:cubicBezTo>
                      <a:pt x="11" y="14"/>
                      <a:pt x="15" y="8"/>
                      <a:pt x="15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8" name="Freeform 226"/>
              <p:cNvSpPr/>
              <p:nvPr/>
            </p:nvSpPr>
            <p:spPr bwMode="auto">
              <a:xfrm>
                <a:off x="-1906588" y="3971925"/>
                <a:ext cx="55563" cy="71438"/>
              </a:xfrm>
              <a:custGeom>
                <a:avLst/>
                <a:gdLst>
                  <a:gd name="T0" fmla="*/ 6 w 15"/>
                  <a:gd name="T1" fmla="*/ 0 h 19"/>
                  <a:gd name="T2" fmla="*/ 0 w 15"/>
                  <a:gd name="T3" fmla="*/ 19 h 19"/>
                  <a:gd name="T4" fmla="*/ 15 w 15"/>
                  <a:gd name="T5" fmla="*/ 19 h 19"/>
                  <a:gd name="T6" fmla="*/ 6 w 15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19">
                    <a:moveTo>
                      <a:pt x="6" y="0"/>
                    </a:moveTo>
                    <a:cubicBezTo>
                      <a:pt x="3" y="5"/>
                      <a:pt x="0" y="11"/>
                      <a:pt x="0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1"/>
                      <a:pt x="11" y="5"/>
                      <a:pt x="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19" name="Freeform 227"/>
              <p:cNvSpPr/>
              <p:nvPr/>
            </p:nvSpPr>
            <p:spPr bwMode="auto">
              <a:xfrm>
                <a:off x="-1951038" y="3941762"/>
                <a:ext cx="52388" cy="101600"/>
              </a:xfrm>
              <a:custGeom>
                <a:avLst/>
                <a:gdLst>
                  <a:gd name="T0" fmla="*/ 0 w 14"/>
                  <a:gd name="T1" fmla="*/ 0 h 27"/>
                  <a:gd name="T2" fmla="*/ 0 w 14"/>
                  <a:gd name="T3" fmla="*/ 27 h 27"/>
                  <a:gd name="T4" fmla="*/ 7 w 14"/>
                  <a:gd name="T5" fmla="*/ 27 h 27"/>
                  <a:gd name="T6" fmla="*/ 14 w 14"/>
                  <a:gd name="T7" fmla="*/ 5 h 27"/>
                  <a:gd name="T8" fmla="*/ 0 w 14"/>
                  <a:gd name="T9" fmla="*/ 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7">
                    <a:moveTo>
                      <a:pt x="0" y="0"/>
                    </a:moveTo>
                    <a:cubicBezTo>
                      <a:pt x="0" y="27"/>
                      <a:pt x="0" y="27"/>
                      <a:pt x="0" y="27"/>
                    </a:cubicBezTo>
                    <a:cubicBezTo>
                      <a:pt x="7" y="27"/>
                      <a:pt x="7" y="27"/>
                      <a:pt x="7" y="27"/>
                    </a:cubicBezTo>
                    <a:cubicBezTo>
                      <a:pt x="7" y="18"/>
                      <a:pt x="10" y="10"/>
                      <a:pt x="14" y="5"/>
                    </a:cubicBezTo>
                    <a:cubicBezTo>
                      <a:pt x="10" y="2"/>
                      <a:pt x="5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0" name="Freeform 228"/>
              <p:cNvSpPr/>
              <p:nvPr/>
            </p:nvSpPr>
            <p:spPr bwMode="auto">
              <a:xfrm>
                <a:off x="-2022475" y="4062412"/>
                <a:ext cx="52388" cy="101600"/>
              </a:xfrm>
              <a:custGeom>
                <a:avLst/>
                <a:gdLst>
                  <a:gd name="T0" fmla="*/ 14 w 14"/>
                  <a:gd name="T1" fmla="*/ 27 h 27"/>
                  <a:gd name="T2" fmla="*/ 14 w 14"/>
                  <a:gd name="T3" fmla="*/ 0 h 27"/>
                  <a:gd name="T4" fmla="*/ 7 w 14"/>
                  <a:gd name="T5" fmla="*/ 0 h 27"/>
                  <a:gd name="T6" fmla="*/ 0 w 14"/>
                  <a:gd name="T7" fmla="*/ 22 h 27"/>
                  <a:gd name="T8" fmla="*/ 14 w 14"/>
                  <a:gd name="T9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7">
                    <a:moveTo>
                      <a:pt x="14" y="27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9"/>
                      <a:pt x="4" y="17"/>
                      <a:pt x="0" y="22"/>
                    </a:cubicBezTo>
                    <a:cubicBezTo>
                      <a:pt x="4" y="25"/>
                      <a:pt x="9" y="27"/>
                      <a:pt x="14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1" name="Freeform 229"/>
              <p:cNvSpPr/>
              <p:nvPr/>
            </p:nvSpPr>
            <p:spPr bwMode="auto">
              <a:xfrm>
                <a:off x="-2022475" y="3941762"/>
                <a:ext cx="52388" cy="101600"/>
              </a:xfrm>
              <a:custGeom>
                <a:avLst/>
                <a:gdLst>
                  <a:gd name="T0" fmla="*/ 7 w 14"/>
                  <a:gd name="T1" fmla="*/ 27 h 27"/>
                  <a:gd name="T2" fmla="*/ 14 w 14"/>
                  <a:gd name="T3" fmla="*/ 27 h 27"/>
                  <a:gd name="T4" fmla="*/ 14 w 14"/>
                  <a:gd name="T5" fmla="*/ 0 h 27"/>
                  <a:gd name="T6" fmla="*/ 0 w 14"/>
                  <a:gd name="T7" fmla="*/ 5 h 27"/>
                  <a:gd name="T8" fmla="*/ 7 w 14"/>
                  <a:gd name="T9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7">
                    <a:moveTo>
                      <a:pt x="7" y="27"/>
                    </a:moveTo>
                    <a:cubicBezTo>
                      <a:pt x="14" y="27"/>
                      <a:pt x="14" y="27"/>
                      <a:pt x="14" y="27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9" y="0"/>
                      <a:pt x="4" y="2"/>
                      <a:pt x="0" y="5"/>
                    </a:cubicBezTo>
                    <a:cubicBezTo>
                      <a:pt x="4" y="10"/>
                      <a:pt x="7" y="18"/>
                      <a:pt x="7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2" name="Freeform 230"/>
              <p:cNvSpPr/>
              <p:nvPr/>
            </p:nvSpPr>
            <p:spPr bwMode="auto">
              <a:xfrm>
                <a:off x="-2071688" y="4062412"/>
                <a:ext cx="55563" cy="71438"/>
              </a:xfrm>
              <a:custGeom>
                <a:avLst/>
                <a:gdLst>
                  <a:gd name="T0" fmla="*/ 10 w 15"/>
                  <a:gd name="T1" fmla="*/ 19 h 19"/>
                  <a:gd name="T2" fmla="*/ 15 w 15"/>
                  <a:gd name="T3" fmla="*/ 0 h 19"/>
                  <a:gd name="T4" fmla="*/ 0 w 15"/>
                  <a:gd name="T5" fmla="*/ 0 h 19"/>
                  <a:gd name="T6" fmla="*/ 10 w 15"/>
                  <a:gd name="T7" fmla="*/ 19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19">
                    <a:moveTo>
                      <a:pt x="10" y="19"/>
                    </a:moveTo>
                    <a:cubicBezTo>
                      <a:pt x="13" y="14"/>
                      <a:pt x="15" y="8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8"/>
                      <a:pt x="4" y="14"/>
                      <a:pt x="10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3" name="Freeform 231"/>
              <p:cNvSpPr/>
              <p:nvPr/>
            </p:nvSpPr>
            <p:spPr bwMode="auto">
              <a:xfrm>
                <a:off x="-2071688" y="3971925"/>
                <a:ext cx="55563" cy="71438"/>
              </a:xfrm>
              <a:custGeom>
                <a:avLst/>
                <a:gdLst>
                  <a:gd name="T0" fmla="*/ 10 w 15"/>
                  <a:gd name="T1" fmla="*/ 0 h 19"/>
                  <a:gd name="T2" fmla="*/ 0 w 15"/>
                  <a:gd name="T3" fmla="*/ 19 h 19"/>
                  <a:gd name="T4" fmla="*/ 15 w 15"/>
                  <a:gd name="T5" fmla="*/ 19 h 19"/>
                  <a:gd name="T6" fmla="*/ 10 w 15"/>
                  <a:gd name="T7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" h="19">
                    <a:moveTo>
                      <a:pt x="10" y="0"/>
                    </a:moveTo>
                    <a:cubicBezTo>
                      <a:pt x="4" y="5"/>
                      <a:pt x="1" y="12"/>
                      <a:pt x="0" y="19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1"/>
                      <a:pt x="13" y="5"/>
                      <a:pt x="1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4" name="Freeform 232"/>
              <p:cNvSpPr/>
              <p:nvPr/>
            </p:nvSpPr>
            <p:spPr bwMode="auto">
              <a:xfrm>
                <a:off x="-1951038" y="4062412"/>
                <a:ext cx="52388" cy="101600"/>
              </a:xfrm>
              <a:custGeom>
                <a:avLst/>
                <a:gdLst>
                  <a:gd name="T0" fmla="*/ 0 w 14"/>
                  <a:gd name="T1" fmla="*/ 27 h 27"/>
                  <a:gd name="T2" fmla="*/ 14 w 14"/>
                  <a:gd name="T3" fmla="*/ 22 h 27"/>
                  <a:gd name="T4" fmla="*/ 7 w 14"/>
                  <a:gd name="T5" fmla="*/ 0 h 27"/>
                  <a:gd name="T6" fmla="*/ 0 w 14"/>
                  <a:gd name="T7" fmla="*/ 0 h 27"/>
                  <a:gd name="T8" fmla="*/ 0 w 14"/>
                  <a:gd name="T9" fmla="*/ 2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27">
                    <a:moveTo>
                      <a:pt x="0" y="27"/>
                    </a:moveTo>
                    <a:cubicBezTo>
                      <a:pt x="5" y="27"/>
                      <a:pt x="10" y="25"/>
                      <a:pt x="14" y="22"/>
                    </a:cubicBezTo>
                    <a:cubicBezTo>
                      <a:pt x="10" y="17"/>
                      <a:pt x="7" y="9"/>
                      <a:pt x="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5" name="Freeform 233"/>
              <p:cNvSpPr>
                <a:spLocks noEditPoints="1"/>
              </p:cNvSpPr>
              <p:nvPr/>
            </p:nvSpPr>
            <p:spPr bwMode="auto">
              <a:xfrm>
                <a:off x="-2184400" y="742950"/>
                <a:ext cx="296863" cy="296863"/>
              </a:xfrm>
              <a:custGeom>
                <a:avLst/>
                <a:gdLst>
                  <a:gd name="T0" fmla="*/ 40 w 79"/>
                  <a:gd name="T1" fmla="*/ 79 h 79"/>
                  <a:gd name="T2" fmla="*/ 79 w 79"/>
                  <a:gd name="T3" fmla="*/ 40 h 79"/>
                  <a:gd name="T4" fmla="*/ 40 w 79"/>
                  <a:gd name="T5" fmla="*/ 0 h 79"/>
                  <a:gd name="T6" fmla="*/ 40 w 79"/>
                  <a:gd name="T7" fmla="*/ 0 h 79"/>
                  <a:gd name="T8" fmla="*/ 40 w 79"/>
                  <a:gd name="T9" fmla="*/ 28 h 79"/>
                  <a:gd name="T10" fmla="*/ 60 w 79"/>
                  <a:gd name="T11" fmla="*/ 20 h 79"/>
                  <a:gd name="T12" fmla="*/ 47 w 79"/>
                  <a:gd name="T13" fmla="*/ 47 h 79"/>
                  <a:gd name="T14" fmla="*/ 40 w 79"/>
                  <a:gd name="T15" fmla="*/ 51 h 79"/>
                  <a:gd name="T16" fmla="*/ 40 w 79"/>
                  <a:gd name="T17" fmla="*/ 79 h 79"/>
                  <a:gd name="T18" fmla="*/ 40 w 79"/>
                  <a:gd name="T19" fmla="*/ 0 h 79"/>
                  <a:gd name="T20" fmla="*/ 0 w 79"/>
                  <a:gd name="T21" fmla="*/ 40 h 79"/>
                  <a:gd name="T22" fmla="*/ 40 w 79"/>
                  <a:gd name="T23" fmla="*/ 79 h 79"/>
                  <a:gd name="T24" fmla="*/ 40 w 79"/>
                  <a:gd name="T25" fmla="*/ 51 h 79"/>
                  <a:gd name="T26" fmla="*/ 20 w 79"/>
                  <a:gd name="T27" fmla="*/ 60 h 79"/>
                  <a:gd name="T28" fmla="*/ 32 w 79"/>
                  <a:gd name="T29" fmla="*/ 32 h 79"/>
                  <a:gd name="T30" fmla="*/ 32 w 79"/>
                  <a:gd name="T31" fmla="*/ 32 h 79"/>
                  <a:gd name="T32" fmla="*/ 40 w 79"/>
                  <a:gd name="T33" fmla="*/ 28 h 79"/>
                  <a:gd name="T34" fmla="*/ 40 w 79"/>
                  <a:gd name="T35" fmla="*/ 0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9" h="79">
                    <a:moveTo>
                      <a:pt x="40" y="79"/>
                    </a:moveTo>
                    <a:cubicBezTo>
                      <a:pt x="61" y="79"/>
                      <a:pt x="79" y="61"/>
                      <a:pt x="79" y="40"/>
                    </a:cubicBezTo>
                    <a:cubicBezTo>
                      <a:pt x="79" y="18"/>
                      <a:pt x="61" y="0"/>
                      <a:pt x="40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40" y="28"/>
                      <a:pt x="40" y="28"/>
                      <a:pt x="40" y="28"/>
                    </a:cubicBezTo>
                    <a:cubicBezTo>
                      <a:pt x="60" y="20"/>
                      <a:pt x="60" y="20"/>
                      <a:pt x="60" y="20"/>
                    </a:cubicBezTo>
                    <a:cubicBezTo>
                      <a:pt x="47" y="47"/>
                      <a:pt x="47" y="47"/>
                      <a:pt x="47" y="47"/>
                    </a:cubicBezTo>
                    <a:cubicBezTo>
                      <a:pt x="40" y="51"/>
                      <a:pt x="40" y="51"/>
                      <a:pt x="40" y="51"/>
                    </a:cubicBezTo>
                    <a:cubicBezTo>
                      <a:pt x="40" y="79"/>
                      <a:pt x="40" y="79"/>
                      <a:pt x="40" y="79"/>
                    </a:cubicBezTo>
                    <a:close/>
                    <a:moveTo>
                      <a:pt x="40" y="0"/>
                    </a:moveTo>
                    <a:cubicBezTo>
                      <a:pt x="18" y="0"/>
                      <a:pt x="0" y="18"/>
                      <a:pt x="0" y="40"/>
                    </a:cubicBezTo>
                    <a:cubicBezTo>
                      <a:pt x="0" y="61"/>
                      <a:pt x="18" y="79"/>
                      <a:pt x="40" y="79"/>
                    </a:cubicBezTo>
                    <a:cubicBezTo>
                      <a:pt x="40" y="51"/>
                      <a:pt x="40" y="51"/>
                      <a:pt x="40" y="51"/>
                    </a:cubicBezTo>
                    <a:cubicBezTo>
                      <a:pt x="20" y="60"/>
                      <a:pt x="20" y="60"/>
                      <a:pt x="20" y="60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32" y="32"/>
                      <a:pt x="32" y="32"/>
                      <a:pt x="32" y="32"/>
                    </a:cubicBezTo>
                    <a:cubicBezTo>
                      <a:pt x="40" y="28"/>
                      <a:pt x="40" y="28"/>
                      <a:pt x="40" y="28"/>
                    </a:cubicBezTo>
                    <a:lnTo>
                      <a:pt x="4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6" name="Oval 234"/>
              <p:cNvSpPr>
                <a:spLocks noChangeArrowheads="1"/>
              </p:cNvSpPr>
              <p:nvPr/>
            </p:nvSpPr>
            <p:spPr bwMode="auto">
              <a:xfrm>
                <a:off x="-2052638" y="874712"/>
                <a:ext cx="33338" cy="333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7" name="Freeform 235"/>
              <p:cNvSpPr>
                <a:spLocks noEditPoints="1"/>
              </p:cNvSpPr>
              <p:nvPr/>
            </p:nvSpPr>
            <p:spPr bwMode="auto">
              <a:xfrm>
                <a:off x="-4738688" y="6694488"/>
                <a:ext cx="239713" cy="120650"/>
              </a:xfrm>
              <a:custGeom>
                <a:avLst/>
                <a:gdLst>
                  <a:gd name="T0" fmla="*/ 55 w 64"/>
                  <a:gd name="T1" fmla="*/ 23 h 32"/>
                  <a:gd name="T2" fmla="*/ 64 w 64"/>
                  <a:gd name="T3" fmla="*/ 12 h 32"/>
                  <a:gd name="T4" fmla="*/ 55 w 64"/>
                  <a:gd name="T5" fmla="*/ 1 h 32"/>
                  <a:gd name="T6" fmla="*/ 55 w 64"/>
                  <a:gd name="T7" fmla="*/ 6 h 32"/>
                  <a:gd name="T8" fmla="*/ 59 w 64"/>
                  <a:gd name="T9" fmla="*/ 12 h 32"/>
                  <a:gd name="T10" fmla="*/ 55 w 64"/>
                  <a:gd name="T11" fmla="*/ 18 h 32"/>
                  <a:gd name="T12" fmla="*/ 55 w 64"/>
                  <a:gd name="T13" fmla="*/ 23 h 32"/>
                  <a:gd name="T14" fmla="*/ 27 w 64"/>
                  <a:gd name="T15" fmla="*/ 32 h 32"/>
                  <a:gd name="T16" fmla="*/ 48 w 64"/>
                  <a:gd name="T17" fmla="*/ 22 h 32"/>
                  <a:gd name="T18" fmla="*/ 53 w 64"/>
                  <a:gd name="T19" fmla="*/ 23 h 32"/>
                  <a:gd name="T20" fmla="*/ 55 w 64"/>
                  <a:gd name="T21" fmla="*/ 23 h 32"/>
                  <a:gd name="T22" fmla="*/ 55 w 64"/>
                  <a:gd name="T23" fmla="*/ 18 h 32"/>
                  <a:gd name="T24" fmla="*/ 53 w 64"/>
                  <a:gd name="T25" fmla="*/ 18 h 32"/>
                  <a:gd name="T26" fmla="*/ 51 w 64"/>
                  <a:gd name="T27" fmla="*/ 18 h 32"/>
                  <a:gd name="T28" fmla="*/ 54 w 64"/>
                  <a:gd name="T29" fmla="*/ 5 h 32"/>
                  <a:gd name="T30" fmla="*/ 54 w 64"/>
                  <a:gd name="T31" fmla="*/ 5 h 32"/>
                  <a:gd name="T32" fmla="*/ 54 w 64"/>
                  <a:gd name="T33" fmla="*/ 5 h 32"/>
                  <a:gd name="T34" fmla="*/ 55 w 64"/>
                  <a:gd name="T35" fmla="*/ 6 h 32"/>
                  <a:gd name="T36" fmla="*/ 55 w 64"/>
                  <a:gd name="T37" fmla="*/ 1 h 32"/>
                  <a:gd name="T38" fmla="*/ 53 w 64"/>
                  <a:gd name="T39" fmla="*/ 0 h 32"/>
                  <a:gd name="T40" fmla="*/ 53 w 64"/>
                  <a:gd name="T41" fmla="*/ 0 h 32"/>
                  <a:gd name="T42" fmla="*/ 1 w 64"/>
                  <a:gd name="T43" fmla="*/ 0 h 32"/>
                  <a:gd name="T44" fmla="*/ 0 w 64"/>
                  <a:gd name="T45" fmla="*/ 5 h 32"/>
                  <a:gd name="T46" fmla="*/ 27 w 64"/>
                  <a:gd name="T47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64" h="32">
                    <a:moveTo>
                      <a:pt x="55" y="23"/>
                    </a:moveTo>
                    <a:cubicBezTo>
                      <a:pt x="60" y="22"/>
                      <a:pt x="64" y="17"/>
                      <a:pt x="64" y="12"/>
                    </a:cubicBezTo>
                    <a:cubicBezTo>
                      <a:pt x="64" y="6"/>
                      <a:pt x="60" y="2"/>
                      <a:pt x="55" y="1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57" y="7"/>
                      <a:pt x="59" y="9"/>
                      <a:pt x="59" y="12"/>
                    </a:cubicBezTo>
                    <a:cubicBezTo>
                      <a:pt x="59" y="14"/>
                      <a:pt x="57" y="17"/>
                      <a:pt x="55" y="18"/>
                    </a:cubicBezTo>
                    <a:lnTo>
                      <a:pt x="55" y="23"/>
                    </a:lnTo>
                    <a:close/>
                    <a:moveTo>
                      <a:pt x="27" y="32"/>
                    </a:moveTo>
                    <a:cubicBezTo>
                      <a:pt x="35" y="32"/>
                      <a:pt x="43" y="28"/>
                      <a:pt x="48" y="22"/>
                    </a:cubicBezTo>
                    <a:cubicBezTo>
                      <a:pt x="49" y="23"/>
                      <a:pt x="51" y="23"/>
                      <a:pt x="53" y="23"/>
                    </a:cubicBezTo>
                    <a:cubicBezTo>
                      <a:pt x="53" y="23"/>
                      <a:pt x="54" y="23"/>
                      <a:pt x="55" y="23"/>
                    </a:cubicBezTo>
                    <a:cubicBezTo>
                      <a:pt x="55" y="18"/>
                      <a:pt x="55" y="18"/>
                      <a:pt x="55" y="18"/>
                    </a:cubicBezTo>
                    <a:cubicBezTo>
                      <a:pt x="54" y="18"/>
                      <a:pt x="53" y="18"/>
                      <a:pt x="53" y="18"/>
                    </a:cubicBezTo>
                    <a:cubicBezTo>
                      <a:pt x="52" y="18"/>
                      <a:pt x="51" y="18"/>
                      <a:pt x="51" y="18"/>
                    </a:cubicBezTo>
                    <a:cubicBezTo>
                      <a:pt x="52" y="14"/>
                      <a:pt x="54" y="10"/>
                      <a:pt x="54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5"/>
                      <a:pt x="54" y="5"/>
                      <a:pt x="54" y="5"/>
                    </a:cubicBezTo>
                    <a:cubicBezTo>
                      <a:pt x="54" y="5"/>
                      <a:pt x="54" y="6"/>
                      <a:pt x="55" y="6"/>
                    </a:cubicBezTo>
                    <a:cubicBezTo>
                      <a:pt x="55" y="1"/>
                      <a:pt x="55" y="1"/>
                      <a:pt x="55" y="1"/>
                    </a:cubicBezTo>
                    <a:cubicBezTo>
                      <a:pt x="54" y="0"/>
                      <a:pt x="54" y="0"/>
                      <a:pt x="53" y="0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2"/>
                      <a:pt x="0" y="4"/>
                      <a:pt x="0" y="5"/>
                    </a:cubicBezTo>
                    <a:cubicBezTo>
                      <a:pt x="0" y="20"/>
                      <a:pt x="12" y="32"/>
                      <a:pt x="27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8" name="Rectangle 236"/>
              <p:cNvSpPr>
                <a:spLocks noChangeArrowheads="1"/>
              </p:cNvSpPr>
              <p:nvPr/>
            </p:nvSpPr>
            <p:spPr bwMode="auto">
              <a:xfrm>
                <a:off x="-4738688" y="6826250"/>
                <a:ext cx="217488" cy="190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29" name="Freeform 237"/>
              <p:cNvSpPr/>
              <p:nvPr/>
            </p:nvSpPr>
            <p:spPr bwMode="auto">
              <a:xfrm>
                <a:off x="-4689475" y="6589713"/>
                <a:ext cx="41275" cy="101600"/>
              </a:xfrm>
              <a:custGeom>
                <a:avLst/>
                <a:gdLst>
                  <a:gd name="T0" fmla="*/ 4 w 11"/>
                  <a:gd name="T1" fmla="*/ 20 h 27"/>
                  <a:gd name="T2" fmla="*/ 5 w 11"/>
                  <a:gd name="T3" fmla="*/ 25 h 27"/>
                  <a:gd name="T4" fmla="*/ 10 w 11"/>
                  <a:gd name="T5" fmla="*/ 16 h 27"/>
                  <a:gd name="T6" fmla="*/ 7 w 11"/>
                  <a:gd name="T7" fmla="*/ 11 h 27"/>
                  <a:gd name="T8" fmla="*/ 7 w 11"/>
                  <a:gd name="T9" fmla="*/ 7 h 27"/>
                  <a:gd name="T10" fmla="*/ 4 w 11"/>
                  <a:gd name="T11" fmla="*/ 2 h 27"/>
                  <a:gd name="T12" fmla="*/ 2 w 11"/>
                  <a:gd name="T13" fmla="*/ 11 h 27"/>
                  <a:gd name="T14" fmla="*/ 4 w 11"/>
                  <a:gd name="T15" fmla="*/ 2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27">
                    <a:moveTo>
                      <a:pt x="4" y="20"/>
                    </a:moveTo>
                    <a:cubicBezTo>
                      <a:pt x="1" y="21"/>
                      <a:pt x="2" y="27"/>
                      <a:pt x="5" y="25"/>
                    </a:cubicBezTo>
                    <a:cubicBezTo>
                      <a:pt x="9" y="24"/>
                      <a:pt x="11" y="20"/>
                      <a:pt x="10" y="16"/>
                    </a:cubicBezTo>
                    <a:cubicBezTo>
                      <a:pt x="9" y="14"/>
                      <a:pt x="8" y="13"/>
                      <a:pt x="7" y="11"/>
                    </a:cubicBezTo>
                    <a:cubicBezTo>
                      <a:pt x="7" y="10"/>
                      <a:pt x="6" y="8"/>
                      <a:pt x="7" y="7"/>
                    </a:cubicBezTo>
                    <a:cubicBezTo>
                      <a:pt x="10" y="5"/>
                      <a:pt x="7" y="0"/>
                      <a:pt x="4" y="2"/>
                    </a:cubicBezTo>
                    <a:cubicBezTo>
                      <a:pt x="1" y="4"/>
                      <a:pt x="0" y="8"/>
                      <a:pt x="2" y="11"/>
                    </a:cubicBezTo>
                    <a:cubicBezTo>
                      <a:pt x="2" y="13"/>
                      <a:pt x="6" y="19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0" name="Freeform 238"/>
              <p:cNvSpPr/>
              <p:nvPr/>
            </p:nvSpPr>
            <p:spPr bwMode="auto">
              <a:xfrm>
                <a:off x="-4633913" y="6589713"/>
                <a:ext cx="41275" cy="101600"/>
              </a:xfrm>
              <a:custGeom>
                <a:avLst/>
                <a:gdLst>
                  <a:gd name="T0" fmla="*/ 4 w 11"/>
                  <a:gd name="T1" fmla="*/ 20 h 27"/>
                  <a:gd name="T2" fmla="*/ 5 w 11"/>
                  <a:gd name="T3" fmla="*/ 25 h 27"/>
                  <a:gd name="T4" fmla="*/ 10 w 11"/>
                  <a:gd name="T5" fmla="*/ 16 h 27"/>
                  <a:gd name="T6" fmla="*/ 7 w 11"/>
                  <a:gd name="T7" fmla="*/ 11 h 27"/>
                  <a:gd name="T8" fmla="*/ 7 w 11"/>
                  <a:gd name="T9" fmla="*/ 7 h 27"/>
                  <a:gd name="T10" fmla="*/ 4 w 11"/>
                  <a:gd name="T11" fmla="*/ 2 h 27"/>
                  <a:gd name="T12" fmla="*/ 2 w 11"/>
                  <a:gd name="T13" fmla="*/ 11 h 27"/>
                  <a:gd name="T14" fmla="*/ 4 w 11"/>
                  <a:gd name="T15" fmla="*/ 20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27">
                    <a:moveTo>
                      <a:pt x="4" y="20"/>
                    </a:moveTo>
                    <a:cubicBezTo>
                      <a:pt x="1" y="21"/>
                      <a:pt x="2" y="27"/>
                      <a:pt x="5" y="25"/>
                    </a:cubicBezTo>
                    <a:cubicBezTo>
                      <a:pt x="9" y="24"/>
                      <a:pt x="11" y="20"/>
                      <a:pt x="10" y="16"/>
                    </a:cubicBezTo>
                    <a:cubicBezTo>
                      <a:pt x="9" y="14"/>
                      <a:pt x="8" y="13"/>
                      <a:pt x="7" y="11"/>
                    </a:cubicBezTo>
                    <a:cubicBezTo>
                      <a:pt x="7" y="10"/>
                      <a:pt x="6" y="8"/>
                      <a:pt x="7" y="7"/>
                    </a:cubicBezTo>
                    <a:cubicBezTo>
                      <a:pt x="10" y="5"/>
                      <a:pt x="7" y="0"/>
                      <a:pt x="4" y="2"/>
                    </a:cubicBezTo>
                    <a:cubicBezTo>
                      <a:pt x="1" y="4"/>
                      <a:pt x="0" y="8"/>
                      <a:pt x="2" y="11"/>
                    </a:cubicBezTo>
                    <a:cubicBezTo>
                      <a:pt x="2" y="13"/>
                      <a:pt x="6" y="19"/>
                      <a:pt x="4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1" name="Oval 239"/>
              <p:cNvSpPr>
                <a:spLocks noChangeArrowheads="1"/>
              </p:cNvSpPr>
              <p:nvPr/>
            </p:nvSpPr>
            <p:spPr bwMode="auto">
              <a:xfrm>
                <a:off x="-1335088" y="2593975"/>
                <a:ext cx="22225" cy="2698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2" name="Oval 240"/>
              <p:cNvSpPr>
                <a:spLocks noChangeArrowheads="1"/>
              </p:cNvSpPr>
              <p:nvPr/>
            </p:nvSpPr>
            <p:spPr bwMode="auto">
              <a:xfrm>
                <a:off x="-1312863" y="2568575"/>
                <a:ext cx="22225" cy="174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3" name="Oval 241"/>
              <p:cNvSpPr>
                <a:spLocks noChangeArrowheads="1"/>
              </p:cNvSpPr>
              <p:nvPr/>
            </p:nvSpPr>
            <p:spPr bwMode="auto">
              <a:xfrm>
                <a:off x="-1331913" y="2533650"/>
                <a:ext cx="14288" cy="158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4" name="Oval 242"/>
              <p:cNvSpPr>
                <a:spLocks noChangeArrowheads="1"/>
              </p:cNvSpPr>
              <p:nvPr/>
            </p:nvSpPr>
            <p:spPr bwMode="auto">
              <a:xfrm>
                <a:off x="-1335088" y="2478087"/>
                <a:ext cx="22225" cy="254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5" name="Freeform 243"/>
              <p:cNvSpPr>
                <a:spLocks noEditPoints="1"/>
              </p:cNvSpPr>
              <p:nvPr/>
            </p:nvSpPr>
            <p:spPr bwMode="auto">
              <a:xfrm>
                <a:off x="-1373188" y="2365375"/>
                <a:ext cx="127000" cy="285750"/>
              </a:xfrm>
              <a:custGeom>
                <a:avLst/>
                <a:gdLst>
                  <a:gd name="T0" fmla="*/ 19 w 34"/>
                  <a:gd name="T1" fmla="*/ 4 h 76"/>
                  <a:gd name="T2" fmla="*/ 18 w 34"/>
                  <a:gd name="T3" fmla="*/ 7 h 76"/>
                  <a:gd name="T4" fmla="*/ 18 w 34"/>
                  <a:gd name="T5" fmla="*/ 11 h 76"/>
                  <a:gd name="T6" fmla="*/ 16 w 34"/>
                  <a:gd name="T7" fmla="*/ 11 h 76"/>
                  <a:gd name="T8" fmla="*/ 16 w 34"/>
                  <a:gd name="T9" fmla="*/ 25 h 76"/>
                  <a:gd name="T10" fmla="*/ 18 w 34"/>
                  <a:gd name="T11" fmla="*/ 25 h 76"/>
                  <a:gd name="T12" fmla="*/ 18 w 34"/>
                  <a:gd name="T13" fmla="*/ 35 h 76"/>
                  <a:gd name="T14" fmla="*/ 18 w 34"/>
                  <a:gd name="T15" fmla="*/ 39 h 76"/>
                  <a:gd name="T16" fmla="*/ 21 w 34"/>
                  <a:gd name="T17" fmla="*/ 42 h 76"/>
                  <a:gd name="T18" fmla="*/ 21 w 34"/>
                  <a:gd name="T19" fmla="*/ 42 h 76"/>
                  <a:gd name="T20" fmla="*/ 24 w 34"/>
                  <a:gd name="T21" fmla="*/ 39 h 76"/>
                  <a:gd name="T22" fmla="*/ 24 w 34"/>
                  <a:gd name="T23" fmla="*/ 25 h 76"/>
                  <a:gd name="T24" fmla="*/ 26 w 34"/>
                  <a:gd name="T25" fmla="*/ 25 h 76"/>
                  <a:gd name="T26" fmla="*/ 26 w 34"/>
                  <a:gd name="T27" fmla="*/ 25 h 76"/>
                  <a:gd name="T28" fmla="*/ 26 w 34"/>
                  <a:gd name="T29" fmla="*/ 69 h 76"/>
                  <a:gd name="T30" fmla="*/ 16 w 34"/>
                  <a:gd name="T31" fmla="*/ 69 h 76"/>
                  <a:gd name="T32" fmla="*/ 16 w 34"/>
                  <a:gd name="T33" fmla="*/ 76 h 76"/>
                  <a:gd name="T34" fmla="*/ 32 w 34"/>
                  <a:gd name="T35" fmla="*/ 76 h 76"/>
                  <a:gd name="T36" fmla="*/ 32 w 34"/>
                  <a:gd name="T37" fmla="*/ 11 h 76"/>
                  <a:gd name="T38" fmla="*/ 24 w 34"/>
                  <a:gd name="T39" fmla="*/ 11 h 76"/>
                  <a:gd name="T40" fmla="*/ 24 w 34"/>
                  <a:gd name="T41" fmla="*/ 8 h 76"/>
                  <a:gd name="T42" fmla="*/ 31 w 34"/>
                  <a:gd name="T43" fmla="*/ 6 h 76"/>
                  <a:gd name="T44" fmla="*/ 34 w 34"/>
                  <a:gd name="T45" fmla="*/ 3 h 76"/>
                  <a:gd name="T46" fmla="*/ 30 w 34"/>
                  <a:gd name="T47" fmla="*/ 0 h 76"/>
                  <a:gd name="T48" fmla="*/ 21 w 34"/>
                  <a:gd name="T49" fmla="*/ 3 h 76"/>
                  <a:gd name="T50" fmla="*/ 19 w 34"/>
                  <a:gd name="T51" fmla="*/ 4 h 76"/>
                  <a:gd name="T52" fmla="*/ 16 w 34"/>
                  <a:gd name="T53" fmla="*/ 11 h 76"/>
                  <a:gd name="T54" fmla="*/ 0 w 34"/>
                  <a:gd name="T55" fmla="*/ 11 h 76"/>
                  <a:gd name="T56" fmla="*/ 0 w 34"/>
                  <a:gd name="T57" fmla="*/ 76 h 76"/>
                  <a:gd name="T58" fmla="*/ 16 w 34"/>
                  <a:gd name="T59" fmla="*/ 76 h 76"/>
                  <a:gd name="T60" fmla="*/ 16 w 34"/>
                  <a:gd name="T61" fmla="*/ 69 h 76"/>
                  <a:gd name="T62" fmla="*/ 7 w 34"/>
                  <a:gd name="T63" fmla="*/ 69 h 76"/>
                  <a:gd name="T64" fmla="*/ 7 w 34"/>
                  <a:gd name="T65" fmla="*/ 25 h 76"/>
                  <a:gd name="T66" fmla="*/ 16 w 34"/>
                  <a:gd name="T67" fmla="*/ 25 h 76"/>
                  <a:gd name="T68" fmla="*/ 16 w 34"/>
                  <a:gd name="T69" fmla="*/ 11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34" h="76">
                    <a:moveTo>
                      <a:pt x="19" y="4"/>
                    </a:moveTo>
                    <a:cubicBezTo>
                      <a:pt x="18" y="5"/>
                      <a:pt x="18" y="6"/>
                      <a:pt x="18" y="7"/>
                    </a:cubicBezTo>
                    <a:cubicBezTo>
                      <a:pt x="18" y="7"/>
                      <a:pt x="18" y="9"/>
                      <a:pt x="18" y="11"/>
                    </a:cubicBezTo>
                    <a:cubicBezTo>
                      <a:pt x="16" y="11"/>
                      <a:pt x="16" y="11"/>
                      <a:pt x="16" y="11"/>
                    </a:cubicBezTo>
                    <a:cubicBezTo>
                      <a:pt x="16" y="25"/>
                      <a:pt x="16" y="25"/>
                      <a:pt x="16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30"/>
                      <a:pt x="18" y="34"/>
                      <a:pt x="18" y="35"/>
                    </a:cubicBezTo>
                    <a:cubicBezTo>
                      <a:pt x="18" y="36"/>
                      <a:pt x="18" y="39"/>
                      <a:pt x="18" y="39"/>
                    </a:cubicBezTo>
                    <a:cubicBezTo>
                      <a:pt x="18" y="41"/>
                      <a:pt x="19" y="42"/>
                      <a:pt x="21" y="42"/>
                    </a:cubicBezTo>
                    <a:cubicBezTo>
                      <a:pt x="21" y="42"/>
                      <a:pt x="21" y="42"/>
                      <a:pt x="21" y="42"/>
                    </a:cubicBezTo>
                    <a:cubicBezTo>
                      <a:pt x="23" y="42"/>
                      <a:pt x="24" y="41"/>
                      <a:pt x="24" y="39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25"/>
                      <a:pt x="26" y="25"/>
                      <a:pt x="26" y="25"/>
                    </a:cubicBezTo>
                    <a:cubicBezTo>
                      <a:pt x="26" y="69"/>
                      <a:pt x="26" y="69"/>
                      <a:pt x="26" y="69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32" y="76"/>
                      <a:pt x="32" y="76"/>
                      <a:pt x="32" y="76"/>
                    </a:cubicBezTo>
                    <a:cubicBezTo>
                      <a:pt x="32" y="11"/>
                      <a:pt x="32" y="11"/>
                      <a:pt x="32" y="11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4" y="8"/>
                      <a:pt x="24" y="8"/>
                      <a:pt x="24" y="8"/>
                    </a:cubicBezTo>
                    <a:cubicBezTo>
                      <a:pt x="31" y="6"/>
                      <a:pt x="31" y="6"/>
                      <a:pt x="31" y="6"/>
                    </a:cubicBezTo>
                    <a:cubicBezTo>
                      <a:pt x="33" y="6"/>
                      <a:pt x="34" y="4"/>
                      <a:pt x="34" y="3"/>
                    </a:cubicBezTo>
                    <a:cubicBezTo>
                      <a:pt x="33" y="1"/>
                      <a:pt x="32" y="0"/>
                      <a:pt x="30" y="0"/>
                    </a:cubicBezTo>
                    <a:cubicBezTo>
                      <a:pt x="30" y="1"/>
                      <a:pt x="22" y="2"/>
                      <a:pt x="21" y="3"/>
                    </a:cubicBezTo>
                    <a:cubicBezTo>
                      <a:pt x="20" y="3"/>
                      <a:pt x="19" y="3"/>
                      <a:pt x="19" y="4"/>
                    </a:cubicBezTo>
                    <a:close/>
                    <a:moveTo>
                      <a:pt x="16" y="11"/>
                    </a:moveTo>
                    <a:cubicBezTo>
                      <a:pt x="0" y="11"/>
                      <a:pt x="0" y="11"/>
                      <a:pt x="0" y="11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16" y="76"/>
                      <a:pt x="16" y="76"/>
                      <a:pt x="16" y="76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7" y="69"/>
                      <a:pt x="7" y="69"/>
                      <a:pt x="7" y="69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16" y="25"/>
                      <a:pt x="16" y="25"/>
                      <a:pt x="16" y="25"/>
                    </a:cubicBezTo>
                    <a:lnTo>
                      <a:pt x="16" y="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6" name="Freeform 244"/>
              <p:cNvSpPr>
                <a:spLocks noEditPoints="1"/>
              </p:cNvSpPr>
              <p:nvPr/>
            </p:nvSpPr>
            <p:spPr bwMode="auto">
              <a:xfrm>
                <a:off x="-5715000" y="2214562"/>
                <a:ext cx="209550" cy="211138"/>
              </a:xfrm>
              <a:custGeom>
                <a:avLst/>
                <a:gdLst>
                  <a:gd name="T0" fmla="*/ 28 w 56"/>
                  <a:gd name="T1" fmla="*/ 56 h 56"/>
                  <a:gd name="T2" fmla="*/ 32 w 56"/>
                  <a:gd name="T3" fmla="*/ 56 h 56"/>
                  <a:gd name="T4" fmla="*/ 32 w 56"/>
                  <a:gd name="T5" fmla="*/ 51 h 56"/>
                  <a:gd name="T6" fmla="*/ 42 w 56"/>
                  <a:gd name="T7" fmla="*/ 48 h 56"/>
                  <a:gd name="T8" fmla="*/ 44 w 56"/>
                  <a:gd name="T9" fmla="*/ 51 h 56"/>
                  <a:gd name="T10" fmla="*/ 51 w 56"/>
                  <a:gd name="T11" fmla="*/ 44 h 56"/>
                  <a:gd name="T12" fmla="*/ 48 w 56"/>
                  <a:gd name="T13" fmla="*/ 42 h 56"/>
                  <a:gd name="T14" fmla="*/ 51 w 56"/>
                  <a:gd name="T15" fmla="*/ 32 h 56"/>
                  <a:gd name="T16" fmla="*/ 56 w 56"/>
                  <a:gd name="T17" fmla="*/ 32 h 56"/>
                  <a:gd name="T18" fmla="*/ 56 w 56"/>
                  <a:gd name="T19" fmla="*/ 24 h 56"/>
                  <a:gd name="T20" fmla="*/ 51 w 56"/>
                  <a:gd name="T21" fmla="*/ 24 h 56"/>
                  <a:gd name="T22" fmla="*/ 48 w 56"/>
                  <a:gd name="T23" fmla="*/ 14 h 56"/>
                  <a:gd name="T24" fmla="*/ 51 w 56"/>
                  <a:gd name="T25" fmla="*/ 11 h 56"/>
                  <a:gd name="T26" fmla="*/ 44 w 56"/>
                  <a:gd name="T27" fmla="*/ 5 h 56"/>
                  <a:gd name="T28" fmla="*/ 42 w 56"/>
                  <a:gd name="T29" fmla="*/ 8 h 56"/>
                  <a:gd name="T30" fmla="*/ 32 w 56"/>
                  <a:gd name="T31" fmla="*/ 4 h 56"/>
                  <a:gd name="T32" fmla="*/ 32 w 56"/>
                  <a:gd name="T33" fmla="*/ 0 h 56"/>
                  <a:gd name="T34" fmla="*/ 28 w 56"/>
                  <a:gd name="T35" fmla="*/ 0 h 56"/>
                  <a:gd name="T36" fmla="*/ 28 w 56"/>
                  <a:gd name="T37" fmla="*/ 10 h 56"/>
                  <a:gd name="T38" fmla="*/ 46 w 56"/>
                  <a:gd name="T39" fmla="*/ 28 h 56"/>
                  <a:gd name="T40" fmla="*/ 28 w 56"/>
                  <a:gd name="T41" fmla="*/ 46 h 56"/>
                  <a:gd name="T42" fmla="*/ 28 w 56"/>
                  <a:gd name="T43" fmla="*/ 56 h 56"/>
                  <a:gd name="T44" fmla="*/ 8 w 56"/>
                  <a:gd name="T45" fmla="*/ 42 h 56"/>
                  <a:gd name="T46" fmla="*/ 5 w 56"/>
                  <a:gd name="T47" fmla="*/ 44 h 56"/>
                  <a:gd name="T48" fmla="*/ 11 w 56"/>
                  <a:gd name="T49" fmla="*/ 51 h 56"/>
                  <a:gd name="T50" fmla="*/ 14 w 56"/>
                  <a:gd name="T51" fmla="*/ 48 h 56"/>
                  <a:gd name="T52" fmla="*/ 24 w 56"/>
                  <a:gd name="T53" fmla="*/ 51 h 56"/>
                  <a:gd name="T54" fmla="*/ 24 w 56"/>
                  <a:gd name="T55" fmla="*/ 56 h 56"/>
                  <a:gd name="T56" fmla="*/ 28 w 56"/>
                  <a:gd name="T57" fmla="*/ 56 h 56"/>
                  <a:gd name="T58" fmla="*/ 28 w 56"/>
                  <a:gd name="T59" fmla="*/ 46 h 56"/>
                  <a:gd name="T60" fmla="*/ 28 w 56"/>
                  <a:gd name="T61" fmla="*/ 46 h 56"/>
                  <a:gd name="T62" fmla="*/ 10 w 56"/>
                  <a:gd name="T63" fmla="*/ 28 h 56"/>
                  <a:gd name="T64" fmla="*/ 28 w 56"/>
                  <a:gd name="T65" fmla="*/ 10 h 56"/>
                  <a:gd name="T66" fmla="*/ 28 w 56"/>
                  <a:gd name="T67" fmla="*/ 10 h 56"/>
                  <a:gd name="T68" fmla="*/ 28 w 56"/>
                  <a:gd name="T69" fmla="*/ 10 h 56"/>
                  <a:gd name="T70" fmla="*/ 28 w 56"/>
                  <a:gd name="T71" fmla="*/ 0 h 56"/>
                  <a:gd name="T72" fmla="*/ 24 w 56"/>
                  <a:gd name="T73" fmla="*/ 0 h 56"/>
                  <a:gd name="T74" fmla="*/ 24 w 56"/>
                  <a:gd name="T75" fmla="*/ 4 h 56"/>
                  <a:gd name="T76" fmla="*/ 14 w 56"/>
                  <a:gd name="T77" fmla="*/ 8 h 56"/>
                  <a:gd name="T78" fmla="*/ 11 w 56"/>
                  <a:gd name="T79" fmla="*/ 5 h 56"/>
                  <a:gd name="T80" fmla="*/ 5 w 56"/>
                  <a:gd name="T81" fmla="*/ 11 h 56"/>
                  <a:gd name="T82" fmla="*/ 8 w 56"/>
                  <a:gd name="T83" fmla="*/ 14 h 56"/>
                  <a:gd name="T84" fmla="*/ 4 w 56"/>
                  <a:gd name="T85" fmla="*/ 24 h 56"/>
                  <a:gd name="T86" fmla="*/ 0 w 56"/>
                  <a:gd name="T87" fmla="*/ 24 h 56"/>
                  <a:gd name="T88" fmla="*/ 0 w 56"/>
                  <a:gd name="T89" fmla="*/ 32 h 56"/>
                  <a:gd name="T90" fmla="*/ 4 w 56"/>
                  <a:gd name="T91" fmla="*/ 32 h 56"/>
                  <a:gd name="T92" fmla="*/ 8 w 56"/>
                  <a:gd name="T93" fmla="*/ 42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6" h="56">
                    <a:moveTo>
                      <a:pt x="28" y="56"/>
                    </a:moveTo>
                    <a:cubicBezTo>
                      <a:pt x="32" y="56"/>
                      <a:pt x="32" y="56"/>
                      <a:pt x="32" y="56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6" y="51"/>
                      <a:pt x="39" y="50"/>
                      <a:pt x="42" y="48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51" y="44"/>
                      <a:pt x="51" y="44"/>
                      <a:pt x="51" y="44"/>
                    </a:cubicBezTo>
                    <a:cubicBezTo>
                      <a:pt x="48" y="42"/>
                      <a:pt x="48" y="42"/>
                      <a:pt x="48" y="42"/>
                    </a:cubicBezTo>
                    <a:cubicBezTo>
                      <a:pt x="50" y="39"/>
                      <a:pt x="51" y="36"/>
                      <a:pt x="51" y="32"/>
                    </a:cubicBezTo>
                    <a:cubicBezTo>
                      <a:pt x="56" y="32"/>
                      <a:pt x="56" y="32"/>
                      <a:pt x="56" y="32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1" y="24"/>
                      <a:pt x="51" y="24"/>
                      <a:pt x="51" y="24"/>
                    </a:cubicBezTo>
                    <a:cubicBezTo>
                      <a:pt x="51" y="20"/>
                      <a:pt x="50" y="17"/>
                      <a:pt x="48" y="14"/>
                    </a:cubicBezTo>
                    <a:cubicBezTo>
                      <a:pt x="51" y="11"/>
                      <a:pt x="51" y="11"/>
                      <a:pt x="51" y="11"/>
                    </a:cubicBezTo>
                    <a:cubicBezTo>
                      <a:pt x="44" y="5"/>
                      <a:pt x="44" y="5"/>
                      <a:pt x="44" y="5"/>
                    </a:cubicBezTo>
                    <a:cubicBezTo>
                      <a:pt x="42" y="8"/>
                      <a:pt x="42" y="8"/>
                      <a:pt x="42" y="8"/>
                    </a:cubicBezTo>
                    <a:cubicBezTo>
                      <a:pt x="39" y="6"/>
                      <a:pt x="36" y="5"/>
                      <a:pt x="32" y="4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38" y="10"/>
                      <a:pt x="46" y="18"/>
                      <a:pt x="46" y="28"/>
                    </a:cubicBezTo>
                    <a:cubicBezTo>
                      <a:pt x="46" y="38"/>
                      <a:pt x="38" y="46"/>
                      <a:pt x="28" y="46"/>
                    </a:cubicBezTo>
                    <a:lnTo>
                      <a:pt x="28" y="56"/>
                    </a:lnTo>
                    <a:close/>
                    <a:moveTo>
                      <a:pt x="8" y="42"/>
                    </a:moveTo>
                    <a:cubicBezTo>
                      <a:pt x="5" y="44"/>
                      <a:pt x="5" y="44"/>
                      <a:pt x="5" y="44"/>
                    </a:cubicBezTo>
                    <a:cubicBezTo>
                      <a:pt x="11" y="51"/>
                      <a:pt x="11" y="51"/>
                      <a:pt x="11" y="51"/>
                    </a:cubicBezTo>
                    <a:cubicBezTo>
                      <a:pt x="14" y="48"/>
                      <a:pt x="14" y="48"/>
                      <a:pt x="14" y="48"/>
                    </a:cubicBezTo>
                    <a:cubicBezTo>
                      <a:pt x="17" y="50"/>
                      <a:pt x="20" y="51"/>
                      <a:pt x="24" y="51"/>
                    </a:cubicBezTo>
                    <a:cubicBezTo>
                      <a:pt x="24" y="56"/>
                      <a:pt x="24" y="56"/>
                      <a:pt x="24" y="56"/>
                    </a:cubicBezTo>
                    <a:cubicBezTo>
                      <a:pt x="28" y="56"/>
                      <a:pt x="28" y="56"/>
                      <a:pt x="28" y="56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18" y="46"/>
                      <a:pt x="10" y="38"/>
                      <a:pt x="10" y="28"/>
                    </a:cubicBezTo>
                    <a:cubicBezTo>
                      <a:pt x="10" y="18"/>
                      <a:pt x="18" y="10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4"/>
                      <a:pt x="24" y="4"/>
                      <a:pt x="24" y="4"/>
                    </a:cubicBezTo>
                    <a:cubicBezTo>
                      <a:pt x="20" y="5"/>
                      <a:pt x="17" y="6"/>
                      <a:pt x="14" y="8"/>
                    </a:cubicBezTo>
                    <a:cubicBezTo>
                      <a:pt x="11" y="5"/>
                      <a:pt x="11" y="5"/>
                      <a:pt x="11" y="5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8" y="14"/>
                      <a:pt x="8" y="14"/>
                      <a:pt x="8" y="14"/>
                    </a:cubicBezTo>
                    <a:cubicBezTo>
                      <a:pt x="6" y="17"/>
                      <a:pt x="5" y="20"/>
                      <a:pt x="4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4" y="32"/>
                      <a:pt x="4" y="32"/>
                      <a:pt x="4" y="32"/>
                    </a:cubicBezTo>
                    <a:cubicBezTo>
                      <a:pt x="5" y="36"/>
                      <a:pt x="6" y="39"/>
                      <a:pt x="8" y="4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7" name="Oval 245"/>
              <p:cNvSpPr>
                <a:spLocks noChangeArrowheads="1"/>
              </p:cNvSpPr>
              <p:nvPr/>
            </p:nvSpPr>
            <p:spPr bwMode="auto">
              <a:xfrm>
                <a:off x="-4352925" y="3479800"/>
                <a:ext cx="150813" cy="150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8" name="Rectangle 246"/>
              <p:cNvSpPr>
                <a:spLocks noChangeArrowheads="1"/>
              </p:cNvSpPr>
              <p:nvPr/>
            </p:nvSpPr>
            <p:spPr bwMode="auto">
              <a:xfrm>
                <a:off x="-4284663" y="3443287"/>
                <a:ext cx="19050" cy="25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39" name="Rectangle 247"/>
              <p:cNvSpPr>
                <a:spLocks noChangeArrowheads="1"/>
              </p:cNvSpPr>
              <p:nvPr/>
            </p:nvSpPr>
            <p:spPr bwMode="auto">
              <a:xfrm>
                <a:off x="-4191000" y="3544887"/>
                <a:ext cx="26988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0" name="Rectangle 248"/>
              <p:cNvSpPr>
                <a:spLocks noChangeArrowheads="1"/>
              </p:cNvSpPr>
              <p:nvPr/>
            </p:nvSpPr>
            <p:spPr bwMode="auto">
              <a:xfrm>
                <a:off x="-4284663" y="3641725"/>
                <a:ext cx="19050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1" name="Rectangle 249"/>
              <p:cNvSpPr>
                <a:spLocks noChangeArrowheads="1"/>
              </p:cNvSpPr>
              <p:nvPr/>
            </p:nvSpPr>
            <p:spPr bwMode="auto">
              <a:xfrm>
                <a:off x="-4389438" y="3544887"/>
                <a:ext cx="25400" cy="174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2" name="Freeform 250"/>
              <p:cNvSpPr/>
              <p:nvPr/>
            </p:nvSpPr>
            <p:spPr bwMode="auto">
              <a:xfrm>
                <a:off x="-4221163" y="3468687"/>
                <a:ext cx="30163" cy="30163"/>
              </a:xfrm>
              <a:custGeom>
                <a:avLst/>
                <a:gdLst>
                  <a:gd name="T0" fmla="*/ 19 w 19"/>
                  <a:gd name="T1" fmla="*/ 7 h 19"/>
                  <a:gd name="T2" fmla="*/ 7 w 19"/>
                  <a:gd name="T3" fmla="*/ 19 h 19"/>
                  <a:gd name="T4" fmla="*/ 0 w 19"/>
                  <a:gd name="T5" fmla="*/ 12 h 19"/>
                  <a:gd name="T6" fmla="*/ 12 w 19"/>
                  <a:gd name="T7" fmla="*/ 0 h 19"/>
                  <a:gd name="T8" fmla="*/ 19 w 19"/>
                  <a:gd name="T9" fmla="*/ 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9" y="7"/>
                    </a:moveTo>
                    <a:lnTo>
                      <a:pt x="7" y="19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19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3" name="Freeform 251"/>
              <p:cNvSpPr/>
              <p:nvPr/>
            </p:nvSpPr>
            <p:spPr bwMode="auto">
              <a:xfrm>
                <a:off x="-4221163" y="3608387"/>
                <a:ext cx="30163" cy="33338"/>
              </a:xfrm>
              <a:custGeom>
                <a:avLst/>
                <a:gdLst>
                  <a:gd name="T0" fmla="*/ 7 w 19"/>
                  <a:gd name="T1" fmla="*/ 0 h 21"/>
                  <a:gd name="T2" fmla="*/ 19 w 19"/>
                  <a:gd name="T3" fmla="*/ 12 h 21"/>
                  <a:gd name="T4" fmla="*/ 12 w 19"/>
                  <a:gd name="T5" fmla="*/ 21 h 21"/>
                  <a:gd name="T6" fmla="*/ 0 w 19"/>
                  <a:gd name="T7" fmla="*/ 9 h 21"/>
                  <a:gd name="T8" fmla="*/ 7 w 19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7" y="0"/>
                    </a:moveTo>
                    <a:lnTo>
                      <a:pt x="19" y="12"/>
                    </a:lnTo>
                    <a:lnTo>
                      <a:pt x="12" y="21"/>
                    </a:lnTo>
                    <a:lnTo>
                      <a:pt x="0" y="9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4" name="Freeform 252"/>
              <p:cNvSpPr/>
              <p:nvPr/>
            </p:nvSpPr>
            <p:spPr bwMode="auto">
              <a:xfrm>
                <a:off x="-4364038" y="3608387"/>
                <a:ext cx="34925" cy="33338"/>
              </a:xfrm>
              <a:custGeom>
                <a:avLst/>
                <a:gdLst>
                  <a:gd name="T0" fmla="*/ 12 w 22"/>
                  <a:gd name="T1" fmla="*/ 0 h 21"/>
                  <a:gd name="T2" fmla="*/ 22 w 22"/>
                  <a:gd name="T3" fmla="*/ 9 h 21"/>
                  <a:gd name="T4" fmla="*/ 10 w 22"/>
                  <a:gd name="T5" fmla="*/ 21 h 21"/>
                  <a:gd name="T6" fmla="*/ 0 w 22"/>
                  <a:gd name="T7" fmla="*/ 12 h 21"/>
                  <a:gd name="T8" fmla="*/ 12 w 22"/>
                  <a:gd name="T9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12" y="0"/>
                    </a:moveTo>
                    <a:lnTo>
                      <a:pt x="22" y="9"/>
                    </a:lnTo>
                    <a:lnTo>
                      <a:pt x="10" y="21"/>
                    </a:lnTo>
                    <a:lnTo>
                      <a:pt x="0" y="12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5" name="Freeform 253"/>
              <p:cNvSpPr/>
              <p:nvPr/>
            </p:nvSpPr>
            <p:spPr bwMode="auto">
              <a:xfrm>
                <a:off x="-4364038" y="3468687"/>
                <a:ext cx="34925" cy="30163"/>
              </a:xfrm>
              <a:custGeom>
                <a:avLst/>
                <a:gdLst>
                  <a:gd name="T0" fmla="*/ 22 w 22"/>
                  <a:gd name="T1" fmla="*/ 12 h 19"/>
                  <a:gd name="T2" fmla="*/ 12 w 22"/>
                  <a:gd name="T3" fmla="*/ 19 h 19"/>
                  <a:gd name="T4" fmla="*/ 0 w 22"/>
                  <a:gd name="T5" fmla="*/ 7 h 19"/>
                  <a:gd name="T6" fmla="*/ 10 w 22"/>
                  <a:gd name="T7" fmla="*/ 0 h 19"/>
                  <a:gd name="T8" fmla="*/ 22 w 22"/>
                  <a:gd name="T9" fmla="*/ 1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19">
                    <a:moveTo>
                      <a:pt x="22" y="12"/>
                    </a:moveTo>
                    <a:lnTo>
                      <a:pt x="12" y="19"/>
                    </a:lnTo>
                    <a:lnTo>
                      <a:pt x="0" y="7"/>
                    </a:lnTo>
                    <a:lnTo>
                      <a:pt x="10" y="0"/>
                    </a:lnTo>
                    <a:lnTo>
                      <a:pt x="22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6" name="Freeform 254"/>
              <p:cNvSpPr/>
              <p:nvPr/>
            </p:nvSpPr>
            <p:spPr bwMode="auto">
              <a:xfrm>
                <a:off x="-4251325" y="3446462"/>
                <a:ext cx="26988" cy="30163"/>
              </a:xfrm>
              <a:custGeom>
                <a:avLst/>
                <a:gdLst>
                  <a:gd name="T0" fmla="*/ 17 w 17"/>
                  <a:gd name="T1" fmla="*/ 5 h 19"/>
                  <a:gd name="T2" fmla="*/ 10 w 17"/>
                  <a:gd name="T3" fmla="*/ 19 h 19"/>
                  <a:gd name="T4" fmla="*/ 0 w 17"/>
                  <a:gd name="T5" fmla="*/ 17 h 19"/>
                  <a:gd name="T6" fmla="*/ 5 w 17"/>
                  <a:gd name="T7" fmla="*/ 0 h 19"/>
                  <a:gd name="T8" fmla="*/ 17 w 17"/>
                  <a:gd name="T9" fmla="*/ 5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19">
                    <a:moveTo>
                      <a:pt x="17" y="5"/>
                    </a:moveTo>
                    <a:lnTo>
                      <a:pt x="10" y="19"/>
                    </a:lnTo>
                    <a:lnTo>
                      <a:pt x="0" y="17"/>
                    </a:lnTo>
                    <a:lnTo>
                      <a:pt x="5" y="0"/>
                    </a:lnTo>
                    <a:lnTo>
                      <a:pt x="17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7" name="Freeform 255"/>
              <p:cNvSpPr/>
              <p:nvPr/>
            </p:nvSpPr>
            <p:spPr bwMode="auto">
              <a:xfrm>
                <a:off x="-4198938" y="3578225"/>
                <a:ext cx="30163" cy="30163"/>
              </a:xfrm>
              <a:custGeom>
                <a:avLst/>
                <a:gdLst>
                  <a:gd name="T0" fmla="*/ 5 w 19"/>
                  <a:gd name="T1" fmla="*/ 0 h 19"/>
                  <a:gd name="T2" fmla="*/ 19 w 19"/>
                  <a:gd name="T3" fmla="*/ 7 h 19"/>
                  <a:gd name="T4" fmla="*/ 15 w 19"/>
                  <a:gd name="T5" fmla="*/ 19 h 19"/>
                  <a:gd name="T6" fmla="*/ 0 w 19"/>
                  <a:gd name="T7" fmla="*/ 12 h 19"/>
                  <a:gd name="T8" fmla="*/ 5 w 19"/>
                  <a:gd name="T9" fmla="*/ 0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5" y="0"/>
                    </a:moveTo>
                    <a:lnTo>
                      <a:pt x="19" y="7"/>
                    </a:lnTo>
                    <a:lnTo>
                      <a:pt x="15" y="19"/>
                    </a:lnTo>
                    <a:lnTo>
                      <a:pt x="0" y="12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8" name="Freeform 256"/>
              <p:cNvSpPr/>
              <p:nvPr/>
            </p:nvSpPr>
            <p:spPr bwMode="auto">
              <a:xfrm>
                <a:off x="-4329113" y="3630612"/>
                <a:ext cx="30163" cy="33338"/>
              </a:xfrm>
              <a:custGeom>
                <a:avLst/>
                <a:gdLst>
                  <a:gd name="T0" fmla="*/ 19 w 19"/>
                  <a:gd name="T1" fmla="*/ 5 h 21"/>
                  <a:gd name="T2" fmla="*/ 12 w 19"/>
                  <a:gd name="T3" fmla="*/ 21 h 21"/>
                  <a:gd name="T4" fmla="*/ 0 w 19"/>
                  <a:gd name="T5" fmla="*/ 17 h 21"/>
                  <a:gd name="T6" fmla="*/ 7 w 19"/>
                  <a:gd name="T7" fmla="*/ 0 h 21"/>
                  <a:gd name="T8" fmla="*/ 19 w 19"/>
                  <a:gd name="T9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19" y="5"/>
                    </a:moveTo>
                    <a:lnTo>
                      <a:pt x="12" y="21"/>
                    </a:lnTo>
                    <a:lnTo>
                      <a:pt x="0" y="17"/>
                    </a:lnTo>
                    <a:lnTo>
                      <a:pt x="7" y="0"/>
                    </a:lnTo>
                    <a:lnTo>
                      <a:pt x="19" y="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49" name="Freeform 257"/>
              <p:cNvSpPr/>
              <p:nvPr/>
            </p:nvSpPr>
            <p:spPr bwMode="auto">
              <a:xfrm>
                <a:off x="-4386263" y="3503612"/>
                <a:ext cx="33338" cy="25400"/>
              </a:xfrm>
              <a:custGeom>
                <a:avLst/>
                <a:gdLst>
                  <a:gd name="T0" fmla="*/ 17 w 21"/>
                  <a:gd name="T1" fmla="*/ 16 h 16"/>
                  <a:gd name="T2" fmla="*/ 0 w 21"/>
                  <a:gd name="T3" fmla="*/ 11 h 16"/>
                  <a:gd name="T4" fmla="*/ 5 w 21"/>
                  <a:gd name="T5" fmla="*/ 0 h 16"/>
                  <a:gd name="T6" fmla="*/ 21 w 21"/>
                  <a:gd name="T7" fmla="*/ 7 h 16"/>
                  <a:gd name="T8" fmla="*/ 17 w 21"/>
                  <a:gd name="T9" fmla="*/ 16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6">
                    <a:moveTo>
                      <a:pt x="17" y="16"/>
                    </a:moveTo>
                    <a:lnTo>
                      <a:pt x="0" y="11"/>
                    </a:lnTo>
                    <a:lnTo>
                      <a:pt x="5" y="0"/>
                    </a:lnTo>
                    <a:lnTo>
                      <a:pt x="21" y="7"/>
                    </a:lnTo>
                    <a:lnTo>
                      <a:pt x="17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0" name="Freeform 258"/>
              <p:cNvSpPr/>
              <p:nvPr/>
            </p:nvSpPr>
            <p:spPr bwMode="auto">
              <a:xfrm>
                <a:off x="-4198938" y="3503612"/>
                <a:ext cx="30163" cy="25400"/>
              </a:xfrm>
              <a:custGeom>
                <a:avLst/>
                <a:gdLst>
                  <a:gd name="T0" fmla="*/ 0 w 19"/>
                  <a:gd name="T1" fmla="*/ 7 h 16"/>
                  <a:gd name="T2" fmla="*/ 15 w 19"/>
                  <a:gd name="T3" fmla="*/ 0 h 16"/>
                  <a:gd name="T4" fmla="*/ 19 w 19"/>
                  <a:gd name="T5" fmla="*/ 11 h 16"/>
                  <a:gd name="T6" fmla="*/ 5 w 19"/>
                  <a:gd name="T7" fmla="*/ 16 h 16"/>
                  <a:gd name="T8" fmla="*/ 0 w 19"/>
                  <a:gd name="T9" fmla="*/ 7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6">
                    <a:moveTo>
                      <a:pt x="0" y="7"/>
                    </a:moveTo>
                    <a:lnTo>
                      <a:pt x="15" y="0"/>
                    </a:lnTo>
                    <a:lnTo>
                      <a:pt x="19" y="11"/>
                    </a:lnTo>
                    <a:lnTo>
                      <a:pt x="5" y="16"/>
                    </a:lnTo>
                    <a:lnTo>
                      <a:pt x="0" y="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1" name="Freeform 259"/>
              <p:cNvSpPr/>
              <p:nvPr/>
            </p:nvSpPr>
            <p:spPr bwMode="auto">
              <a:xfrm>
                <a:off x="-4251325" y="3630612"/>
                <a:ext cx="26988" cy="33338"/>
              </a:xfrm>
              <a:custGeom>
                <a:avLst/>
                <a:gdLst>
                  <a:gd name="T0" fmla="*/ 17 w 17"/>
                  <a:gd name="T1" fmla="*/ 17 h 21"/>
                  <a:gd name="T2" fmla="*/ 7 w 17"/>
                  <a:gd name="T3" fmla="*/ 21 h 21"/>
                  <a:gd name="T4" fmla="*/ 0 w 17"/>
                  <a:gd name="T5" fmla="*/ 5 h 21"/>
                  <a:gd name="T6" fmla="*/ 12 w 17"/>
                  <a:gd name="T7" fmla="*/ 0 h 21"/>
                  <a:gd name="T8" fmla="*/ 17 w 17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1">
                    <a:moveTo>
                      <a:pt x="17" y="17"/>
                    </a:moveTo>
                    <a:lnTo>
                      <a:pt x="7" y="21"/>
                    </a:lnTo>
                    <a:lnTo>
                      <a:pt x="0" y="5"/>
                    </a:lnTo>
                    <a:lnTo>
                      <a:pt x="12" y="0"/>
                    </a:lnTo>
                    <a:lnTo>
                      <a:pt x="1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2" name="Freeform 260"/>
              <p:cNvSpPr/>
              <p:nvPr/>
            </p:nvSpPr>
            <p:spPr bwMode="auto">
              <a:xfrm>
                <a:off x="-4386263" y="3578225"/>
                <a:ext cx="33338" cy="30163"/>
              </a:xfrm>
              <a:custGeom>
                <a:avLst/>
                <a:gdLst>
                  <a:gd name="T0" fmla="*/ 21 w 21"/>
                  <a:gd name="T1" fmla="*/ 12 h 19"/>
                  <a:gd name="T2" fmla="*/ 5 w 21"/>
                  <a:gd name="T3" fmla="*/ 19 h 19"/>
                  <a:gd name="T4" fmla="*/ 0 w 21"/>
                  <a:gd name="T5" fmla="*/ 7 h 19"/>
                  <a:gd name="T6" fmla="*/ 17 w 21"/>
                  <a:gd name="T7" fmla="*/ 0 h 19"/>
                  <a:gd name="T8" fmla="*/ 21 w 21"/>
                  <a:gd name="T9" fmla="*/ 1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19">
                    <a:moveTo>
                      <a:pt x="21" y="12"/>
                    </a:moveTo>
                    <a:lnTo>
                      <a:pt x="5" y="19"/>
                    </a:lnTo>
                    <a:lnTo>
                      <a:pt x="0" y="7"/>
                    </a:lnTo>
                    <a:lnTo>
                      <a:pt x="17" y="0"/>
                    </a:lnTo>
                    <a:lnTo>
                      <a:pt x="21" y="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3" name="Freeform 261"/>
              <p:cNvSpPr/>
              <p:nvPr/>
            </p:nvSpPr>
            <p:spPr bwMode="auto">
              <a:xfrm>
                <a:off x="-4329113" y="3446462"/>
                <a:ext cx="30163" cy="33338"/>
              </a:xfrm>
              <a:custGeom>
                <a:avLst/>
                <a:gdLst>
                  <a:gd name="T0" fmla="*/ 19 w 19"/>
                  <a:gd name="T1" fmla="*/ 17 h 21"/>
                  <a:gd name="T2" fmla="*/ 7 w 19"/>
                  <a:gd name="T3" fmla="*/ 21 h 21"/>
                  <a:gd name="T4" fmla="*/ 0 w 19"/>
                  <a:gd name="T5" fmla="*/ 5 h 21"/>
                  <a:gd name="T6" fmla="*/ 12 w 19"/>
                  <a:gd name="T7" fmla="*/ 0 h 21"/>
                  <a:gd name="T8" fmla="*/ 19 w 19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19" y="17"/>
                    </a:moveTo>
                    <a:lnTo>
                      <a:pt x="7" y="21"/>
                    </a:lnTo>
                    <a:lnTo>
                      <a:pt x="0" y="5"/>
                    </a:lnTo>
                    <a:lnTo>
                      <a:pt x="12" y="0"/>
                    </a:lnTo>
                    <a:lnTo>
                      <a:pt x="19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4" name="Freeform 262"/>
              <p:cNvSpPr>
                <a:spLocks noEditPoints="1"/>
              </p:cNvSpPr>
              <p:nvPr/>
            </p:nvSpPr>
            <p:spPr bwMode="auto">
              <a:xfrm>
                <a:off x="-4784725" y="457200"/>
                <a:ext cx="188913" cy="192088"/>
              </a:xfrm>
              <a:custGeom>
                <a:avLst/>
                <a:gdLst>
                  <a:gd name="T0" fmla="*/ 25 w 50"/>
                  <a:gd name="T1" fmla="*/ 51 h 51"/>
                  <a:gd name="T2" fmla="*/ 50 w 50"/>
                  <a:gd name="T3" fmla="*/ 25 h 51"/>
                  <a:gd name="T4" fmla="*/ 25 w 50"/>
                  <a:gd name="T5" fmla="*/ 0 h 51"/>
                  <a:gd name="T6" fmla="*/ 25 w 50"/>
                  <a:gd name="T7" fmla="*/ 0 h 51"/>
                  <a:gd name="T8" fmla="*/ 25 w 50"/>
                  <a:gd name="T9" fmla="*/ 18 h 51"/>
                  <a:gd name="T10" fmla="*/ 38 w 50"/>
                  <a:gd name="T11" fmla="*/ 13 h 51"/>
                  <a:gd name="T12" fmla="*/ 30 w 50"/>
                  <a:gd name="T13" fmla="*/ 30 h 51"/>
                  <a:gd name="T14" fmla="*/ 25 w 50"/>
                  <a:gd name="T15" fmla="*/ 33 h 51"/>
                  <a:gd name="T16" fmla="*/ 25 w 50"/>
                  <a:gd name="T17" fmla="*/ 51 h 51"/>
                  <a:gd name="T18" fmla="*/ 25 w 50"/>
                  <a:gd name="T19" fmla="*/ 0 h 51"/>
                  <a:gd name="T20" fmla="*/ 0 w 50"/>
                  <a:gd name="T21" fmla="*/ 25 h 51"/>
                  <a:gd name="T22" fmla="*/ 25 w 50"/>
                  <a:gd name="T23" fmla="*/ 51 h 51"/>
                  <a:gd name="T24" fmla="*/ 25 w 50"/>
                  <a:gd name="T25" fmla="*/ 33 h 51"/>
                  <a:gd name="T26" fmla="*/ 12 w 50"/>
                  <a:gd name="T27" fmla="*/ 38 h 51"/>
                  <a:gd name="T28" fmla="*/ 20 w 50"/>
                  <a:gd name="T29" fmla="*/ 20 h 51"/>
                  <a:gd name="T30" fmla="*/ 20 w 50"/>
                  <a:gd name="T31" fmla="*/ 20 h 51"/>
                  <a:gd name="T32" fmla="*/ 25 w 50"/>
                  <a:gd name="T33" fmla="*/ 18 h 51"/>
                  <a:gd name="T34" fmla="*/ 25 w 50"/>
                  <a:gd name="T35" fmla="*/ 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0" h="51">
                    <a:moveTo>
                      <a:pt x="25" y="51"/>
                    </a:moveTo>
                    <a:cubicBezTo>
                      <a:pt x="39" y="51"/>
                      <a:pt x="50" y="39"/>
                      <a:pt x="50" y="25"/>
                    </a:cubicBezTo>
                    <a:cubicBezTo>
                      <a:pt x="50" y="12"/>
                      <a:pt x="39" y="0"/>
                      <a:pt x="2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18"/>
                      <a:pt x="25" y="18"/>
                      <a:pt x="25" y="18"/>
                    </a:cubicBezTo>
                    <a:cubicBezTo>
                      <a:pt x="38" y="13"/>
                      <a:pt x="38" y="13"/>
                      <a:pt x="38" y="13"/>
                    </a:cubicBezTo>
                    <a:cubicBezTo>
                      <a:pt x="30" y="30"/>
                      <a:pt x="30" y="30"/>
                      <a:pt x="30" y="30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25" y="51"/>
                      <a:pt x="25" y="51"/>
                      <a:pt x="25" y="51"/>
                    </a:cubicBezTo>
                    <a:close/>
                    <a:moveTo>
                      <a:pt x="25" y="0"/>
                    </a:moveTo>
                    <a:cubicBezTo>
                      <a:pt x="11" y="0"/>
                      <a:pt x="0" y="12"/>
                      <a:pt x="0" y="25"/>
                    </a:cubicBezTo>
                    <a:cubicBezTo>
                      <a:pt x="0" y="39"/>
                      <a:pt x="11" y="51"/>
                      <a:pt x="25" y="51"/>
                    </a:cubicBezTo>
                    <a:cubicBezTo>
                      <a:pt x="25" y="33"/>
                      <a:pt x="25" y="33"/>
                      <a:pt x="25" y="33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0" y="20"/>
                      <a:pt x="20" y="20"/>
                      <a:pt x="20" y="20"/>
                    </a:cubicBezTo>
                    <a:cubicBezTo>
                      <a:pt x="25" y="18"/>
                      <a:pt x="25" y="18"/>
                      <a:pt x="25" y="18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5" name="Oval 263"/>
              <p:cNvSpPr>
                <a:spLocks noChangeArrowheads="1"/>
              </p:cNvSpPr>
              <p:nvPr/>
            </p:nvSpPr>
            <p:spPr bwMode="auto">
              <a:xfrm>
                <a:off x="-4702175" y="539750"/>
                <a:ext cx="23813" cy="238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6" name="Freeform 264"/>
              <p:cNvSpPr>
                <a:spLocks noEditPoints="1"/>
              </p:cNvSpPr>
              <p:nvPr/>
            </p:nvSpPr>
            <p:spPr bwMode="auto">
              <a:xfrm>
                <a:off x="-2266950" y="1716087"/>
                <a:ext cx="225425" cy="225425"/>
              </a:xfrm>
              <a:custGeom>
                <a:avLst/>
                <a:gdLst>
                  <a:gd name="T0" fmla="*/ 30 w 60"/>
                  <a:gd name="T1" fmla="*/ 60 h 60"/>
                  <a:gd name="T2" fmla="*/ 35 w 60"/>
                  <a:gd name="T3" fmla="*/ 60 h 60"/>
                  <a:gd name="T4" fmla="*/ 35 w 60"/>
                  <a:gd name="T5" fmla="*/ 55 h 60"/>
                  <a:gd name="T6" fmla="*/ 45 w 60"/>
                  <a:gd name="T7" fmla="*/ 51 h 60"/>
                  <a:gd name="T8" fmla="*/ 48 w 60"/>
                  <a:gd name="T9" fmla="*/ 54 h 60"/>
                  <a:gd name="T10" fmla="*/ 55 w 60"/>
                  <a:gd name="T11" fmla="*/ 48 h 60"/>
                  <a:gd name="T12" fmla="*/ 52 w 60"/>
                  <a:gd name="T13" fmla="*/ 45 h 60"/>
                  <a:gd name="T14" fmla="*/ 56 w 60"/>
                  <a:gd name="T15" fmla="*/ 35 h 60"/>
                  <a:gd name="T16" fmla="*/ 60 w 60"/>
                  <a:gd name="T17" fmla="*/ 35 h 60"/>
                  <a:gd name="T18" fmla="*/ 60 w 60"/>
                  <a:gd name="T19" fmla="*/ 25 h 60"/>
                  <a:gd name="T20" fmla="*/ 56 w 60"/>
                  <a:gd name="T21" fmla="*/ 25 h 60"/>
                  <a:gd name="T22" fmla="*/ 52 w 60"/>
                  <a:gd name="T23" fmla="*/ 15 h 60"/>
                  <a:gd name="T24" fmla="*/ 55 w 60"/>
                  <a:gd name="T25" fmla="*/ 12 h 60"/>
                  <a:gd name="T26" fmla="*/ 48 w 60"/>
                  <a:gd name="T27" fmla="*/ 5 h 60"/>
                  <a:gd name="T28" fmla="*/ 45 w 60"/>
                  <a:gd name="T29" fmla="*/ 8 h 60"/>
                  <a:gd name="T30" fmla="*/ 35 w 60"/>
                  <a:gd name="T31" fmla="*/ 4 h 60"/>
                  <a:gd name="T32" fmla="*/ 35 w 60"/>
                  <a:gd name="T33" fmla="*/ 0 h 60"/>
                  <a:gd name="T34" fmla="*/ 30 w 60"/>
                  <a:gd name="T35" fmla="*/ 0 h 60"/>
                  <a:gd name="T36" fmla="*/ 30 w 60"/>
                  <a:gd name="T37" fmla="*/ 11 h 60"/>
                  <a:gd name="T38" fmla="*/ 30 w 60"/>
                  <a:gd name="T39" fmla="*/ 11 h 60"/>
                  <a:gd name="T40" fmla="*/ 49 w 60"/>
                  <a:gd name="T41" fmla="*/ 30 h 60"/>
                  <a:gd name="T42" fmla="*/ 30 w 60"/>
                  <a:gd name="T43" fmla="*/ 49 h 60"/>
                  <a:gd name="T44" fmla="*/ 30 w 60"/>
                  <a:gd name="T45" fmla="*/ 60 h 60"/>
                  <a:gd name="T46" fmla="*/ 9 w 60"/>
                  <a:gd name="T47" fmla="*/ 45 h 60"/>
                  <a:gd name="T48" fmla="*/ 6 w 60"/>
                  <a:gd name="T49" fmla="*/ 48 h 60"/>
                  <a:gd name="T50" fmla="*/ 12 w 60"/>
                  <a:gd name="T51" fmla="*/ 54 h 60"/>
                  <a:gd name="T52" fmla="*/ 15 w 60"/>
                  <a:gd name="T53" fmla="*/ 51 h 60"/>
                  <a:gd name="T54" fmla="*/ 25 w 60"/>
                  <a:gd name="T55" fmla="*/ 55 h 60"/>
                  <a:gd name="T56" fmla="*/ 25 w 60"/>
                  <a:gd name="T57" fmla="*/ 60 h 60"/>
                  <a:gd name="T58" fmla="*/ 30 w 60"/>
                  <a:gd name="T59" fmla="*/ 60 h 60"/>
                  <a:gd name="T60" fmla="*/ 30 w 60"/>
                  <a:gd name="T61" fmla="*/ 49 h 60"/>
                  <a:gd name="T62" fmla="*/ 11 w 60"/>
                  <a:gd name="T63" fmla="*/ 30 h 60"/>
                  <a:gd name="T64" fmla="*/ 30 w 60"/>
                  <a:gd name="T65" fmla="*/ 11 h 60"/>
                  <a:gd name="T66" fmla="*/ 30 w 60"/>
                  <a:gd name="T67" fmla="*/ 0 h 60"/>
                  <a:gd name="T68" fmla="*/ 25 w 60"/>
                  <a:gd name="T69" fmla="*/ 0 h 60"/>
                  <a:gd name="T70" fmla="*/ 25 w 60"/>
                  <a:gd name="T71" fmla="*/ 4 h 60"/>
                  <a:gd name="T72" fmla="*/ 15 w 60"/>
                  <a:gd name="T73" fmla="*/ 8 h 60"/>
                  <a:gd name="T74" fmla="*/ 12 w 60"/>
                  <a:gd name="T75" fmla="*/ 5 h 60"/>
                  <a:gd name="T76" fmla="*/ 6 w 60"/>
                  <a:gd name="T77" fmla="*/ 12 h 60"/>
                  <a:gd name="T78" fmla="*/ 9 w 60"/>
                  <a:gd name="T79" fmla="*/ 15 h 60"/>
                  <a:gd name="T80" fmla="*/ 5 w 60"/>
                  <a:gd name="T81" fmla="*/ 25 h 60"/>
                  <a:gd name="T82" fmla="*/ 0 w 60"/>
                  <a:gd name="T83" fmla="*/ 25 h 60"/>
                  <a:gd name="T84" fmla="*/ 0 w 60"/>
                  <a:gd name="T85" fmla="*/ 35 h 60"/>
                  <a:gd name="T86" fmla="*/ 5 w 60"/>
                  <a:gd name="T87" fmla="*/ 35 h 60"/>
                  <a:gd name="T88" fmla="*/ 9 w 60"/>
                  <a:gd name="T89" fmla="*/ 45 h 60"/>
                  <a:gd name="T90" fmla="*/ 30 w 60"/>
                  <a:gd name="T91" fmla="*/ 11 h 60"/>
                  <a:gd name="T92" fmla="*/ 30 w 60"/>
                  <a:gd name="T93" fmla="*/ 1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60" h="60">
                    <a:moveTo>
                      <a:pt x="30" y="60"/>
                    </a:moveTo>
                    <a:cubicBezTo>
                      <a:pt x="35" y="60"/>
                      <a:pt x="35" y="60"/>
                      <a:pt x="35" y="60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39" y="55"/>
                      <a:pt x="42" y="53"/>
                      <a:pt x="45" y="51"/>
                    </a:cubicBezTo>
                    <a:cubicBezTo>
                      <a:pt x="48" y="54"/>
                      <a:pt x="48" y="54"/>
                      <a:pt x="48" y="54"/>
                    </a:cubicBezTo>
                    <a:cubicBezTo>
                      <a:pt x="55" y="48"/>
                      <a:pt x="55" y="48"/>
                      <a:pt x="55" y="48"/>
                    </a:cubicBezTo>
                    <a:cubicBezTo>
                      <a:pt x="52" y="45"/>
                      <a:pt x="52" y="45"/>
                      <a:pt x="52" y="45"/>
                    </a:cubicBezTo>
                    <a:cubicBezTo>
                      <a:pt x="54" y="42"/>
                      <a:pt x="55" y="38"/>
                      <a:pt x="56" y="35"/>
                    </a:cubicBezTo>
                    <a:cubicBezTo>
                      <a:pt x="60" y="35"/>
                      <a:pt x="60" y="35"/>
                      <a:pt x="60" y="3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56" y="25"/>
                      <a:pt x="56" y="25"/>
                      <a:pt x="56" y="25"/>
                    </a:cubicBezTo>
                    <a:cubicBezTo>
                      <a:pt x="55" y="21"/>
                      <a:pt x="54" y="18"/>
                      <a:pt x="52" y="15"/>
                    </a:cubicBezTo>
                    <a:cubicBezTo>
                      <a:pt x="55" y="12"/>
                      <a:pt x="55" y="12"/>
                      <a:pt x="55" y="12"/>
                    </a:cubicBezTo>
                    <a:cubicBezTo>
                      <a:pt x="48" y="5"/>
                      <a:pt x="48" y="5"/>
                      <a:pt x="48" y="5"/>
                    </a:cubicBezTo>
                    <a:cubicBezTo>
                      <a:pt x="45" y="8"/>
                      <a:pt x="45" y="8"/>
                      <a:pt x="45" y="8"/>
                    </a:cubicBezTo>
                    <a:cubicBezTo>
                      <a:pt x="42" y="6"/>
                      <a:pt x="39" y="5"/>
                      <a:pt x="35" y="4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41" y="11"/>
                      <a:pt x="49" y="19"/>
                      <a:pt x="49" y="30"/>
                    </a:cubicBezTo>
                    <a:cubicBezTo>
                      <a:pt x="49" y="40"/>
                      <a:pt x="41" y="49"/>
                      <a:pt x="30" y="49"/>
                    </a:cubicBezTo>
                    <a:lnTo>
                      <a:pt x="30" y="60"/>
                    </a:lnTo>
                    <a:close/>
                    <a:moveTo>
                      <a:pt x="9" y="45"/>
                    </a:moveTo>
                    <a:cubicBezTo>
                      <a:pt x="6" y="48"/>
                      <a:pt x="6" y="48"/>
                      <a:pt x="6" y="48"/>
                    </a:cubicBezTo>
                    <a:cubicBezTo>
                      <a:pt x="12" y="54"/>
                      <a:pt x="12" y="54"/>
                      <a:pt x="12" y="54"/>
                    </a:cubicBezTo>
                    <a:cubicBezTo>
                      <a:pt x="15" y="51"/>
                      <a:pt x="15" y="51"/>
                      <a:pt x="15" y="51"/>
                    </a:cubicBezTo>
                    <a:cubicBezTo>
                      <a:pt x="18" y="53"/>
                      <a:pt x="22" y="55"/>
                      <a:pt x="25" y="55"/>
                    </a:cubicBezTo>
                    <a:cubicBezTo>
                      <a:pt x="25" y="60"/>
                      <a:pt x="25" y="60"/>
                      <a:pt x="25" y="60"/>
                    </a:cubicBezTo>
                    <a:cubicBezTo>
                      <a:pt x="30" y="60"/>
                      <a:pt x="30" y="60"/>
                      <a:pt x="30" y="60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20" y="49"/>
                      <a:pt x="11" y="40"/>
                      <a:pt x="11" y="30"/>
                    </a:cubicBezTo>
                    <a:cubicBezTo>
                      <a:pt x="11" y="19"/>
                      <a:pt x="20" y="11"/>
                      <a:pt x="30" y="11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2" y="5"/>
                      <a:pt x="18" y="6"/>
                      <a:pt x="15" y="8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6" y="12"/>
                      <a:pt x="6" y="12"/>
                      <a:pt x="6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7" y="18"/>
                      <a:pt x="5" y="21"/>
                      <a:pt x="5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5" y="35"/>
                      <a:pt x="5" y="35"/>
                      <a:pt x="5" y="35"/>
                    </a:cubicBezTo>
                    <a:cubicBezTo>
                      <a:pt x="5" y="38"/>
                      <a:pt x="7" y="42"/>
                      <a:pt x="9" y="45"/>
                    </a:cubicBezTo>
                    <a:close/>
                    <a:moveTo>
                      <a:pt x="30" y="11"/>
                    </a:moveTo>
                    <a:cubicBezTo>
                      <a:pt x="30" y="11"/>
                      <a:pt x="30" y="11"/>
                      <a:pt x="30" y="11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7" name="Rectangle 265"/>
              <p:cNvSpPr>
                <a:spLocks noChangeArrowheads="1"/>
              </p:cNvSpPr>
              <p:nvPr/>
            </p:nvSpPr>
            <p:spPr bwMode="auto">
              <a:xfrm>
                <a:off x="-2805113" y="2324100"/>
                <a:ext cx="263525" cy="30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8" name="Freeform 266"/>
              <p:cNvSpPr>
                <a:spLocks noEditPoints="1"/>
              </p:cNvSpPr>
              <p:nvPr/>
            </p:nvSpPr>
            <p:spPr bwMode="auto">
              <a:xfrm>
                <a:off x="-2805113" y="2384425"/>
                <a:ext cx="263525" cy="104775"/>
              </a:xfrm>
              <a:custGeom>
                <a:avLst/>
                <a:gdLst>
                  <a:gd name="T0" fmla="*/ 140 w 166"/>
                  <a:gd name="T1" fmla="*/ 66 h 66"/>
                  <a:gd name="T2" fmla="*/ 166 w 166"/>
                  <a:gd name="T3" fmla="*/ 66 h 66"/>
                  <a:gd name="T4" fmla="*/ 166 w 166"/>
                  <a:gd name="T5" fmla="*/ 0 h 66"/>
                  <a:gd name="T6" fmla="*/ 140 w 166"/>
                  <a:gd name="T7" fmla="*/ 0 h 66"/>
                  <a:gd name="T8" fmla="*/ 140 w 166"/>
                  <a:gd name="T9" fmla="*/ 33 h 66"/>
                  <a:gd name="T10" fmla="*/ 140 w 166"/>
                  <a:gd name="T11" fmla="*/ 33 h 66"/>
                  <a:gd name="T12" fmla="*/ 152 w 166"/>
                  <a:gd name="T13" fmla="*/ 45 h 66"/>
                  <a:gd name="T14" fmla="*/ 140 w 166"/>
                  <a:gd name="T15" fmla="*/ 57 h 66"/>
                  <a:gd name="T16" fmla="*/ 140 w 166"/>
                  <a:gd name="T17" fmla="*/ 66 h 66"/>
                  <a:gd name="T18" fmla="*/ 0 w 166"/>
                  <a:gd name="T19" fmla="*/ 66 h 66"/>
                  <a:gd name="T20" fmla="*/ 140 w 166"/>
                  <a:gd name="T21" fmla="*/ 66 h 66"/>
                  <a:gd name="T22" fmla="*/ 140 w 166"/>
                  <a:gd name="T23" fmla="*/ 57 h 66"/>
                  <a:gd name="T24" fmla="*/ 128 w 166"/>
                  <a:gd name="T25" fmla="*/ 45 h 66"/>
                  <a:gd name="T26" fmla="*/ 140 w 166"/>
                  <a:gd name="T27" fmla="*/ 33 h 66"/>
                  <a:gd name="T28" fmla="*/ 140 w 166"/>
                  <a:gd name="T29" fmla="*/ 0 h 66"/>
                  <a:gd name="T30" fmla="*/ 0 w 166"/>
                  <a:gd name="T31" fmla="*/ 0 h 66"/>
                  <a:gd name="T32" fmla="*/ 0 w 166"/>
                  <a:gd name="T33" fmla="*/ 66 h 66"/>
                  <a:gd name="T34" fmla="*/ 0 w 166"/>
                  <a:gd name="T35" fmla="*/ 66 h 66"/>
                  <a:gd name="T36" fmla="*/ 140 w 166"/>
                  <a:gd name="T37" fmla="*/ 33 h 66"/>
                  <a:gd name="T38" fmla="*/ 140 w 166"/>
                  <a:gd name="T39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6" h="66">
                    <a:moveTo>
                      <a:pt x="140" y="66"/>
                    </a:moveTo>
                    <a:lnTo>
                      <a:pt x="166" y="66"/>
                    </a:lnTo>
                    <a:lnTo>
                      <a:pt x="166" y="0"/>
                    </a:lnTo>
                    <a:lnTo>
                      <a:pt x="140" y="0"/>
                    </a:lnTo>
                    <a:lnTo>
                      <a:pt x="140" y="33"/>
                    </a:lnTo>
                    <a:lnTo>
                      <a:pt x="140" y="33"/>
                    </a:lnTo>
                    <a:lnTo>
                      <a:pt x="152" y="45"/>
                    </a:lnTo>
                    <a:lnTo>
                      <a:pt x="140" y="57"/>
                    </a:lnTo>
                    <a:lnTo>
                      <a:pt x="140" y="66"/>
                    </a:lnTo>
                    <a:close/>
                    <a:moveTo>
                      <a:pt x="0" y="66"/>
                    </a:moveTo>
                    <a:lnTo>
                      <a:pt x="140" y="66"/>
                    </a:lnTo>
                    <a:lnTo>
                      <a:pt x="140" y="57"/>
                    </a:lnTo>
                    <a:lnTo>
                      <a:pt x="128" y="45"/>
                    </a:lnTo>
                    <a:lnTo>
                      <a:pt x="140" y="33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66"/>
                    </a:lnTo>
                    <a:lnTo>
                      <a:pt x="0" y="66"/>
                    </a:lnTo>
                    <a:close/>
                    <a:moveTo>
                      <a:pt x="140" y="33"/>
                    </a:moveTo>
                    <a:lnTo>
                      <a:pt x="140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359" name="Freeform 267"/>
              <p:cNvSpPr>
                <a:spLocks noEditPoints="1"/>
              </p:cNvSpPr>
              <p:nvPr/>
            </p:nvSpPr>
            <p:spPr bwMode="auto">
              <a:xfrm>
                <a:off x="-2805113" y="2384425"/>
                <a:ext cx="263525" cy="104775"/>
              </a:xfrm>
              <a:custGeom>
                <a:avLst/>
                <a:gdLst>
                  <a:gd name="T0" fmla="*/ 140 w 166"/>
                  <a:gd name="T1" fmla="*/ 66 h 66"/>
                  <a:gd name="T2" fmla="*/ 166 w 166"/>
                  <a:gd name="T3" fmla="*/ 66 h 66"/>
                  <a:gd name="T4" fmla="*/ 166 w 166"/>
                  <a:gd name="T5" fmla="*/ 0 h 66"/>
                  <a:gd name="T6" fmla="*/ 140 w 166"/>
                  <a:gd name="T7" fmla="*/ 0 h 66"/>
                  <a:gd name="T8" fmla="*/ 140 w 166"/>
                  <a:gd name="T9" fmla="*/ 33 h 66"/>
                  <a:gd name="T10" fmla="*/ 140 w 166"/>
                  <a:gd name="T11" fmla="*/ 33 h 66"/>
                  <a:gd name="T12" fmla="*/ 152 w 166"/>
                  <a:gd name="T13" fmla="*/ 45 h 66"/>
                  <a:gd name="T14" fmla="*/ 140 w 166"/>
                  <a:gd name="T15" fmla="*/ 57 h 66"/>
                  <a:gd name="T16" fmla="*/ 140 w 166"/>
                  <a:gd name="T17" fmla="*/ 66 h 66"/>
                  <a:gd name="T18" fmla="*/ 0 w 166"/>
                  <a:gd name="T19" fmla="*/ 66 h 66"/>
                  <a:gd name="T20" fmla="*/ 140 w 166"/>
                  <a:gd name="T21" fmla="*/ 66 h 66"/>
                  <a:gd name="T22" fmla="*/ 140 w 166"/>
                  <a:gd name="T23" fmla="*/ 57 h 66"/>
                  <a:gd name="T24" fmla="*/ 128 w 166"/>
                  <a:gd name="T25" fmla="*/ 45 h 66"/>
                  <a:gd name="T26" fmla="*/ 140 w 166"/>
                  <a:gd name="T27" fmla="*/ 33 h 66"/>
                  <a:gd name="T28" fmla="*/ 140 w 166"/>
                  <a:gd name="T29" fmla="*/ 0 h 66"/>
                  <a:gd name="T30" fmla="*/ 0 w 166"/>
                  <a:gd name="T31" fmla="*/ 0 h 66"/>
                  <a:gd name="T32" fmla="*/ 0 w 166"/>
                  <a:gd name="T33" fmla="*/ 66 h 66"/>
                  <a:gd name="T34" fmla="*/ 0 w 166"/>
                  <a:gd name="T35" fmla="*/ 66 h 66"/>
                  <a:gd name="T36" fmla="*/ 140 w 166"/>
                  <a:gd name="T37" fmla="*/ 33 h 66"/>
                  <a:gd name="T38" fmla="*/ 140 w 166"/>
                  <a:gd name="T39" fmla="*/ 33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66" h="66">
                    <a:moveTo>
                      <a:pt x="140" y="66"/>
                    </a:moveTo>
                    <a:lnTo>
                      <a:pt x="166" y="66"/>
                    </a:lnTo>
                    <a:lnTo>
                      <a:pt x="166" y="0"/>
                    </a:lnTo>
                    <a:lnTo>
                      <a:pt x="140" y="0"/>
                    </a:lnTo>
                    <a:lnTo>
                      <a:pt x="140" y="33"/>
                    </a:lnTo>
                    <a:lnTo>
                      <a:pt x="140" y="33"/>
                    </a:lnTo>
                    <a:lnTo>
                      <a:pt x="152" y="45"/>
                    </a:lnTo>
                    <a:lnTo>
                      <a:pt x="140" y="57"/>
                    </a:lnTo>
                    <a:lnTo>
                      <a:pt x="140" y="66"/>
                    </a:lnTo>
                    <a:moveTo>
                      <a:pt x="0" y="66"/>
                    </a:moveTo>
                    <a:lnTo>
                      <a:pt x="140" y="66"/>
                    </a:lnTo>
                    <a:lnTo>
                      <a:pt x="140" y="57"/>
                    </a:lnTo>
                    <a:lnTo>
                      <a:pt x="128" y="45"/>
                    </a:lnTo>
                    <a:lnTo>
                      <a:pt x="140" y="33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66"/>
                    </a:lnTo>
                    <a:lnTo>
                      <a:pt x="0" y="66"/>
                    </a:lnTo>
                    <a:moveTo>
                      <a:pt x="140" y="33"/>
                    </a:moveTo>
                    <a:lnTo>
                      <a:pt x="140" y="33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</p:grpSp>
        <p:grpSp>
          <p:nvGrpSpPr>
            <p:cNvPr id="139" name="Group 62"/>
            <p:cNvGrpSpPr>
              <a:grpSpLocks noChangeAspect="1"/>
            </p:cNvGrpSpPr>
            <p:nvPr/>
          </p:nvGrpSpPr>
          <p:grpSpPr>
            <a:xfrm flipH="1">
              <a:off x="1317815" y="1686484"/>
              <a:ext cx="3434346" cy="4803719"/>
              <a:chOff x="-7085012" y="-420688"/>
              <a:chExt cx="6362699" cy="9439276"/>
            </a:xfrm>
            <a:grpFill/>
          </p:grpSpPr>
          <p:sp>
            <p:nvSpPr>
              <p:cNvPr id="142" name="Freeform 271"/>
              <p:cNvSpPr/>
              <p:nvPr/>
            </p:nvSpPr>
            <p:spPr bwMode="auto">
              <a:xfrm>
                <a:off x="-4905375" y="-222250"/>
                <a:ext cx="619125" cy="461963"/>
              </a:xfrm>
              <a:custGeom>
                <a:avLst/>
                <a:gdLst>
                  <a:gd name="T0" fmla="*/ 82 w 165"/>
                  <a:gd name="T1" fmla="*/ 0 h 123"/>
                  <a:gd name="T2" fmla="*/ 0 w 165"/>
                  <a:gd name="T3" fmla="*/ 83 h 123"/>
                  <a:gd name="T4" fmla="*/ 10 w 165"/>
                  <a:gd name="T5" fmla="*/ 122 h 123"/>
                  <a:gd name="T6" fmla="*/ 10 w 165"/>
                  <a:gd name="T7" fmla="*/ 100 h 123"/>
                  <a:gd name="T8" fmla="*/ 14 w 165"/>
                  <a:gd name="T9" fmla="*/ 89 h 123"/>
                  <a:gd name="T10" fmla="*/ 13 w 165"/>
                  <a:gd name="T11" fmla="*/ 83 h 123"/>
                  <a:gd name="T12" fmla="*/ 82 w 165"/>
                  <a:gd name="T13" fmla="*/ 13 h 123"/>
                  <a:gd name="T14" fmla="*/ 151 w 165"/>
                  <a:gd name="T15" fmla="*/ 83 h 123"/>
                  <a:gd name="T16" fmla="*/ 151 w 165"/>
                  <a:gd name="T17" fmla="*/ 90 h 123"/>
                  <a:gd name="T18" fmla="*/ 155 w 165"/>
                  <a:gd name="T19" fmla="*/ 100 h 123"/>
                  <a:gd name="T20" fmla="*/ 155 w 165"/>
                  <a:gd name="T21" fmla="*/ 123 h 123"/>
                  <a:gd name="T22" fmla="*/ 165 w 165"/>
                  <a:gd name="T23" fmla="*/ 83 h 123"/>
                  <a:gd name="T24" fmla="*/ 82 w 165"/>
                  <a:gd name="T25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5" h="123">
                    <a:moveTo>
                      <a:pt x="82" y="0"/>
                    </a:moveTo>
                    <a:cubicBezTo>
                      <a:pt x="37" y="0"/>
                      <a:pt x="0" y="37"/>
                      <a:pt x="0" y="83"/>
                    </a:cubicBezTo>
                    <a:cubicBezTo>
                      <a:pt x="0" y="96"/>
                      <a:pt x="3" y="110"/>
                      <a:pt x="10" y="122"/>
                    </a:cubicBezTo>
                    <a:cubicBezTo>
                      <a:pt x="10" y="100"/>
                      <a:pt x="10" y="100"/>
                      <a:pt x="10" y="100"/>
                    </a:cubicBezTo>
                    <a:cubicBezTo>
                      <a:pt x="10" y="96"/>
                      <a:pt x="11" y="92"/>
                      <a:pt x="14" y="89"/>
                    </a:cubicBezTo>
                    <a:cubicBezTo>
                      <a:pt x="14" y="87"/>
                      <a:pt x="13" y="85"/>
                      <a:pt x="13" y="83"/>
                    </a:cubicBezTo>
                    <a:cubicBezTo>
                      <a:pt x="13" y="45"/>
                      <a:pt x="44" y="13"/>
                      <a:pt x="82" y="13"/>
                    </a:cubicBezTo>
                    <a:cubicBezTo>
                      <a:pt x="120" y="13"/>
                      <a:pt x="151" y="45"/>
                      <a:pt x="151" y="83"/>
                    </a:cubicBezTo>
                    <a:cubicBezTo>
                      <a:pt x="151" y="85"/>
                      <a:pt x="151" y="88"/>
                      <a:pt x="151" y="90"/>
                    </a:cubicBezTo>
                    <a:cubicBezTo>
                      <a:pt x="153" y="93"/>
                      <a:pt x="155" y="97"/>
                      <a:pt x="155" y="100"/>
                    </a:cubicBezTo>
                    <a:cubicBezTo>
                      <a:pt x="155" y="123"/>
                      <a:pt x="155" y="123"/>
                      <a:pt x="155" y="123"/>
                    </a:cubicBezTo>
                    <a:cubicBezTo>
                      <a:pt x="161" y="111"/>
                      <a:pt x="165" y="97"/>
                      <a:pt x="165" y="83"/>
                    </a:cubicBezTo>
                    <a:cubicBezTo>
                      <a:pt x="165" y="37"/>
                      <a:pt x="128" y="0"/>
                      <a:pt x="8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43" name="Freeform 272"/>
              <p:cNvSpPr/>
              <p:nvPr/>
            </p:nvSpPr>
            <p:spPr bwMode="auto">
              <a:xfrm>
                <a:off x="-4852988" y="90487"/>
                <a:ext cx="138112" cy="247650"/>
              </a:xfrm>
              <a:custGeom>
                <a:avLst/>
                <a:gdLst>
                  <a:gd name="T0" fmla="*/ 1 w 37"/>
                  <a:gd name="T1" fmla="*/ 14 h 66"/>
                  <a:gd name="T2" fmla="*/ 0 w 37"/>
                  <a:gd name="T3" fmla="*/ 17 h 66"/>
                  <a:gd name="T4" fmla="*/ 0 w 37"/>
                  <a:gd name="T5" fmla="*/ 38 h 66"/>
                  <a:gd name="T6" fmla="*/ 0 w 37"/>
                  <a:gd name="T7" fmla="*/ 48 h 66"/>
                  <a:gd name="T8" fmla="*/ 26 w 37"/>
                  <a:gd name="T9" fmla="*/ 66 h 66"/>
                  <a:gd name="T10" fmla="*/ 37 w 37"/>
                  <a:gd name="T11" fmla="*/ 66 h 66"/>
                  <a:gd name="T12" fmla="*/ 37 w 37"/>
                  <a:gd name="T13" fmla="*/ 0 h 66"/>
                  <a:gd name="T14" fmla="*/ 26 w 37"/>
                  <a:gd name="T15" fmla="*/ 0 h 66"/>
                  <a:gd name="T16" fmla="*/ 1 w 37"/>
                  <a:gd name="T17" fmla="*/ 1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7" h="66">
                    <a:moveTo>
                      <a:pt x="1" y="14"/>
                    </a:moveTo>
                    <a:cubicBezTo>
                      <a:pt x="1" y="15"/>
                      <a:pt x="0" y="16"/>
                      <a:pt x="0" y="17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58"/>
                      <a:pt x="12" y="66"/>
                      <a:pt x="26" y="66"/>
                    </a:cubicBezTo>
                    <a:cubicBezTo>
                      <a:pt x="37" y="66"/>
                      <a:pt x="37" y="66"/>
                      <a:pt x="37" y="66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14" y="0"/>
                      <a:pt x="3" y="6"/>
                      <a:pt x="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44" name="Freeform 273"/>
              <p:cNvSpPr/>
              <p:nvPr/>
            </p:nvSpPr>
            <p:spPr bwMode="auto">
              <a:xfrm>
                <a:off x="-4478338" y="90487"/>
                <a:ext cx="134937" cy="247650"/>
              </a:xfrm>
              <a:custGeom>
                <a:avLst/>
                <a:gdLst>
                  <a:gd name="T0" fmla="*/ 36 w 36"/>
                  <a:gd name="T1" fmla="*/ 48 h 66"/>
                  <a:gd name="T2" fmla="*/ 36 w 36"/>
                  <a:gd name="T3" fmla="*/ 38 h 66"/>
                  <a:gd name="T4" fmla="*/ 36 w 36"/>
                  <a:gd name="T5" fmla="*/ 17 h 66"/>
                  <a:gd name="T6" fmla="*/ 36 w 36"/>
                  <a:gd name="T7" fmla="*/ 15 h 66"/>
                  <a:gd name="T8" fmla="*/ 10 w 36"/>
                  <a:gd name="T9" fmla="*/ 0 h 66"/>
                  <a:gd name="T10" fmla="*/ 0 w 36"/>
                  <a:gd name="T11" fmla="*/ 0 h 66"/>
                  <a:gd name="T12" fmla="*/ 0 w 36"/>
                  <a:gd name="T13" fmla="*/ 66 h 66"/>
                  <a:gd name="T14" fmla="*/ 10 w 36"/>
                  <a:gd name="T15" fmla="*/ 66 h 66"/>
                  <a:gd name="T16" fmla="*/ 36 w 36"/>
                  <a:gd name="T17" fmla="*/ 48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6" h="66">
                    <a:moveTo>
                      <a:pt x="36" y="48"/>
                    </a:moveTo>
                    <a:cubicBezTo>
                      <a:pt x="36" y="38"/>
                      <a:pt x="36" y="38"/>
                      <a:pt x="36" y="38"/>
                    </a:cubicBezTo>
                    <a:cubicBezTo>
                      <a:pt x="36" y="17"/>
                      <a:pt x="36" y="17"/>
                      <a:pt x="36" y="17"/>
                    </a:cubicBezTo>
                    <a:cubicBezTo>
                      <a:pt x="36" y="17"/>
                      <a:pt x="36" y="16"/>
                      <a:pt x="36" y="15"/>
                    </a:cubicBezTo>
                    <a:cubicBezTo>
                      <a:pt x="34" y="7"/>
                      <a:pt x="23" y="0"/>
                      <a:pt x="1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6"/>
                      <a:pt x="0" y="66"/>
                      <a:pt x="0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25" y="66"/>
                      <a:pt x="36" y="58"/>
                      <a:pt x="36" y="4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45" name="Freeform 274"/>
              <p:cNvSpPr>
                <a:spLocks noEditPoints="1"/>
              </p:cNvSpPr>
              <p:nvPr/>
            </p:nvSpPr>
            <p:spPr bwMode="auto">
              <a:xfrm>
                <a:off x="-6126163" y="1309687"/>
                <a:ext cx="514350" cy="511175"/>
              </a:xfrm>
              <a:custGeom>
                <a:avLst/>
                <a:gdLst>
                  <a:gd name="T0" fmla="*/ 137 w 137"/>
                  <a:gd name="T1" fmla="*/ 68 h 136"/>
                  <a:gd name="T2" fmla="*/ 122 w 137"/>
                  <a:gd name="T3" fmla="*/ 64 h 136"/>
                  <a:gd name="T4" fmla="*/ 131 w 137"/>
                  <a:gd name="T5" fmla="*/ 64 h 136"/>
                  <a:gd name="T6" fmla="*/ 122 w 137"/>
                  <a:gd name="T7" fmla="*/ 72 h 136"/>
                  <a:gd name="T8" fmla="*/ 106 w 137"/>
                  <a:gd name="T9" fmla="*/ 125 h 136"/>
                  <a:gd name="T10" fmla="*/ 122 w 137"/>
                  <a:gd name="T11" fmla="*/ 72 h 136"/>
                  <a:gd name="T12" fmla="*/ 113 w 137"/>
                  <a:gd name="T13" fmla="*/ 64 h 136"/>
                  <a:gd name="T14" fmla="*/ 122 w 137"/>
                  <a:gd name="T15" fmla="*/ 25 h 136"/>
                  <a:gd name="T16" fmla="*/ 106 w 137"/>
                  <a:gd name="T17" fmla="*/ 25 h 136"/>
                  <a:gd name="T18" fmla="*/ 110 w 137"/>
                  <a:gd name="T19" fmla="*/ 21 h 136"/>
                  <a:gd name="T20" fmla="*/ 106 w 137"/>
                  <a:gd name="T21" fmla="*/ 36 h 136"/>
                  <a:gd name="T22" fmla="*/ 115 w 137"/>
                  <a:gd name="T23" fmla="*/ 109 h 136"/>
                  <a:gd name="T24" fmla="*/ 106 w 137"/>
                  <a:gd name="T25" fmla="*/ 111 h 136"/>
                  <a:gd name="T26" fmla="*/ 68 w 137"/>
                  <a:gd name="T27" fmla="*/ 136 h 136"/>
                  <a:gd name="T28" fmla="*/ 106 w 137"/>
                  <a:gd name="T29" fmla="*/ 111 h 136"/>
                  <a:gd name="T30" fmla="*/ 102 w 137"/>
                  <a:gd name="T31" fmla="*/ 97 h 136"/>
                  <a:gd name="T32" fmla="*/ 106 w 137"/>
                  <a:gd name="T33" fmla="*/ 100 h 136"/>
                  <a:gd name="T34" fmla="*/ 102 w 137"/>
                  <a:gd name="T35" fmla="*/ 39 h 136"/>
                  <a:gd name="T36" fmla="*/ 106 w 137"/>
                  <a:gd name="T37" fmla="*/ 25 h 136"/>
                  <a:gd name="T38" fmla="*/ 68 w 137"/>
                  <a:gd name="T39" fmla="*/ 0 h 136"/>
                  <a:gd name="T40" fmla="*/ 68 w 137"/>
                  <a:gd name="T41" fmla="*/ 5 h 136"/>
                  <a:gd name="T42" fmla="*/ 72 w 137"/>
                  <a:gd name="T43" fmla="*/ 24 h 136"/>
                  <a:gd name="T44" fmla="*/ 68 w 137"/>
                  <a:gd name="T45" fmla="*/ 63 h 136"/>
                  <a:gd name="T46" fmla="*/ 90 w 137"/>
                  <a:gd name="T47" fmla="*/ 42 h 136"/>
                  <a:gd name="T48" fmla="*/ 69 w 137"/>
                  <a:gd name="T49" fmla="*/ 74 h 136"/>
                  <a:gd name="T50" fmla="*/ 68 w 137"/>
                  <a:gd name="T51" fmla="*/ 112 h 136"/>
                  <a:gd name="T52" fmla="*/ 72 w 137"/>
                  <a:gd name="T53" fmla="*/ 131 h 136"/>
                  <a:gd name="T54" fmla="*/ 68 w 137"/>
                  <a:gd name="T55" fmla="*/ 131 h 136"/>
                  <a:gd name="T56" fmla="*/ 68 w 137"/>
                  <a:gd name="T57" fmla="*/ 0 h 136"/>
                  <a:gd name="T58" fmla="*/ 30 w 137"/>
                  <a:gd name="T59" fmla="*/ 25 h 136"/>
                  <a:gd name="T60" fmla="*/ 34 w 137"/>
                  <a:gd name="T61" fmla="*/ 39 h 136"/>
                  <a:gd name="T62" fmla="*/ 30 w 137"/>
                  <a:gd name="T63" fmla="*/ 100 h 136"/>
                  <a:gd name="T64" fmla="*/ 40 w 137"/>
                  <a:gd name="T65" fmla="*/ 102 h 136"/>
                  <a:gd name="T66" fmla="*/ 30 w 137"/>
                  <a:gd name="T67" fmla="*/ 125 h 136"/>
                  <a:gd name="T68" fmla="*/ 68 w 137"/>
                  <a:gd name="T69" fmla="*/ 131 h 136"/>
                  <a:gd name="T70" fmla="*/ 64 w 137"/>
                  <a:gd name="T71" fmla="*/ 112 h 136"/>
                  <a:gd name="T72" fmla="*/ 68 w 137"/>
                  <a:gd name="T73" fmla="*/ 74 h 136"/>
                  <a:gd name="T74" fmla="*/ 57 w 137"/>
                  <a:gd name="T75" fmla="*/ 52 h 136"/>
                  <a:gd name="T76" fmla="*/ 68 w 137"/>
                  <a:gd name="T77" fmla="*/ 63 h 136"/>
                  <a:gd name="T78" fmla="*/ 64 w 137"/>
                  <a:gd name="T79" fmla="*/ 24 h 136"/>
                  <a:gd name="T80" fmla="*/ 64 w 137"/>
                  <a:gd name="T81" fmla="*/ 5 h 136"/>
                  <a:gd name="T82" fmla="*/ 68 w 137"/>
                  <a:gd name="T83" fmla="*/ 0 h 136"/>
                  <a:gd name="T84" fmla="*/ 15 w 137"/>
                  <a:gd name="T85" fmla="*/ 25 h 136"/>
                  <a:gd name="T86" fmla="*/ 24 w 137"/>
                  <a:gd name="T87" fmla="*/ 64 h 136"/>
                  <a:gd name="T88" fmla="*/ 24 w 137"/>
                  <a:gd name="T89" fmla="*/ 72 h 136"/>
                  <a:gd name="T90" fmla="*/ 15 w 137"/>
                  <a:gd name="T91" fmla="*/ 111 h 136"/>
                  <a:gd name="T92" fmla="*/ 30 w 137"/>
                  <a:gd name="T93" fmla="*/ 111 h 136"/>
                  <a:gd name="T94" fmla="*/ 27 w 137"/>
                  <a:gd name="T95" fmla="*/ 115 h 136"/>
                  <a:gd name="T96" fmla="*/ 30 w 137"/>
                  <a:gd name="T97" fmla="*/ 100 h 136"/>
                  <a:gd name="T98" fmla="*/ 21 w 137"/>
                  <a:gd name="T99" fmla="*/ 27 h 136"/>
                  <a:gd name="T100" fmla="*/ 27 w 137"/>
                  <a:gd name="T101" fmla="*/ 21 h 136"/>
                  <a:gd name="T102" fmla="*/ 30 w 137"/>
                  <a:gd name="T103" fmla="*/ 11 h 136"/>
                  <a:gd name="T104" fmla="*/ 0 w 137"/>
                  <a:gd name="T105" fmla="*/ 68 h 136"/>
                  <a:gd name="T106" fmla="*/ 15 w 137"/>
                  <a:gd name="T107" fmla="*/ 72 h 136"/>
                  <a:gd name="T108" fmla="*/ 6 w 137"/>
                  <a:gd name="T109" fmla="*/ 64 h 136"/>
                  <a:gd name="T110" fmla="*/ 15 w 137"/>
                  <a:gd name="T111" fmla="*/ 25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137" h="136">
                    <a:moveTo>
                      <a:pt x="122" y="111"/>
                    </a:moveTo>
                    <a:cubicBezTo>
                      <a:pt x="131" y="99"/>
                      <a:pt x="137" y="84"/>
                      <a:pt x="137" y="68"/>
                    </a:cubicBezTo>
                    <a:cubicBezTo>
                      <a:pt x="137" y="52"/>
                      <a:pt x="131" y="37"/>
                      <a:pt x="122" y="25"/>
                    </a:cubicBezTo>
                    <a:cubicBezTo>
                      <a:pt x="122" y="64"/>
                      <a:pt x="122" y="64"/>
                      <a:pt x="122" y="64"/>
                    </a:cubicBezTo>
                    <a:cubicBezTo>
                      <a:pt x="131" y="64"/>
                      <a:pt x="131" y="64"/>
                      <a:pt x="131" y="64"/>
                    </a:cubicBezTo>
                    <a:cubicBezTo>
                      <a:pt x="131" y="64"/>
                      <a:pt x="131" y="64"/>
                      <a:pt x="131" y="64"/>
                    </a:cubicBezTo>
                    <a:cubicBezTo>
                      <a:pt x="131" y="72"/>
                      <a:pt x="131" y="72"/>
                      <a:pt x="131" y="72"/>
                    </a:cubicBezTo>
                    <a:cubicBezTo>
                      <a:pt x="122" y="72"/>
                      <a:pt x="122" y="72"/>
                      <a:pt x="122" y="72"/>
                    </a:cubicBezTo>
                    <a:lnTo>
                      <a:pt x="122" y="111"/>
                    </a:lnTo>
                    <a:close/>
                    <a:moveTo>
                      <a:pt x="106" y="125"/>
                    </a:moveTo>
                    <a:cubicBezTo>
                      <a:pt x="112" y="121"/>
                      <a:pt x="117" y="116"/>
                      <a:pt x="122" y="111"/>
                    </a:cubicBezTo>
                    <a:cubicBezTo>
                      <a:pt x="122" y="72"/>
                      <a:pt x="122" y="72"/>
                      <a:pt x="122" y="72"/>
                    </a:cubicBezTo>
                    <a:cubicBezTo>
                      <a:pt x="113" y="72"/>
                      <a:pt x="113" y="72"/>
                      <a:pt x="113" y="72"/>
                    </a:cubicBezTo>
                    <a:cubicBezTo>
                      <a:pt x="113" y="64"/>
                      <a:pt x="113" y="64"/>
                      <a:pt x="113" y="64"/>
                    </a:cubicBezTo>
                    <a:cubicBezTo>
                      <a:pt x="122" y="64"/>
                      <a:pt x="122" y="64"/>
                      <a:pt x="122" y="64"/>
                    </a:cubicBezTo>
                    <a:cubicBezTo>
                      <a:pt x="122" y="25"/>
                      <a:pt x="122" y="25"/>
                      <a:pt x="122" y="25"/>
                    </a:cubicBezTo>
                    <a:cubicBezTo>
                      <a:pt x="117" y="20"/>
                      <a:pt x="112" y="15"/>
                      <a:pt x="106" y="11"/>
                    </a:cubicBezTo>
                    <a:cubicBezTo>
                      <a:pt x="106" y="25"/>
                      <a:pt x="106" y="25"/>
                      <a:pt x="106" y="25"/>
                    </a:cubicBezTo>
                    <a:cubicBezTo>
                      <a:pt x="110" y="21"/>
                      <a:pt x="110" y="21"/>
                      <a:pt x="110" y="21"/>
                    </a:cubicBezTo>
                    <a:cubicBezTo>
                      <a:pt x="110" y="21"/>
                      <a:pt x="110" y="21"/>
                      <a:pt x="110" y="21"/>
                    </a:cubicBezTo>
                    <a:cubicBezTo>
                      <a:pt x="115" y="27"/>
                      <a:pt x="115" y="27"/>
                      <a:pt x="115" y="27"/>
                    </a:cubicBezTo>
                    <a:cubicBezTo>
                      <a:pt x="106" y="36"/>
                      <a:pt x="106" y="36"/>
                      <a:pt x="106" y="36"/>
                    </a:cubicBezTo>
                    <a:cubicBezTo>
                      <a:pt x="106" y="100"/>
                      <a:pt x="106" y="100"/>
                      <a:pt x="106" y="100"/>
                    </a:cubicBezTo>
                    <a:cubicBezTo>
                      <a:pt x="115" y="109"/>
                      <a:pt x="115" y="109"/>
                      <a:pt x="115" y="109"/>
                    </a:cubicBezTo>
                    <a:cubicBezTo>
                      <a:pt x="110" y="115"/>
                      <a:pt x="110" y="115"/>
                      <a:pt x="110" y="115"/>
                    </a:cubicBezTo>
                    <a:cubicBezTo>
                      <a:pt x="106" y="111"/>
                      <a:pt x="106" y="111"/>
                      <a:pt x="106" y="111"/>
                    </a:cubicBezTo>
                    <a:lnTo>
                      <a:pt x="106" y="125"/>
                    </a:lnTo>
                    <a:close/>
                    <a:moveTo>
                      <a:pt x="68" y="136"/>
                    </a:moveTo>
                    <a:cubicBezTo>
                      <a:pt x="82" y="136"/>
                      <a:pt x="95" y="132"/>
                      <a:pt x="106" y="125"/>
                    </a:cubicBezTo>
                    <a:cubicBezTo>
                      <a:pt x="106" y="111"/>
                      <a:pt x="106" y="111"/>
                      <a:pt x="106" y="111"/>
                    </a:cubicBezTo>
                    <a:cubicBezTo>
                      <a:pt x="97" y="102"/>
                      <a:pt x="97" y="102"/>
                      <a:pt x="97" y="102"/>
                    </a:cubicBezTo>
                    <a:cubicBezTo>
                      <a:pt x="102" y="97"/>
                      <a:pt x="102" y="97"/>
                      <a:pt x="102" y="97"/>
                    </a:cubicBezTo>
                    <a:cubicBezTo>
                      <a:pt x="102" y="97"/>
                      <a:pt x="102" y="97"/>
                      <a:pt x="102" y="97"/>
                    </a:cubicBezTo>
                    <a:cubicBezTo>
                      <a:pt x="106" y="100"/>
                      <a:pt x="106" y="100"/>
                      <a:pt x="106" y="100"/>
                    </a:cubicBezTo>
                    <a:cubicBezTo>
                      <a:pt x="106" y="36"/>
                      <a:pt x="106" y="36"/>
                      <a:pt x="106" y="36"/>
                    </a:cubicBezTo>
                    <a:cubicBezTo>
                      <a:pt x="102" y="39"/>
                      <a:pt x="102" y="39"/>
                      <a:pt x="102" y="39"/>
                    </a:cubicBezTo>
                    <a:cubicBezTo>
                      <a:pt x="97" y="34"/>
                      <a:pt x="97" y="34"/>
                      <a:pt x="97" y="34"/>
                    </a:cubicBezTo>
                    <a:cubicBezTo>
                      <a:pt x="106" y="25"/>
                      <a:pt x="106" y="25"/>
                      <a:pt x="106" y="25"/>
                    </a:cubicBezTo>
                    <a:cubicBezTo>
                      <a:pt x="106" y="11"/>
                      <a:pt x="106" y="11"/>
                      <a:pt x="106" y="11"/>
                    </a:cubicBezTo>
                    <a:cubicBezTo>
                      <a:pt x="95" y="4"/>
                      <a:pt x="82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8" y="5"/>
                      <a:pt x="68" y="5"/>
                      <a:pt x="68" y="5"/>
                    </a:cubicBezTo>
                    <a:cubicBezTo>
                      <a:pt x="72" y="5"/>
                      <a:pt x="72" y="5"/>
                      <a:pt x="72" y="5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9" y="63"/>
                      <a:pt x="69" y="63"/>
                      <a:pt x="69" y="63"/>
                    </a:cubicBezTo>
                    <a:cubicBezTo>
                      <a:pt x="90" y="42"/>
                      <a:pt x="90" y="42"/>
                      <a:pt x="90" y="42"/>
                    </a:cubicBezTo>
                    <a:cubicBezTo>
                      <a:pt x="96" y="48"/>
                      <a:pt x="96" y="48"/>
                      <a:pt x="96" y="48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68" y="74"/>
                      <a:pt x="68" y="74"/>
                      <a:pt x="68" y="74"/>
                    </a:cubicBezTo>
                    <a:cubicBezTo>
                      <a:pt x="68" y="112"/>
                      <a:pt x="68" y="112"/>
                      <a:pt x="68" y="112"/>
                    </a:cubicBezTo>
                    <a:cubicBezTo>
                      <a:pt x="72" y="112"/>
                      <a:pt x="72" y="112"/>
                      <a:pt x="72" y="112"/>
                    </a:cubicBezTo>
                    <a:cubicBezTo>
                      <a:pt x="72" y="131"/>
                      <a:pt x="72" y="131"/>
                      <a:pt x="72" y="131"/>
                    </a:cubicBezTo>
                    <a:cubicBezTo>
                      <a:pt x="72" y="131"/>
                      <a:pt x="72" y="131"/>
                      <a:pt x="72" y="131"/>
                    </a:cubicBezTo>
                    <a:cubicBezTo>
                      <a:pt x="68" y="131"/>
                      <a:pt x="68" y="131"/>
                      <a:pt x="68" y="131"/>
                    </a:cubicBezTo>
                    <a:cubicBezTo>
                      <a:pt x="68" y="136"/>
                      <a:pt x="68" y="136"/>
                      <a:pt x="68" y="136"/>
                    </a:cubicBezTo>
                    <a:close/>
                    <a:moveTo>
                      <a:pt x="68" y="0"/>
                    </a:moveTo>
                    <a:cubicBezTo>
                      <a:pt x="54" y="0"/>
                      <a:pt x="41" y="4"/>
                      <a:pt x="30" y="11"/>
                    </a:cubicBezTo>
                    <a:cubicBezTo>
                      <a:pt x="30" y="25"/>
                      <a:pt x="30" y="25"/>
                      <a:pt x="30" y="25"/>
                    </a:cubicBezTo>
                    <a:cubicBezTo>
                      <a:pt x="40" y="34"/>
                      <a:pt x="40" y="34"/>
                      <a:pt x="40" y="34"/>
                    </a:cubicBezTo>
                    <a:cubicBezTo>
                      <a:pt x="34" y="39"/>
                      <a:pt x="34" y="39"/>
                      <a:pt x="34" y="39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0" y="100"/>
                      <a:pt x="30" y="100"/>
                      <a:pt x="30" y="100"/>
                    </a:cubicBezTo>
                    <a:cubicBezTo>
                      <a:pt x="34" y="97"/>
                      <a:pt x="34" y="97"/>
                      <a:pt x="34" y="97"/>
                    </a:cubicBezTo>
                    <a:cubicBezTo>
                      <a:pt x="40" y="102"/>
                      <a:pt x="40" y="102"/>
                      <a:pt x="40" y="102"/>
                    </a:cubicBezTo>
                    <a:cubicBezTo>
                      <a:pt x="30" y="111"/>
                      <a:pt x="30" y="111"/>
                      <a:pt x="30" y="111"/>
                    </a:cubicBezTo>
                    <a:cubicBezTo>
                      <a:pt x="30" y="125"/>
                      <a:pt x="30" y="125"/>
                      <a:pt x="30" y="125"/>
                    </a:cubicBezTo>
                    <a:cubicBezTo>
                      <a:pt x="41" y="132"/>
                      <a:pt x="54" y="136"/>
                      <a:pt x="68" y="136"/>
                    </a:cubicBezTo>
                    <a:cubicBezTo>
                      <a:pt x="68" y="131"/>
                      <a:pt x="68" y="131"/>
                      <a:pt x="68" y="131"/>
                    </a:cubicBezTo>
                    <a:cubicBezTo>
                      <a:pt x="64" y="131"/>
                      <a:pt x="64" y="131"/>
                      <a:pt x="64" y="131"/>
                    </a:cubicBezTo>
                    <a:cubicBezTo>
                      <a:pt x="64" y="112"/>
                      <a:pt x="64" y="112"/>
                      <a:pt x="64" y="112"/>
                    </a:cubicBezTo>
                    <a:cubicBezTo>
                      <a:pt x="68" y="112"/>
                      <a:pt x="68" y="112"/>
                      <a:pt x="68" y="112"/>
                    </a:cubicBezTo>
                    <a:cubicBezTo>
                      <a:pt x="68" y="74"/>
                      <a:pt x="68" y="74"/>
                      <a:pt x="68" y="74"/>
                    </a:cubicBezTo>
                    <a:cubicBezTo>
                      <a:pt x="52" y="58"/>
                      <a:pt x="52" y="58"/>
                      <a:pt x="52" y="58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57" y="52"/>
                      <a:pt x="57" y="52"/>
                      <a:pt x="57" y="52"/>
                    </a:cubicBezTo>
                    <a:cubicBezTo>
                      <a:pt x="68" y="63"/>
                      <a:pt x="68" y="63"/>
                      <a:pt x="68" y="63"/>
                    </a:cubicBezTo>
                    <a:cubicBezTo>
                      <a:pt x="68" y="24"/>
                      <a:pt x="68" y="24"/>
                      <a:pt x="68" y="24"/>
                    </a:cubicBezTo>
                    <a:cubicBezTo>
                      <a:pt x="64" y="24"/>
                      <a:pt x="64" y="24"/>
                      <a:pt x="64" y="24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4" y="5"/>
                      <a:pt x="64" y="5"/>
                      <a:pt x="64" y="5"/>
                    </a:cubicBezTo>
                    <a:cubicBezTo>
                      <a:pt x="68" y="5"/>
                      <a:pt x="68" y="5"/>
                      <a:pt x="68" y="5"/>
                    </a:cubicBezTo>
                    <a:lnTo>
                      <a:pt x="68" y="0"/>
                    </a:lnTo>
                    <a:close/>
                    <a:moveTo>
                      <a:pt x="30" y="11"/>
                    </a:moveTo>
                    <a:cubicBezTo>
                      <a:pt x="25" y="15"/>
                      <a:pt x="19" y="20"/>
                      <a:pt x="15" y="25"/>
                    </a:cubicBezTo>
                    <a:cubicBezTo>
                      <a:pt x="15" y="64"/>
                      <a:pt x="15" y="64"/>
                      <a:pt x="15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64"/>
                      <a:pt x="24" y="64"/>
                      <a:pt x="24" y="64"/>
                    </a:cubicBezTo>
                    <a:cubicBezTo>
                      <a:pt x="24" y="72"/>
                      <a:pt x="24" y="72"/>
                      <a:pt x="24" y="72"/>
                    </a:cubicBezTo>
                    <a:cubicBezTo>
                      <a:pt x="15" y="72"/>
                      <a:pt x="15" y="72"/>
                      <a:pt x="15" y="72"/>
                    </a:cubicBezTo>
                    <a:cubicBezTo>
                      <a:pt x="15" y="111"/>
                      <a:pt x="15" y="111"/>
                      <a:pt x="15" y="111"/>
                    </a:cubicBezTo>
                    <a:cubicBezTo>
                      <a:pt x="19" y="116"/>
                      <a:pt x="25" y="121"/>
                      <a:pt x="30" y="125"/>
                    </a:cubicBezTo>
                    <a:cubicBezTo>
                      <a:pt x="30" y="111"/>
                      <a:pt x="30" y="111"/>
                      <a:pt x="30" y="111"/>
                    </a:cubicBezTo>
                    <a:cubicBezTo>
                      <a:pt x="27" y="115"/>
                      <a:pt x="27" y="115"/>
                      <a:pt x="27" y="115"/>
                    </a:cubicBezTo>
                    <a:cubicBezTo>
                      <a:pt x="27" y="115"/>
                      <a:pt x="27" y="115"/>
                      <a:pt x="27" y="115"/>
                    </a:cubicBezTo>
                    <a:cubicBezTo>
                      <a:pt x="21" y="109"/>
                      <a:pt x="21" y="109"/>
                      <a:pt x="21" y="109"/>
                    </a:cubicBezTo>
                    <a:cubicBezTo>
                      <a:pt x="30" y="100"/>
                      <a:pt x="30" y="100"/>
                      <a:pt x="30" y="100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30" y="25"/>
                      <a:pt x="30" y="25"/>
                      <a:pt x="30" y="25"/>
                    </a:cubicBezTo>
                    <a:lnTo>
                      <a:pt x="30" y="11"/>
                    </a:lnTo>
                    <a:close/>
                    <a:moveTo>
                      <a:pt x="15" y="25"/>
                    </a:moveTo>
                    <a:cubicBezTo>
                      <a:pt x="6" y="37"/>
                      <a:pt x="0" y="52"/>
                      <a:pt x="0" y="68"/>
                    </a:cubicBezTo>
                    <a:cubicBezTo>
                      <a:pt x="0" y="84"/>
                      <a:pt x="6" y="99"/>
                      <a:pt x="15" y="111"/>
                    </a:cubicBezTo>
                    <a:cubicBezTo>
                      <a:pt x="15" y="72"/>
                      <a:pt x="15" y="72"/>
                      <a:pt x="15" y="72"/>
                    </a:cubicBezTo>
                    <a:cubicBezTo>
                      <a:pt x="6" y="72"/>
                      <a:pt x="6" y="72"/>
                      <a:pt x="6" y="72"/>
                    </a:cubicBezTo>
                    <a:cubicBezTo>
                      <a:pt x="6" y="64"/>
                      <a:pt x="6" y="64"/>
                      <a:pt x="6" y="64"/>
                    </a:cubicBezTo>
                    <a:cubicBezTo>
                      <a:pt x="15" y="64"/>
                      <a:pt x="15" y="64"/>
                      <a:pt x="15" y="64"/>
                    </a:cubicBezTo>
                    <a:lnTo>
                      <a:pt x="15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46" name="Freeform 275"/>
              <p:cNvSpPr/>
              <p:nvPr/>
            </p:nvSpPr>
            <p:spPr bwMode="auto">
              <a:xfrm>
                <a:off x="-3414713" y="5214938"/>
                <a:ext cx="266700" cy="769938"/>
              </a:xfrm>
              <a:custGeom>
                <a:avLst/>
                <a:gdLst>
                  <a:gd name="T0" fmla="*/ 8 w 71"/>
                  <a:gd name="T1" fmla="*/ 24 h 205"/>
                  <a:gd name="T2" fmla="*/ 1 w 71"/>
                  <a:gd name="T3" fmla="*/ 49 h 205"/>
                  <a:gd name="T4" fmla="*/ 6 w 71"/>
                  <a:gd name="T5" fmla="*/ 71 h 205"/>
                  <a:gd name="T6" fmla="*/ 26 w 71"/>
                  <a:gd name="T7" fmla="*/ 93 h 205"/>
                  <a:gd name="T8" fmla="*/ 26 w 71"/>
                  <a:gd name="T9" fmla="*/ 205 h 205"/>
                  <a:gd name="T10" fmla="*/ 45 w 71"/>
                  <a:gd name="T11" fmla="*/ 205 h 205"/>
                  <a:gd name="T12" fmla="*/ 45 w 71"/>
                  <a:gd name="T13" fmla="*/ 93 h 205"/>
                  <a:gd name="T14" fmla="*/ 65 w 71"/>
                  <a:gd name="T15" fmla="*/ 71 h 205"/>
                  <a:gd name="T16" fmla="*/ 70 w 71"/>
                  <a:gd name="T17" fmla="*/ 49 h 205"/>
                  <a:gd name="T18" fmla="*/ 63 w 71"/>
                  <a:gd name="T19" fmla="*/ 24 h 205"/>
                  <a:gd name="T20" fmla="*/ 47 w 71"/>
                  <a:gd name="T21" fmla="*/ 0 h 205"/>
                  <a:gd name="T22" fmla="*/ 52 w 71"/>
                  <a:gd name="T23" fmla="*/ 48 h 205"/>
                  <a:gd name="T24" fmla="*/ 46 w 71"/>
                  <a:gd name="T25" fmla="*/ 48 h 205"/>
                  <a:gd name="T26" fmla="*/ 41 w 71"/>
                  <a:gd name="T27" fmla="*/ 0 h 205"/>
                  <a:gd name="T28" fmla="*/ 35 w 71"/>
                  <a:gd name="T29" fmla="*/ 0 h 205"/>
                  <a:gd name="T30" fmla="*/ 30 w 71"/>
                  <a:gd name="T31" fmla="*/ 0 h 205"/>
                  <a:gd name="T32" fmla="*/ 25 w 71"/>
                  <a:gd name="T33" fmla="*/ 48 h 205"/>
                  <a:gd name="T34" fmla="*/ 19 w 71"/>
                  <a:gd name="T35" fmla="*/ 48 h 205"/>
                  <a:gd name="T36" fmla="*/ 24 w 71"/>
                  <a:gd name="T37" fmla="*/ 0 h 205"/>
                  <a:gd name="T38" fmla="*/ 8 w 71"/>
                  <a:gd name="T39" fmla="*/ 24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1" h="205">
                    <a:moveTo>
                      <a:pt x="8" y="24"/>
                    </a:moveTo>
                    <a:cubicBezTo>
                      <a:pt x="5" y="32"/>
                      <a:pt x="2" y="40"/>
                      <a:pt x="1" y="49"/>
                    </a:cubicBezTo>
                    <a:cubicBezTo>
                      <a:pt x="0" y="57"/>
                      <a:pt x="2" y="63"/>
                      <a:pt x="6" y="71"/>
                    </a:cubicBezTo>
                    <a:cubicBezTo>
                      <a:pt x="10" y="78"/>
                      <a:pt x="17" y="88"/>
                      <a:pt x="26" y="93"/>
                    </a:cubicBezTo>
                    <a:cubicBezTo>
                      <a:pt x="26" y="205"/>
                      <a:pt x="26" y="205"/>
                      <a:pt x="26" y="205"/>
                    </a:cubicBezTo>
                    <a:cubicBezTo>
                      <a:pt x="45" y="205"/>
                      <a:pt x="45" y="205"/>
                      <a:pt x="45" y="205"/>
                    </a:cubicBezTo>
                    <a:cubicBezTo>
                      <a:pt x="45" y="93"/>
                      <a:pt x="45" y="93"/>
                      <a:pt x="45" y="93"/>
                    </a:cubicBezTo>
                    <a:cubicBezTo>
                      <a:pt x="54" y="88"/>
                      <a:pt x="61" y="78"/>
                      <a:pt x="65" y="71"/>
                    </a:cubicBezTo>
                    <a:cubicBezTo>
                      <a:pt x="69" y="63"/>
                      <a:pt x="71" y="57"/>
                      <a:pt x="70" y="49"/>
                    </a:cubicBezTo>
                    <a:cubicBezTo>
                      <a:pt x="69" y="40"/>
                      <a:pt x="66" y="32"/>
                      <a:pt x="63" y="24"/>
                    </a:cubicBezTo>
                    <a:cubicBezTo>
                      <a:pt x="60" y="17"/>
                      <a:pt x="56" y="1"/>
                      <a:pt x="47" y="0"/>
                    </a:cubicBezTo>
                    <a:cubicBezTo>
                      <a:pt x="52" y="48"/>
                      <a:pt x="52" y="48"/>
                      <a:pt x="52" y="48"/>
                    </a:cubicBezTo>
                    <a:cubicBezTo>
                      <a:pt x="46" y="48"/>
                      <a:pt x="46" y="48"/>
                      <a:pt x="46" y="48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25" y="48"/>
                      <a:pt x="25" y="48"/>
                      <a:pt x="25" y="48"/>
                    </a:cubicBezTo>
                    <a:cubicBezTo>
                      <a:pt x="19" y="48"/>
                      <a:pt x="19" y="48"/>
                      <a:pt x="19" y="48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5" y="1"/>
                      <a:pt x="11" y="17"/>
                      <a:pt x="8" y="2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47" name="Freeform 276"/>
              <p:cNvSpPr/>
              <p:nvPr/>
            </p:nvSpPr>
            <p:spPr bwMode="auto">
              <a:xfrm>
                <a:off x="-3028950" y="5214938"/>
                <a:ext cx="173037" cy="769938"/>
              </a:xfrm>
              <a:custGeom>
                <a:avLst/>
                <a:gdLst>
                  <a:gd name="T0" fmla="*/ 0 w 46"/>
                  <a:gd name="T1" fmla="*/ 57 h 205"/>
                  <a:gd name="T2" fmla="*/ 26 w 46"/>
                  <a:gd name="T3" fmla="*/ 114 h 205"/>
                  <a:gd name="T4" fmla="*/ 26 w 46"/>
                  <a:gd name="T5" fmla="*/ 205 h 205"/>
                  <a:gd name="T6" fmla="*/ 46 w 46"/>
                  <a:gd name="T7" fmla="*/ 205 h 205"/>
                  <a:gd name="T8" fmla="*/ 46 w 46"/>
                  <a:gd name="T9" fmla="*/ 0 h 205"/>
                  <a:gd name="T10" fmla="*/ 26 w 46"/>
                  <a:gd name="T11" fmla="*/ 0 h 205"/>
                  <a:gd name="T12" fmla="*/ 0 w 46"/>
                  <a:gd name="T13" fmla="*/ 5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" h="205">
                    <a:moveTo>
                      <a:pt x="0" y="57"/>
                    </a:moveTo>
                    <a:cubicBezTo>
                      <a:pt x="0" y="108"/>
                      <a:pt x="21" y="114"/>
                      <a:pt x="26" y="114"/>
                    </a:cubicBezTo>
                    <a:cubicBezTo>
                      <a:pt x="26" y="205"/>
                      <a:pt x="26" y="205"/>
                      <a:pt x="26" y="205"/>
                    </a:cubicBezTo>
                    <a:cubicBezTo>
                      <a:pt x="46" y="205"/>
                      <a:pt x="46" y="205"/>
                      <a:pt x="46" y="205"/>
                    </a:cubicBezTo>
                    <a:cubicBezTo>
                      <a:pt x="46" y="0"/>
                      <a:pt x="46" y="0"/>
                      <a:pt x="46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6" y="0"/>
                      <a:pt x="0" y="0"/>
                      <a:pt x="0" y="5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48" name="Oval 277"/>
              <p:cNvSpPr>
                <a:spLocks noChangeArrowheads="1"/>
              </p:cNvSpPr>
              <p:nvPr/>
            </p:nvSpPr>
            <p:spPr bwMode="auto">
              <a:xfrm>
                <a:off x="-4083050" y="7588250"/>
                <a:ext cx="55562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49" name="Oval 278"/>
              <p:cNvSpPr>
                <a:spLocks noChangeArrowheads="1"/>
              </p:cNvSpPr>
              <p:nvPr/>
            </p:nvSpPr>
            <p:spPr bwMode="auto">
              <a:xfrm>
                <a:off x="-4027488" y="7531100"/>
                <a:ext cx="46037" cy="4127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0" name="Oval 279"/>
              <p:cNvSpPr>
                <a:spLocks noChangeArrowheads="1"/>
              </p:cNvSpPr>
              <p:nvPr/>
            </p:nvSpPr>
            <p:spPr bwMode="auto">
              <a:xfrm>
                <a:off x="-4071938" y="7453313"/>
                <a:ext cx="33337" cy="3016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1" name="Oval 280"/>
              <p:cNvSpPr>
                <a:spLocks noChangeArrowheads="1"/>
              </p:cNvSpPr>
              <p:nvPr/>
            </p:nvSpPr>
            <p:spPr bwMode="auto">
              <a:xfrm>
                <a:off x="-4083050" y="7324725"/>
                <a:ext cx="55562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2" name="Freeform 281"/>
              <p:cNvSpPr>
                <a:spLocks noEditPoints="1"/>
              </p:cNvSpPr>
              <p:nvPr/>
            </p:nvSpPr>
            <p:spPr bwMode="auto">
              <a:xfrm>
                <a:off x="-4162425" y="7070725"/>
                <a:ext cx="285750" cy="641350"/>
              </a:xfrm>
              <a:custGeom>
                <a:avLst/>
                <a:gdLst>
                  <a:gd name="T0" fmla="*/ 41 w 76"/>
                  <a:gd name="T1" fmla="*/ 9 h 171"/>
                  <a:gd name="T2" fmla="*/ 40 w 76"/>
                  <a:gd name="T3" fmla="*/ 15 h 171"/>
                  <a:gd name="T4" fmla="*/ 40 w 76"/>
                  <a:gd name="T5" fmla="*/ 26 h 171"/>
                  <a:gd name="T6" fmla="*/ 36 w 76"/>
                  <a:gd name="T7" fmla="*/ 26 h 171"/>
                  <a:gd name="T8" fmla="*/ 36 w 76"/>
                  <a:gd name="T9" fmla="*/ 56 h 171"/>
                  <a:gd name="T10" fmla="*/ 40 w 76"/>
                  <a:gd name="T11" fmla="*/ 56 h 171"/>
                  <a:gd name="T12" fmla="*/ 40 w 76"/>
                  <a:gd name="T13" fmla="*/ 79 h 171"/>
                  <a:gd name="T14" fmla="*/ 40 w 76"/>
                  <a:gd name="T15" fmla="*/ 89 h 171"/>
                  <a:gd name="T16" fmla="*/ 46 w 76"/>
                  <a:gd name="T17" fmla="*/ 96 h 171"/>
                  <a:gd name="T18" fmla="*/ 48 w 76"/>
                  <a:gd name="T19" fmla="*/ 96 h 171"/>
                  <a:gd name="T20" fmla="*/ 53 w 76"/>
                  <a:gd name="T21" fmla="*/ 89 h 171"/>
                  <a:gd name="T22" fmla="*/ 53 w 76"/>
                  <a:gd name="T23" fmla="*/ 56 h 171"/>
                  <a:gd name="T24" fmla="*/ 58 w 76"/>
                  <a:gd name="T25" fmla="*/ 56 h 171"/>
                  <a:gd name="T26" fmla="*/ 58 w 76"/>
                  <a:gd name="T27" fmla="*/ 56 h 171"/>
                  <a:gd name="T28" fmla="*/ 58 w 76"/>
                  <a:gd name="T29" fmla="*/ 156 h 171"/>
                  <a:gd name="T30" fmla="*/ 36 w 76"/>
                  <a:gd name="T31" fmla="*/ 156 h 171"/>
                  <a:gd name="T32" fmla="*/ 36 w 76"/>
                  <a:gd name="T33" fmla="*/ 171 h 171"/>
                  <a:gd name="T34" fmla="*/ 72 w 76"/>
                  <a:gd name="T35" fmla="*/ 171 h 171"/>
                  <a:gd name="T36" fmla="*/ 72 w 76"/>
                  <a:gd name="T37" fmla="*/ 26 h 171"/>
                  <a:gd name="T38" fmla="*/ 53 w 76"/>
                  <a:gd name="T39" fmla="*/ 26 h 171"/>
                  <a:gd name="T40" fmla="*/ 53 w 76"/>
                  <a:gd name="T41" fmla="*/ 18 h 171"/>
                  <a:gd name="T42" fmla="*/ 70 w 76"/>
                  <a:gd name="T43" fmla="*/ 14 h 171"/>
                  <a:gd name="T44" fmla="*/ 75 w 76"/>
                  <a:gd name="T45" fmla="*/ 6 h 171"/>
                  <a:gd name="T46" fmla="*/ 67 w 76"/>
                  <a:gd name="T47" fmla="*/ 1 h 171"/>
                  <a:gd name="T48" fmla="*/ 46 w 76"/>
                  <a:gd name="T49" fmla="*/ 6 h 171"/>
                  <a:gd name="T50" fmla="*/ 41 w 76"/>
                  <a:gd name="T51" fmla="*/ 9 h 171"/>
                  <a:gd name="T52" fmla="*/ 36 w 76"/>
                  <a:gd name="T53" fmla="*/ 26 h 171"/>
                  <a:gd name="T54" fmla="*/ 0 w 76"/>
                  <a:gd name="T55" fmla="*/ 26 h 171"/>
                  <a:gd name="T56" fmla="*/ 0 w 76"/>
                  <a:gd name="T57" fmla="*/ 171 h 171"/>
                  <a:gd name="T58" fmla="*/ 36 w 76"/>
                  <a:gd name="T59" fmla="*/ 171 h 171"/>
                  <a:gd name="T60" fmla="*/ 36 w 76"/>
                  <a:gd name="T61" fmla="*/ 156 h 171"/>
                  <a:gd name="T62" fmla="*/ 15 w 76"/>
                  <a:gd name="T63" fmla="*/ 156 h 171"/>
                  <a:gd name="T64" fmla="*/ 15 w 76"/>
                  <a:gd name="T65" fmla="*/ 56 h 171"/>
                  <a:gd name="T66" fmla="*/ 36 w 76"/>
                  <a:gd name="T67" fmla="*/ 56 h 171"/>
                  <a:gd name="T68" fmla="*/ 36 w 76"/>
                  <a:gd name="T69" fmla="*/ 26 h 1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76" h="171">
                    <a:moveTo>
                      <a:pt x="41" y="9"/>
                    </a:moveTo>
                    <a:cubicBezTo>
                      <a:pt x="40" y="10"/>
                      <a:pt x="40" y="13"/>
                      <a:pt x="40" y="15"/>
                    </a:cubicBezTo>
                    <a:cubicBezTo>
                      <a:pt x="40" y="15"/>
                      <a:pt x="40" y="19"/>
                      <a:pt x="40" y="26"/>
                    </a:cubicBezTo>
                    <a:cubicBezTo>
                      <a:pt x="36" y="26"/>
                      <a:pt x="36" y="26"/>
                      <a:pt x="36" y="26"/>
                    </a:cubicBezTo>
                    <a:cubicBezTo>
                      <a:pt x="36" y="56"/>
                      <a:pt x="36" y="56"/>
                      <a:pt x="36" y="56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40" y="68"/>
                      <a:pt x="40" y="78"/>
                      <a:pt x="40" y="79"/>
                    </a:cubicBezTo>
                    <a:cubicBezTo>
                      <a:pt x="40" y="81"/>
                      <a:pt x="40" y="89"/>
                      <a:pt x="40" y="89"/>
                    </a:cubicBezTo>
                    <a:cubicBezTo>
                      <a:pt x="40" y="93"/>
                      <a:pt x="42" y="96"/>
                      <a:pt x="46" y="96"/>
                    </a:cubicBezTo>
                    <a:cubicBezTo>
                      <a:pt x="47" y="96"/>
                      <a:pt x="47" y="96"/>
                      <a:pt x="48" y="96"/>
                    </a:cubicBezTo>
                    <a:cubicBezTo>
                      <a:pt x="51" y="95"/>
                      <a:pt x="53" y="92"/>
                      <a:pt x="53" y="89"/>
                    </a:cubicBezTo>
                    <a:cubicBezTo>
                      <a:pt x="53" y="56"/>
                      <a:pt x="53" y="56"/>
                      <a:pt x="53" y="56"/>
                    </a:cubicBezTo>
                    <a:cubicBezTo>
                      <a:pt x="58" y="56"/>
                      <a:pt x="58" y="56"/>
                      <a:pt x="58" y="56"/>
                    </a:cubicBezTo>
                    <a:cubicBezTo>
                      <a:pt x="58" y="56"/>
                      <a:pt x="58" y="56"/>
                      <a:pt x="58" y="56"/>
                    </a:cubicBezTo>
                    <a:cubicBezTo>
                      <a:pt x="58" y="156"/>
                      <a:pt x="58" y="156"/>
                      <a:pt x="58" y="156"/>
                    </a:cubicBezTo>
                    <a:cubicBezTo>
                      <a:pt x="36" y="156"/>
                      <a:pt x="36" y="156"/>
                      <a:pt x="36" y="156"/>
                    </a:cubicBezTo>
                    <a:cubicBezTo>
                      <a:pt x="36" y="171"/>
                      <a:pt x="36" y="171"/>
                      <a:pt x="36" y="171"/>
                    </a:cubicBezTo>
                    <a:cubicBezTo>
                      <a:pt x="72" y="171"/>
                      <a:pt x="72" y="171"/>
                      <a:pt x="72" y="171"/>
                    </a:cubicBezTo>
                    <a:cubicBezTo>
                      <a:pt x="72" y="26"/>
                      <a:pt x="72" y="26"/>
                      <a:pt x="72" y="26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8"/>
                      <a:pt x="53" y="18"/>
                      <a:pt x="53" y="18"/>
                    </a:cubicBezTo>
                    <a:cubicBezTo>
                      <a:pt x="70" y="14"/>
                      <a:pt x="70" y="14"/>
                      <a:pt x="70" y="14"/>
                    </a:cubicBezTo>
                    <a:cubicBezTo>
                      <a:pt x="74" y="13"/>
                      <a:pt x="76" y="10"/>
                      <a:pt x="75" y="6"/>
                    </a:cubicBezTo>
                    <a:cubicBezTo>
                      <a:pt x="75" y="3"/>
                      <a:pt x="71" y="0"/>
                      <a:pt x="67" y="1"/>
                    </a:cubicBezTo>
                    <a:cubicBezTo>
                      <a:pt x="66" y="1"/>
                      <a:pt x="48" y="5"/>
                      <a:pt x="46" y="6"/>
                    </a:cubicBezTo>
                    <a:cubicBezTo>
                      <a:pt x="44" y="6"/>
                      <a:pt x="42" y="7"/>
                      <a:pt x="41" y="9"/>
                    </a:cubicBezTo>
                    <a:close/>
                    <a:moveTo>
                      <a:pt x="36" y="26"/>
                    </a:moveTo>
                    <a:cubicBezTo>
                      <a:pt x="0" y="26"/>
                      <a:pt x="0" y="26"/>
                      <a:pt x="0" y="26"/>
                    </a:cubicBezTo>
                    <a:cubicBezTo>
                      <a:pt x="0" y="171"/>
                      <a:pt x="0" y="171"/>
                      <a:pt x="0" y="171"/>
                    </a:cubicBezTo>
                    <a:cubicBezTo>
                      <a:pt x="36" y="171"/>
                      <a:pt x="36" y="171"/>
                      <a:pt x="36" y="171"/>
                    </a:cubicBezTo>
                    <a:cubicBezTo>
                      <a:pt x="36" y="156"/>
                      <a:pt x="36" y="156"/>
                      <a:pt x="36" y="156"/>
                    </a:cubicBezTo>
                    <a:cubicBezTo>
                      <a:pt x="15" y="156"/>
                      <a:pt x="15" y="156"/>
                      <a:pt x="15" y="156"/>
                    </a:cubicBezTo>
                    <a:cubicBezTo>
                      <a:pt x="15" y="56"/>
                      <a:pt x="15" y="56"/>
                      <a:pt x="15" y="56"/>
                    </a:cubicBezTo>
                    <a:cubicBezTo>
                      <a:pt x="36" y="56"/>
                      <a:pt x="36" y="56"/>
                      <a:pt x="36" y="56"/>
                    </a:cubicBezTo>
                    <a:lnTo>
                      <a:pt x="36" y="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3" name="Freeform 282"/>
              <p:cNvSpPr/>
              <p:nvPr/>
            </p:nvSpPr>
            <p:spPr bwMode="auto">
              <a:xfrm>
                <a:off x="-1938338" y="4310063"/>
                <a:ext cx="311150" cy="187325"/>
              </a:xfrm>
              <a:custGeom>
                <a:avLst/>
                <a:gdLst>
                  <a:gd name="T0" fmla="*/ 196 w 196"/>
                  <a:gd name="T1" fmla="*/ 0 h 118"/>
                  <a:gd name="T2" fmla="*/ 14 w 196"/>
                  <a:gd name="T3" fmla="*/ 0 h 118"/>
                  <a:gd name="T4" fmla="*/ 14 w 196"/>
                  <a:gd name="T5" fmla="*/ 36 h 118"/>
                  <a:gd name="T6" fmla="*/ 0 w 196"/>
                  <a:gd name="T7" fmla="*/ 36 h 118"/>
                  <a:gd name="T8" fmla="*/ 0 w 196"/>
                  <a:gd name="T9" fmla="*/ 85 h 118"/>
                  <a:gd name="T10" fmla="*/ 14 w 196"/>
                  <a:gd name="T11" fmla="*/ 85 h 118"/>
                  <a:gd name="T12" fmla="*/ 14 w 196"/>
                  <a:gd name="T13" fmla="*/ 118 h 118"/>
                  <a:gd name="T14" fmla="*/ 196 w 196"/>
                  <a:gd name="T15" fmla="*/ 118 h 118"/>
                  <a:gd name="T16" fmla="*/ 196 w 196"/>
                  <a:gd name="T17" fmla="*/ 0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118">
                    <a:moveTo>
                      <a:pt x="196" y="0"/>
                    </a:moveTo>
                    <a:lnTo>
                      <a:pt x="14" y="0"/>
                    </a:lnTo>
                    <a:lnTo>
                      <a:pt x="14" y="36"/>
                    </a:lnTo>
                    <a:lnTo>
                      <a:pt x="0" y="36"/>
                    </a:lnTo>
                    <a:lnTo>
                      <a:pt x="0" y="85"/>
                    </a:lnTo>
                    <a:lnTo>
                      <a:pt x="14" y="85"/>
                    </a:lnTo>
                    <a:lnTo>
                      <a:pt x="14" y="118"/>
                    </a:lnTo>
                    <a:lnTo>
                      <a:pt x="196" y="118"/>
                    </a:lnTo>
                    <a:lnTo>
                      <a:pt x="19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4" name="Rectangle 283"/>
              <p:cNvSpPr>
                <a:spLocks noChangeArrowheads="1"/>
              </p:cNvSpPr>
              <p:nvPr/>
            </p:nvSpPr>
            <p:spPr bwMode="auto">
              <a:xfrm>
                <a:off x="-2190750" y="4227512"/>
                <a:ext cx="49212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5" name="Oval 284"/>
              <p:cNvSpPr>
                <a:spLocks noChangeArrowheads="1"/>
              </p:cNvSpPr>
              <p:nvPr/>
            </p:nvSpPr>
            <p:spPr bwMode="auto">
              <a:xfrm>
                <a:off x="-2133600" y="4343400"/>
                <a:ext cx="96837" cy="101600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6" name="Freeform 285"/>
              <p:cNvSpPr>
                <a:spLocks noEditPoints="1"/>
              </p:cNvSpPr>
              <p:nvPr/>
            </p:nvSpPr>
            <p:spPr bwMode="auto">
              <a:xfrm>
                <a:off x="-2220913" y="4268787"/>
                <a:ext cx="263525" cy="506413"/>
              </a:xfrm>
              <a:custGeom>
                <a:avLst/>
                <a:gdLst>
                  <a:gd name="T0" fmla="*/ 36 w 70"/>
                  <a:gd name="T1" fmla="*/ 135 h 135"/>
                  <a:gd name="T2" fmla="*/ 70 w 70"/>
                  <a:gd name="T3" fmla="*/ 135 h 135"/>
                  <a:gd name="T4" fmla="*/ 70 w 70"/>
                  <a:gd name="T5" fmla="*/ 47 h 135"/>
                  <a:gd name="T6" fmla="*/ 70 w 70"/>
                  <a:gd name="T7" fmla="*/ 26 h 135"/>
                  <a:gd name="T8" fmla="*/ 70 w 70"/>
                  <a:gd name="T9" fmla="*/ 0 h 135"/>
                  <a:gd name="T10" fmla="*/ 36 w 70"/>
                  <a:gd name="T11" fmla="*/ 0 h 135"/>
                  <a:gd name="T12" fmla="*/ 36 w 70"/>
                  <a:gd name="T13" fmla="*/ 7 h 135"/>
                  <a:gd name="T14" fmla="*/ 36 w 70"/>
                  <a:gd name="T15" fmla="*/ 7 h 135"/>
                  <a:gd name="T16" fmla="*/ 62 w 70"/>
                  <a:gd name="T17" fmla="*/ 34 h 135"/>
                  <a:gd name="T18" fmla="*/ 36 w 70"/>
                  <a:gd name="T19" fmla="*/ 60 h 135"/>
                  <a:gd name="T20" fmla="*/ 36 w 70"/>
                  <a:gd name="T21" fmla="*/ 135 h 135"/>
                  <a:gd name="T22" fmla="*/ 0 w 70"/>
                  <a:gd name="T23" fmla="*/ 135 h 135"/>
                  <a:gd name="T24" fmla="*/ 36 w 70"/>
                  <a:gd name="T25" fmla="*/ 135 h 135"/>
                  <a:gd name="T26" fmla="*/ 36 w 70"/>
                  <a:gd name="T27" fmla="*/ 60 h 135"/>
                  <a:gd name="T28" fmla="*/ 9 w 70"/>
                  <a:gd name="T29" fmla="*/ 34 h 135"/>
                  <a:gd name="T30" fmla="*/ 36 w 70"/>
                  <a:gd name="T31" fmla="*/ 7 h 135"/>
                  <a:gd name="T32" fmla="*/ 36 w 70"/>
                  <a:gd name="T33" fmla="*/ 0 h 135"/>
                  <a:gd name="T34" fmla="*/ 0 w 70"/>
                  <a:gd name="T35" fmla="*/ 0 h 135"/>
                  <a:gd name="T36" fmla="*/ 0 w 70"/>
                  <a:gd name="T37" fmla="*/ 135 h 135"/>
                  <a:gd name="T38" fmla="*/ 36 w 70"/>
                  <a:gd name="T39" fmla="*/ 7 h 135"/>
                  <a:gd name="T40" fmla="*/ 36 w 70"/>
                  <a:gd name="T41" fmla="*/ 7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0" h="135">
                    <a:moveTo>
                      <a:pt x="36" y="135"/>
                    </a:moveTo>
                    <a:cubicBezTo>
                      <a:pt x="70" y="135"/>
                      <a:pt x="70" y="135"/>
                      <a:pt x="70" y="135"/>
                    </a:cubicBezTo>
                    <a:cubicBezTo>
                      <a:pt x="70" y="47"/>
                      <a:pt x="70" y="47"/>
                      <a:pt x="70" y="47"/>
                    </a:cubicBezTo>
                    <a:cubicBezTo>
                      <a:pt x="70" y="26"/>
                      <a:pt x="70" y="26"/>
                      <a:pt x="70" y="26"/>
                    </a:cubicBezTo>
                    <a:cubicBezTo>
                      <a:pt x="70" y="0"/>
                      <a:pt x="70" y="0"/>
                      <a:pt x="70" y="0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51" y="7"/>
                      <a:pt x="62" y="19"/>
                      <a:pt x="62" y="34"/>
                    </a:cubicBezTo>
                    <a:cubicBezTo>
                      <a:pt x="62" y="48"/>
                      <a:pt x="51" y="60"/>
                      <a:pt x="36" y="60"/>
                    </a:cubicBezTo>
                    <a:lnTo>
                      <a:pt x="36" y="135"/>
                    </a:lnTo>
                    <a:close/>
                    <a:moveTo>
                      <a:pt x="0" y="135"/>
                    </a:moveTo>
                    <a:cubicBezTo>
                      <a:pt x="36" y="135"/>
                      <a:pt x="36" y="135"/>
                      <a:pt x="36" y="135"/>
                    </a:cubicBezTo>
                    <a:cubicBezTo>
                      <a:pt x="36" y="60"/>
                      <a:pt x="36" y="60"/>
                      <a:pt x="36" y="60"/>
                    </a:cubicBezTo>
                    <a:cubicBezTo>
                      <a:pt x="21" y="60"/>
                      <a:pt x="9" y="48"/>
                      <a:pt x="9" y="34"/>
                    </a:cubicBezTo>
                    <a:cubicBezTo>
                      <a:pt x="9" y="19"/>
                      <a:pt x="21" y="7"/>
                      <a:pt x="36" y="7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5"/>
                      <a:pt x="0" y="135"/>
                      <a:pt x="0" y="135"/>
                    </a:cubicBezTo>
                    <a:close/>
                    <a:moveTo>
                      <a:pt x="36" y="7"/>
                    </a:moveTo>
                    <a:cubicBezTo>
                      <a:pt x="36" y="7"/>
                      <a:pt x="36" y="7"/>
                      <a:pt x="36" y="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7" name="Freeform 286"/>
              <p:cNvSpPr>
                <a:spLocks noEditPoints="1"/>
              </p:cNvSpPr>
              <p:nvPr/>
            </p:nvSpPr>
            <p:spPr bwMode="auto">
              <a:xfrm>
                <a:off x="-4286250" y="7899400"/>
                <a:ext cx="511175" cy="511175"/>
              </a:xfrm>
              <a:custGeom>
                <a:avLst/>
                <a:gdLst>
                  <a:gd name="T0" fmla="*/ 68 w 136"/>
                  <a:gd name="T1" fmla="*/ 136 h 136"/>
                  <a:gd name="T2" fmla="*/ 136 w 136"/>
                  <a:gd name="T3" fmla="*/ 68 h 136"/>
                  <a:gd name="T4" fmla="*/ 68 w 136"/>
                  <a:gd name="T5" fmla="*/ 0 h 136"/>
                  <a:gd name="T6" fmla="*/ 68 w 136"/>
                  <a:gd name="T7" fmla="*/ 0 h 136"/>
                  <a:gd name="T8" fmla="*/ 68 w 136"/>
                  <a:gd name="T9" fmla="*/ 48 h 136"/>
                  <a:gd name="T10" fmla="*/ 102 w 136"/>
                  <a:gd name="T11" fmla="*/ 33 h 136"/>
                  <a:gd name="T12" fmla="*/ 81 w 136"/>
                  <a:gd name="T13" fmla="*/ 81 h 136"/>
                  <a:gd name="T14" fmla="*/ 68 w 136"/>
                  <a:gd name="T15" fmla="*/ 87 h 136"/>
                  <a:gd name="T16" fmla="*/ 68 w 136"/>
                  <a:gd name="T17" fmla="*/ 136 h 136"/>
                  <a:gd name="T18" fmla="*/ 68 w 136"/>
                  <a:gd name="T19" fmla="*/ 0 h 136"/>
                  <a:gd name="T20" fmla="*/ 0 w 136"/>
                  <a:gd name="T21" fmla="*/ 68 h 136"/>
                  <a:gd name="T22" fmla="*/ 68 w 136"/>
                  <a:gd name="T23" fmla="*/ 136 h 136"/>
                  <a:gd name="T24" fmla="*/ 68 w 136"/>
                  <a:gd name="T25" fmla="*/ 87 h 136"/>
                  <a:gd name="T26" fmla="*/ 33 w 136"/>
                  <a:gd name="T27" fmla="*/ 103 h 136"/>
                  <a:gd name="T28" fmla="*/ 54 w 136"/>
                  <a:gd name="T29" fmla="*/ 54 h 136"/>
                  <a:gd name="T30" fmla="*/ 54 w 136"/>
                  <a:gd name="T31" fmla="*/ 54 h 136"/>
                  <a:gd name="T32" fmla="*/ 68 w 136"/>
                  <a:gd name="T33" fmla="*/ 48 h 136"/>
                  <a:gd name="T34" fmla="*/ 68 w 136"/>
                  <a:gd name="T35" fmla="*/ 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6" h="136">
                    <a:moveTo>
                      <a:pt x="68" y="136"/>
                    </a:moveTo>
                    <a:cubicBezTo>
                      <a:pt x="105" y="136"/>
                      <a:pt x="136" y="105"/>
                      <a:pt x="136" y="68"/>
                    </a:cubicBezTo>
                    <a:cubicBezTo>
                      <a:pt x="136" y="30"/>
                      <a:pt x="105" y="0"/>
                      <a:pt x="68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68" y="48"/>
                      <a:pt x="68" y="48"/>
                      <a:pt x="68" y="48"/>
                    </a:cubicBezTo>
                    <a:cubicBezTo>
                      <a:pt x="102" y="33"/>
                      <a:pt x="102" y="33"/>
                      <a:pt x="102" y="33"/>
                    </a:cubicBezTo>
                    <a:cubicBezTo>
                      <a:pt x="81" y="81"/>
                      <a:pt x="81" y="81"/>
                      <a:pt x="81" y="81"/>
                    </a:cubicBezTo>
                    <a:cubicBezTo>
                      <a:pt x="68" y="87"/>
                      <a:pt x="68" y="87"/>
                      <a:pt x="68" y="87"/>
                    </a:cubicBezTo>
                    <a:cubicBezTo>
                      <a:pt x="68" y="136"/>
                      <a:pt x="68" y="136"/>
                      <a:pt x="68" y="136"/>
                    </a:cubicBezTo>
                    <a:close/>
                    <a:moveTo>
                      <a:pt x="68" y="0"/>
                    </a:moveTo>
                    <a:cubicBezTo>
                      <a:pt x="30" y="0"/>
                      <a:pt x="0" y="30"/>
                      <a:pt x="0" y="68"/>
                    </a:cubicBezTo>
                    <a:cubicBezTo>
                      <a:pt x="0" y="105"/>
                      <a:pt x="30" y="136"/>
                      <a:pt x="68" y="136"/>
                    </a:cubicBezTo>
                    <a:cubicBezTo>
                      <a:pt x="68" y="87"/>
                      <a:pt x="68" y="87"/>
                      <a:pt x="68" y="87"/>
                    </a:cubicBezTo>
                    <a:cubicBezTo>
                      <a:pt x="33" y="103"/>
                      <a:pt x="33" y="103"/>
                      <a:pt x="33" y="103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68" y="48"/>
                      <a:pt x="68" y="48"/>
                      <a:pt x="68" y="48"/>
                    </a:cubicBezTo>
                    <a:lnTo>
                      <a:pt x="6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8" name="Oval 287"/>
              <p:cNvSpPr>
                <a:spLocks noChangeArrowheads="1"/>
              </p:cNvSpPr>
              <p:nvPr/>
            </p:nvSpPr>
            <p:spPr bwMode="auto">
              <a:xfrm>
                <a:off x="-4060825" y="8121650"/>
                <a:ext cx="60325" cy="603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59" name="Freeform 288"/>
              <p:cNvSpPr>
                <a:spLocks noEditPoints="1"/>
              </p:cNvSpPr>
              <p:nvPr/>
            </p:nvSpPr>
            <p:spPr bwMode="auto">
              <a:xfrm>
                <a:off x="-4921250" y="2854325"/>
                <a:ext cx="338137" cy="660400"/>
              </a:xfrm>
              <a:custGeom>
                <a:avLst/>
                <a:gdLst>
                  <a:gd name="T0" fmla="*/ 45 w 90"/>
                  <a:gd name="T1" fmla="*/ 176 h 176"/>
                  <a:gd name="T2" fmla="*/ 90 w 90"/>
                  <a:gd name="T3" fmla="*/ 176 h 176"/>
                  <a:gd name="T4" fmla="*/ 90 w 90"/>
                  <a:gd name="T5" fmla="*/ 0 h 176"/>
                  <a:gd name="T6" fmla="*/ 45 w 90"/>
                  <a:gd name="T7" fmla="*/ 0 h 176"/>
                  <a:gd name="T8" fmla="*/ 45 w 90"/>
                  <a:gd name="T9" fmla="*/ 10 h 176"/>
                  <a:gd name="T10" fmla="*/ 82 w 90"/>
                  <a:gd name="T11" fmla="*/ 10 h 176"/>
                  <a:gd name="T12" fmla="*/ 82 w 90"/>
                  <a:gd name="T13" fmla="*/ 44 h 176"/>
                  <a:gd name="T14" fmla="*/ 45 w 90"/>
                  <a:gd name="T15" fmla="*/ 44 h 176"/>
                  <a:gd name="T16" fmla="*/ 45 w 90"/>
                  <a:gd name="T17" fmla="*/ 51 h 176"/>
                  <a:gd name="T18" fmla="*/ 82 w 90"/>
                  <a:gd name="T19" fmla="*/ 51 h 176"/>
                  <a:gd name="T20" fmla="*/ 82 w 90"/>
                  <a:gd name="T21" fmla="*/ 85 h 176"/>
                  <a:gd name="T22" fmla="*/ 45 w 90"/>
                  <a:gd name="T23" fmla="*/ 85 h 176"/>
                  <a:gd name="T24" fmla="*/ 45 w 90"/>
                  <a:gd name="T25" fmla="*/ 99 h 176"/>
                  <a:gd name="T26" fmla="*/ 56 w 90"/>
                  <a:gd name="T27" fmla="*/ 110 h 176"/>
                  <a:gd name="T28" fmla="*/ 45 w 90"/>
                  <a:gd name="T29" fmla="*/ 121 h 176"/>
                  <a:gd name="T30" fmla="*/ 45 w 90"/>
                  <a:gd name="T31" fmla="*/ 138 h 176"/>
                  <a:gd name="T32" fmla="*/ 56 w 90"/>
                  <a:gd name="T33" fmla="*/ 149 h 176"/>
                  <a:gd name="T34" fmla="*/ 45 w 90"/>
                  <a:gd name="T35" fmla="*/ 160 h 176"/>
                  <a:gd name="T36" fmla="*/ 45 w 90"/>
                  <a:gd name="T37" fmla="*/ 176 h 176"/>
                  <a:gd name="T38" fmla="*/ 0 w 90"/>
                  <a:gd name="T39" fmla="*/ 176 h 176"/>
                  <a:gd name="T40" fmla="*/ 45 w 90"/>
                  <a:gd name="T41" fmla="*/ 176 h 176"/>
                  <a:gd name="T42" fmla="*/ 45 w 90"/>
                  <a:gd name="T43" fmla="*/ 160 h 176"/>
                  <a:gd name="T44" fmla="*/ 45 w 90"/>
                  <a:gd name="T45" fmla="*/ 160 h 176"/>
                  <a:gd name="T46" fmla="*/ 45 w 90"/>
                  <a:gd name="T47" fmla="*/ 160 h 176"/>
                  <a:gd name="T48" fmla="*/ 34 w 90"/>
                  <a:gd name="T49" fmla="*/ 149 h 176"/>
                  <a:gd name="T50" fmla="*/ 45 w 90"/>
                  <a:gd name="T51" fmla="*/ 138 h 176"/>
                  <a:gd name="T52" fmla="*/ 45 w 90"/>
                  <a:gd name="T53" fmla="*/ 138 h 176"/>
                  <a:gd name="T54" fmla="*/ 45 w 90"/>
                  <a:gd name="T55" fmla="*/ 121 h 176"/>
                  <a:gd name="T56" fmla="*/ 45 w 90"/>
                  <a:gd name="T57" fmla="*/ 121 h 176"/>
                  <a:gd name="T58" fmla="*/ 45 w 90"/>
                  <a:gd name="T59" fmla="*/ 121 h 176"/>
                  <a:gd name="T60" fmla="*/ 34 w 90"/>
                  <a:gd name="T61" fmla="*/ 110 h 176"/>
                  <a:gd name="T62" fmla="*/ 45 w 90"/>
                  <a:gd name="T63" fmla="*/ 99 h 176"/>
                  <a:gd name="T64" fmla="*/ 45 w 90"/>
                  <a:gd name="T65" fmla="*/ 99 h 176"/>
                  <a:gd name="T66" fmla="*/ 45 w 90"/>
                  <a:gd name="T67" fmla="*/ 85 h 176"/>
                  <a:gd name="T68" fmla="*/ 9 w 90"/>
                  <a:gd name="T69" fmla="*/ 85 h 176"/>
                  <a:gd name="T70" fmla="*/ 9 w 90"/>
                  <a:gd name="T71" fmla="*/ 51 h 176"/>
                  <a:gd name="T72" fmla="*/ 9 w 90"/>
                  <a:gd name="T73" fmla="*/ 51 h 176"/>
                  <a:gd name="T74" fmla="*/ 45 w 90"/>
                  <a:gd name="T75" fmla="*/ 51 h 176"/>
                  <a:gd name="T76" fmla="*/ 45 w 90"/>
                  <a:gd name="T77" fmla="*/ 44 h 176"/>
                  <a:gd name="T78" fmla="*/ 9 w 90"/>
                  <a:gd name="T79" fmla="*/ 44 h 176"/>
                  <a:gd name="T80" fmla="*/ 9 w 90"/>
                  <a:gd name="T81" fmla="*/ 10 h 176"/>
                  <a:gd name="T82" fmla="*/ 9 w 90"/>
                  <a:gd name="T83" fmla="*/ 10 h 176"/>
                  <a:gd name="T84" fmla="*/ 45 w 90"/>
                  <a:gd name="T85" fmla="*/ 10 h 176"/>
                  <a:gd name="T86" fmla="*/ 45 w 90"/>
                  <a:gd name="T87" fmla="*/ 0 h 176"/>
                  <a:gd name="T88" fmla="*/ 0 w 90"/>
                  <a:gd name="T89" fmla="*/ 0 h 176"/>
                  <a:gd name="T90" fmla="*/ 0 w 90"/>
                  <a:gd name="T91" fmla="*/ 176 h 1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90" h="176">
                    <a:moveTo>
                      <a:pt x="45" y="176"/>
                    </a:moveTo>
                    <a:cubicBezTo>
                      <a:pt x="90" y="176"/>
                      <a:pt x="90" y="176"/>
                      <a:pt x="90" y="176"/>
                    </a:cubicBezTo>
                    <a:cubicBezTo>
                      <a:pt x="90" y="0"/>
                      <a:pt x="90" y="0"/>
                      <a:pt x="90" y="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82" y="10"/>
                      <a:pt x="82" y="10"/>
                      <a:pt x="82" y="10"/>
                    </a:cubicBezTo>
                    <a:cubicBezTo>
                      <a:pt x="82" y="44"/>
                      <a:pt x="82" y="44"/>
                      <a:pt x="82" y="44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82" y="51"/>
                      <a:pt x="82" y="51"/>
                      <a:pt x="82" y="51"/>
                    </a:cubicBezTo>
                    <a:cubicBezTo>
                      <a:pt x="82" y="85"/>
                      <a:pt x="82" y="85"/>
                      <a:pt x="82" y="85"/>
                    </a:cubicBezTo>
                    <a:cubicBezTo>
                      <a:pt x="45" y="85"/>
                      <a:pt x="45" y="85"/>
                      <a:pt x="45" y="85"/>
                    </a:cubicBezTo>
                    <a:cubicBezTo>
                      <a:pt x="45" y="99"/>
                      <a:pt x="45" y="99"/>
                      <a:pt x="45" y="99"/>
                    </a:cubicBezTo>
                    <a:cubicBezTo>
                      <a:pt x="51" y="99"/>
                      <a:pt x="56" y="104"/>
                      <a:pt x="56" y="110"/>
                    </a:cubicBezTo>
                    <a:cubicBezTo>
                      <a:pt x="56" y="116"/>
                      <a:pt x="51" y="121"/>
                      <a:pt x="45" y="121"/>
                    </a:cubicBezTo>
                    <a:cubicBezTo>
                      <a:pt x="45" y="138"/>
                      <a:pt x="45" y="138"/>
                      <a:pt x="45" y="138"/>
                    </a:cubicBezTo>
                    <a:cubicBezTo>
                      <a:pt x="51" y="138"/>
                      <a:pt x="56" y="143"/>
                      <a:pt x="56" y="149"/>
                    </a:cubicBezTo>
                    <a:cubicBezTo>
                      <a:pt x="56" y="155"/>
                      <a:pt x="51" y="160"/>
                      <a:pt x="45" y="160"/>
                    </a:cubicBezTo>
                    <a:lnTo>
                      <a:pt x="45" y="176"/>
                    </a:lnTo>
                    <a:close/>
                    <a:moveTo>
                      <a:pt x="0" y="176"/>
                    </a:moveTo>
                    <a:cubicBezTo>
                      <a:pt x="45" y="176"/>
                      <a:pt x="45" y="176"/>
                      <a:pt x="45" y="176"/>
                    </a:cubicBezTo>
                    <a:cubicBezTo>
                      <a:pt x="45" y="160"/>
                      <a:pt x="45" y="160"/>
                      <a:pt x="45" y="160"/>
                    </a:cubicBezTo>
                    <a:cubicBezTo>
                      <a:pt x="45" y="160"/>
                      <a:pt x="45" y="160"/>
                      <a:pt x="45" y="160"/>
                    </a:cubicBezTo>
                    <a:cubicBezTo>
                      <a:pt x="45" y="160"/>
                      <a:pt x="45" y="160"/>
                      <a:pt x="45" y="160"/>
                    </a:cubicBezTo>
                    <a:cubicBezTo>
                      <a:pt x="39" y="160"/>
                      <a:pt x="34" y="155"/>
                      <a:pt x="34" y="149"/>
                    </a:cubicBezTo>
                    <a:cubicBezTo>
                      <a:pt x="34" y="143"/>
                      <a:pt x="39" y="138"/>
                      <a:pt x="45" y="138"/>
                    </a:cubicBezTo>
                    <a:cubicBezTo>
                      <a:pt x="45" y="138"/>
                      <a:pt x="45" y="138"/>
                      <a:pt x="45" y="138"/>
                    </a:cubicBezTo>
                    <a:cubicBezTo>
                      <a:pt x="45" y="121"/>
                      <a:pt x="45" y="121"/>
                      <a:pt x="45" y="121"/>
                    </a:cubicBezTo>
                    <a:cubicBezTo>
                      <a:pt x="45" y="121"/>
                      <a:pt x="45" y="121"/>
                      <a:pt x="45" y="121"/>
                    </a:cubicBezTo>
                    <a:cubicBezTo>
                      <a:pt x="45" y="121"/>
                      <a:pt x="45" y="121"/>
                      <a:pt x="45" y="121"/>
                    </a:cubicBezTo>
                    <a:cubicBezTo>
                      <a:pt x="39" y="121"/>
                      <a:pt x="34" y="116"/>
                      <a:pt x="34" y="110"/>
                    </a:cubicBezTo>
                    <a:cubicBezTo>
                      <a:pt x="34" y="104"/>
                      <a:pt x="39" y="99"/>
                      <a:pt x="45" y="99"/>
                    </a:cubicBezTo>
                    <a:cubicBezTo>
                      <a:pt x="45" y="99"/>
                      <a:pt x="45" y="99"/>
                      <a:pt x="45" y="99"/>
                    </a:cubicBezTo>
                    <a:cubicBezTo>
                      <a:pt x="45" y="85"/>
                      <a:pt x="45" y="85"/>
                      <a:pt x="45" y="85"/>
                    </a:cubicBezTo>
                    <a:cubicBezTo>
                      <a:pt x="9" y="85"/>
                      <a:pt x="9" y="85"/>
                      <a:pt x="9" y="85"/>
                    </a:cubicBezTo>
                    <a:cubicBezTo>
                      <a:pt x="9" y="51"/>
                      <a:pt x="9" y="51"/>
                      <a:pt x="9" y="51"/>
                    </a:cubicBezTo>
                    <a:cubicBezTo>
                      <a:pt x="9" y="51"/>
                      <a:pt x="9" y="51"/>
                      <a:pt x="9" y="51"/>
                    </a:cubicBezTo>
                    <a:cubicBezTo>
                      <a:pt x="45" y="51"/>
                      <a:pt x="45" y="51"/>
                      <a:pt x="45" y="51"/>
                    </a:cubicBezTo>
                    <a:cubicBezTo>
                      <a:pt x="45" y="44"/>
                      <a:pt x="45" y="44"/>
                      <a:pt x="45" y="44"/>
                    </a:cubicBezTo>
                    <a:cubicBezTo>
                      <a:pt x="9" y="44"/>
                      <a:pt x="9" y="44"/>
                      <a:pt x="9" y="44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9" y="10"/>
                      <a:pt x="9" y="10"/>
                      <a:pt x="9" y="10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0"/>
                      <a:pt x="45" y="0"/>
                      <a:pt x="45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0" name="Freeform 289"/>
              <p:cNvSpPr/>
              <p:nvPr/>
            </p:nvSpPr>
            <p:spPr bwMode="auto">
              <a:xfrm>
                <a:off x="-4556125" y="2854325"/>
                <a:ext cx="141287" cy="660400"/>
              </a:xfrm>
              <a:custGeom>
                <a:avLst/>
                <a:gdLst>
                  <a:gd name="T0" fmla="*/ 89 w 89"/>
                  <a:gd name="T1" fmla="*/ 392 h 416"/>
                  <a:gd name="T2" fmla="*/ 89 w 89"/>
                  <a:gd name="T3" fmla="*/ 70 h 416"/>
                  <a:gd name="T4" fmla="*/ 0 w 89"/>
                  <a:gd name="T5" fmla="*/ 0 h 416"/>
                  <a:gd name="T6" fmla="*/ 0 w 89"/>
                  <a:gd name="T7" fmla="*/ 416 h 416"/>
                  <a:gd name="T8" fmla="*/ 89 w 89"/>
                  <a:gd name="T9" fmla="*/ 392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9" h="416">
                    <a:moveTo>
                      <a:pt x="89" y="392"/>
                    </a:moveTo>
                    <a:lnTo>
                      <a:pt x="89" y="70"/>
                    </a:lnTo>
                    <a:lnTo>
                      <a:pt x="0" y="0"/>
                    </a:lnTo>
                    <a:lnTo>
                      <a:pt x="0" y="416"/>
                    </a:lnTo>
                    <a:lnTo>
                      <a:pt x="89" y="3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1" name="Rectangle 290"/>
              <p:cNvSpPr>
                <a:spLocks noChangeArrowheads="1"/>
              </p:cNvSpPr>
              <p:nvPr/>
            </p:nvSpPr>
            <p:spPr bwMode="auto">
              <a:xfrm>
                <a:off x="-4868863" y="2909887"/>
                <a:ext cx="236537" cy="904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2" name="Rectangle 291"/>
              <p:cNvSpPr>
                <a:spLocks noChangeArrowheads="1"/>
              </p:cNvSpPr>
              <p:nvPr/>
            </p:nvSpPr>
            <p:spPr bwMode="auto">
              <a:xfrm>
                <a:off x="-4868863" y="3063875"/>
                <a:ext cx="236537" cy="904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3" name="Freeform 292"/>
              <p:cNvSpPr>
                <a:spLocks noEditPoints="1"/>
              </p:cNvSpPr>
              <p:nvPr/>
            </p:nvSpPr>
            <p:spPr bwMode="auto">
              <a:xfrm>
                <a:off x="-2968625" y="346075"/>
                <a:ext cx="627062" cy="622300"/>
              </a:xfrm>
              <a:custGeom>
                <a:avLst/>
                <a:gdLst>
                  <a:gd name="T0" fmla="*/ 167 w 167"/>
                  <a:gd name="T1" fmla="*/ 0 h 166"/>
                  <a:gd name="T2" fmla="*/ 84 w 167"/>
                  <a:gd name="T3" fmla="*/ 0 h 166"/>
                  <a:gd name="T4" fmla="*/ 84 w 167"/>
                  <a:gd name="T5" fmla="*/ 13 h 166"/>
                  <a:gd name="T6" fmla="*/ 84 w 167"/>
                  <a:gd name="T7" fmla="*/ 13 h 166"/>
                  <a:gd name="T8" fmla="*/ 84 w 167"/>
                  <a:gd name="T9" fmla="*/ 13 h 166"/>
                  <a:gd name="T10" fmla="*/ 97 w 167"/>
                  <a:gd name="T11" fmla="*/ 26 h 166"/>
                  <a:gd name="T12" fmla="*/ 84 w 167"/>
                  <a:gd name="T13" fmla="*/ 39 h 166"/>
                  <a:gd name="T14" fmla="*/ 84 w 167"/>
                  <a:gd name="T15" fmla="*/ 39 h 166"/>
                  <a:gd name="T16" fmla="*/ 84 w 167"/>
                  <a:gd name="T17" fmla="*/ 51 h 166"/>
                  <a:gd name="T18" fmla="*/ 106 w 167"/>
                  <a:gd name="T19" fmla="*/ 51 h 166"/>
                  <a:gd name="T20" fmla="*/ 106 w 167"/>
                  <a:gd name="T21" fmla="*/ 63 h 166"/>
                  <a:gd name="T22" fmla="*/ 106 w 167"/>
                  <a:gd name="T23" fmla="*/ 63 h 166"/>
                  <a:gd name="T24" fmla="*/ 91 w 167"/>
                  <a:gd name="T25" fmla="*/ 63 h 166"/>
                  <a:gd name="T26" fmla="*/ 91 w 167"/>
                  <a:gd name="T27" fmla="*/ 140 h 166"/>
                  <a:gd name="T28" fmla="*/ 106 w 167"/>
                  <a:gd name="T29" fmla="*/ 140 h 166"/>
                  <a:gd name="T30" fmla="*/ 106 w 167"/>
                  <a:gd name="T31" fmla="*/ 152 h 166"/>
                  <a:gd name="T32" fmla="*/ 84 w 167"/>
                  <a:gd name="T33" fmla="*/ 152 h 166"/>
                  <a:gd name="T34" fmla="*/ 84 w 167"/>
                  <a:gd name="T35" fmla="*/ 166 h 166"/>
                  <a:gd name="T36" fmla="*/ 167 w 167"/>
                  <a:gd name="T37" fmla="*/ 166 h 166"/>
                  <a:gd name="T38" fmla="*/ 167 w 167"/>
                  <a:gd name="T39" fmla="*/ 0 h 166"/>
                  <a:gd name="T40" fmla="*/ 84 w 167"/>
                  <a:gd name="T41" fmla="*/ 0 h 166"/>
                  <a:gd name="T42" fmla="*/ 0 w 167"/>
                  <a:gd name="T43" fmla="*/ 0 h 166"/>
                  <a:gd name="T44" fmla="*/ 0 w 167"/>
                  <a:gd name="T45" fmla="*/ 166 h 166"/>
                  <a:gd name="T46" fmla="*/ 84 w 167"/>
                  <a:gd name="T47" fmla="*/ 166 h 166"/>
                  <a:gd name="T48" fmla="*/ 84 w 167"/>
                  <a:gd name="T49" fmla="*/ 152 h 166"/>
                  <a:gd name="T50" fmla="*/ 62 w 167"/>
                  <a:gd name="T51" fmla="*/ 152 h 166"/>
                  <a:gd name="T52" fmla="*/ 62 w 167"/>
                  <a:gd name="T53" fmla="*/ 140 h 166"/>
                  <a:gd name="T54" fmla="*/ 77 w 167"/>
                  <a:gd name="T55" fmla="*/ 140 h 166"/>
                  <a:gd name="T56" fmla="*/ 77 w 167"/>
                  <a:gd name="T57" fmla="*/ 63 h 166"/>
                  <a:gd name="T58" fmla="*/ 62 w 167"/>
                  <a:gd name="T59" fmla="*/ 63 h 166"/>
                  <a:gd name="T60" fmla="*/ 62 w 167"/>
                  <a:gd name="T61" fmla="*/ 51 h 166"/>
                  <a:gd name="T62" fmla="*/ 84 w 167"/>
                  <a:gd name="T63" fmla="*/ 51 h 166"/>
                  <a:gd name="T64" fmla="*/ 84 w 167"/>
                  <a:gd name="T65" fmla="*/ 39 h 166"/>
                  <a:gd name="T66" fmla="*/ 71 w 167"/>
                  <a:gd name="T67" fmla="*/ 26 h 166"/>
                  <a:gd name="T68" fmla="*/ 84 w 167"/>
                  <a:gd name="T69" fmla="*/ 13 h 166"/>
                  <a:gd name="T70" fmla="*/ 84 w 167"/>
                  <a:gd name="T71" fmla="*/ 0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67" h="166">
                    <a:moveTo>
                      <a:pt x="167" y="0"/>
                    </a:moveTo>
                    <a:cubicBezTo>
                      <a:pt x="84" y="0"/>
                      <a:pt x="84" y="0"/>
                      <a:pt x="84" y="0"/>
                    </a:cubicBezTo>
                    <a:cubicBezTo>
                      <a:pt x="84" y="13"/>
                      <a:pt x="84" y="13"/>
                      <a:pt x="84" y="13"/>
                    </a:cubicBezTo>
                    <a:cubicBezTo>
                      <a:pt x="84" y="13"/>
                      <a:pt x="84" y="13"/>
                      <a:pt x="84" y="13"/>
                    </a:cubicBezTo>
                    <a:cubicBezTo>
                      <a:pt x="84" y="13"/>
                      <a:pt x="84" y="13"/>
                      <a:pt x="84" y="13"/>
                    </a:cubicBezTo>
                    <a:cubicBezTo>
                      <a:pt x="92" y="13"/>
                      <a:pt x="97" y="19"/>
                      <a:pt x="97" y="26"/>
                    </a:cubicBezTo>
                    <a:cubicBezTo>
                      <a:pt x="97" y="33"/>
                      <a:pt x="92" y="39"/>
                      <a:pt x="84" y="39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106" y="51"/>
                      <a:pt x="106" y="51"/>
                      <a:pt x="106" y="51"/>
                    </a:cubicBezTo>
                    <a:cubicBezTo>
                      <a:pt x="106" y="63"/>
                      <a:pt x="106" y="63"/>
                      <a:pt x="106" y="63"/>
                    </a:cubicBezTo>
                    <a:cubicBezTo>
                      <a:pt x="106" y="63"/>
                      <a:pt x="106" y="63"/>
                      <a:pt x="106" y="63"/>
                    </a:cubicBezTo>
                    <a:cubicBezTo>
                      <a:pt x="91" y="63"/>
                      <a:pt x="91" y="63"/>
                      <a:pt x="91" y="63"/>
                    </a:cubicBezTo>
                    <a:cubicBezTo>
                      <a:pt x="91" y="140"/>
                      <a:pt x="91" y="140"/>
                      <a:pt x="91" y="140"/>
                    </a:cubicBezTo>
                    <a:cubicBezTo>
                      <a:pt x="106" y="140"/>
                      <a:pt x="106" y="140"/>
                      <a:pt x="106" y="140"/>
                    </a:cubicBezTo>
                    <a:cubicBezTo>
                      <a:pt x="106" y="152"/>
                      <a:pt x="106" y="152"/>
                      <a:pt x="106" y="152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84" y="166"/>
                      <a:pt x="84" y="166"/>
                      <a:pt x="84" y="166"/>
                    </a:cubicBezTo>
                    <a:cubicBezTo>
                      <a:pt x="167" y="166"/>
                      <a:pt x="167" y="166"/>
                      <a:pt x="167" y="166"/>
                    </a:cubicBezTo>
                    <a:lnTo>
                      <a:pt x="167" y="0"/>
                    </a:lnTo>
                    <a:close/>
                    <a:moveTo>
                      <a:pt x="8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84" y="166"/>
                      <a:pt x="84" y="166"/>
                      <a:pt x="84" y="166"/>
                    </a:cubicBezTo>
                    <a:cubicBezTo>
                      <a:pt x="84" y="152"/>
                      <a:pt x="84" y="152"/>
                      <a:pt x="84" y="152"/>
                    </a:cubicBezTo>
                    <a:cubicBezTo>
                      <a:pt x="62" y="152"/>
                      <a:pt x="62" y="152"/>
                      <a:pt x="62" y="152"/>
                    </a:cubicBezTo>
                    <a:cubicBezTo>
                      <a:pt x="62" y="140"/>
                      <a:pt x="62" y="140"/>
                      <a:pt x="62" y="140"/>
                    </a:cubicBezTo>
                    <a:cubicBezTo>
                      <a:pt x="77" y="140"/>
                      <a:pt x="77" y="140"/>
                      <a:pt x="77" y="140"/>
                    </a:cubicBezTo>
                    <a:cubicBezTo>
                      <a:pt x="77" y="63"/>
                      <a:pt x="77" y="63"/>
                      <a:pt x="77" y="63"/>
                    </a:cubicBezTo>
                    <a:cubicBezTo>
                      <a:pt x="62" y="63"/>
                      <a:pt x="62" y="63"/>
                      <a:pt x="62" y="63"/>
                    </a:cubicBezTo>
                    <a:cubicBezTo>
                      <a:pt x="62" y="51"/>
                      <a:pt x="62" y="51"/>
                      <a:pt x="62" y="51"/>
                    </a:cubicBezTo>
                    <a:cubicBezTo>
                      <a:pt x="84" y="51"/>
                      <a:pt x="84" y="51"/>
                      <a:pt x="84" y="51"/>
                    </a:cubicBezTo>
                    <a:cubicBezTo>
                      <a:pt x="84" y="39"/>
                      <a:pt x="84" y="39"/>
                      <a:pt x="84" y="39"/>
                    </a:cubicBezTo>
                    <a:cubicBezTo>
                      <a:pt x="77" y="39"/>
                      <a:pt x="71" y="33"/>
                      <a:pt x="71" y="26"/>
                    </a:cubicBezTo>
                    <a:cubicBezTo>
                      <a:pt x="71" y="19"/>
                      <a:pt x="77" y="13"/>
                      <a:pt x="84" y="13"/>
                    </a:cubicBezTo>
                    <a:lnTo>
                      <a:pt x="8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4" name="Freeform 293"/>
              <p:cNvSpPr/>
              <p:nvPr/>
            </p:nvSpPr>
            <p:spPr bwMode="auto">
              <a:xfrm>
                <a:off x="-4448175" y="6721475"/>
                <a:ext cx="508000" cy="119063"/>
              </a:xfrm>
              <a:custGeom>
                <a:avLst/>
                <a:gdLst>
                  <a:gd name="T0" fmla="*/ 291 w 320"/>
                  <a:gd name="T1" fmla="*/ 47 h 75"/>
                  <a:gd name="T2" fmla="*/ 29 w 320"/>
                  <a:gd name="T3" fmla="*/ 47 h 75"/>
                  <a:gd name="T4" fmla="*/ 29 w 320"/>
                  <a:gd name="T5" fmla="*/ 0 h 75"/>
                  <a:gd name="T6" fmla="*/ 0 w 320"/>
                  <a:gd name="T7" fmla="*/ 0 h 75"/>
                  <a:gd name="T8" fmla="*/ 0 w 320"/>
                  <a:gd name="T9" fmla="*/ 75 h 75"/>
                  <a:gd name="T10" fmla="*/ 320 w 320"/>
                  <a:gd name="T11" fmla="*/ 75 h 75"/>
                  <a:gd name="T12" fmla="*/ 320 w 320"/>
                  <a:gd name="T13" fmla="*/ 0 h 75"/>
                  <a:gd name="T14" fmla="*/ 291 w 320"/>
                  <a:gd name="T15" fmla="*/ 0 h 75"/>
                  <a:gd name="T16" fmla="*/ 291 w 320"/>
                  <a:gd name="T17" fmla="*/ 47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0" h="75">
                    <a:moveTo>
                      <a:pt x="291" y="47"/>
                    </a:moveTo>
                    <a:lnTo>
                      <a:pt x="29" y="47"/>
                    </a:lnTo>
                    <a:lnTo>
                      <a:pt x="29" y="0"/>
                    </a:lnTo>
                    <a:lnTo>
                      <a:pt x="0" y="0"/>
                    </a:lnTo>
                    <a:lnTo>
                      <a:pt x="0" y="75"/>
                    </a:lnTo>
                    <a:lnTo>
                      <a:pt x="320" y="75"/>
                    </a:lnTo>
                    <a:lnTo>
                      <a:pt x="320" y="0"/>
                    </a:lnTo>
                    <a:lnTo>
                      <a:pt x="291" y="0"/>
                    </a:lnTo>
                    <a:lnTo>
                      <a:pt x="291" y="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5" name="Freeform 294"/>
              <p:cNvSpPr/>
              <p:nvPr/>
            </p:nvSpPr>
            <p:spPr bwMode="auto">
              <a:xfrm>
                <a:off x="-4376738" y="6361113"/>
                <a:ext cx="376237" cy="401638"/>
              </a:xfrm>
              <a:custGeom>
                <a:avLst/>
                <a:gdLst>
                  <a:gd name="T0" fmla="*/ 40 w 237"/>
                  <a:gd name="T1" fmla="*/ 146 h 253"/>
                  <a:gd name="T2" fmla="*/ 40 w 237"/>
                  <a:gd name="T3" fmla="*/ 253 h 253"/>
                  <a:gd name="T4" fmla="*/ 194 w 237"/>
                  <a:gd name="T5" fmla="*/ 253 h 253"/>
                  <a:gd name="T6" fmla="*/ 194 w 237"/>
                  <a:gd name="T7" fmla="*/ 146 h 253"/>
                  <a:gd name="T8" fmla="*/ 237 w 237"/>
                  <a:gd name="T9" fmla="*/ 146 h 253"/>
                  <a:gd name="T10" fmla="*/ 118 w 237"/>
                  <a:gd name="T11" fmla="*/ 0 h 253"/>
                  <a:gd name="T12" fmla="*/ 0 w 237"/>
                  <a:gd name="T13" fmla="*/ 146 h 253"/>
                  <a:gd name="T14" fmla="*/ 40 w 237"/>
                  <a:gd name="T15" fmla="*/ 146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37" h="253">
                    <a:moveTo>
                      <a:pt x="40" y="146"/>
                    </a:moveTo>
                    <a:lnTo>
                      <a:pt x="40" y="253"/>
                    </a:lnTo>
                    <a:lnTo>
                      <a:pt x="194" y="253"/>
                    </a:lnTo>
                    <a:lnTo>
                      <a:pt x="194" y="146"/>
                    </a:lnTo>
                    <a:lnTo>
                      <a:pt x="237" y="146"/>
                    </a:lnTo>
                    <a:lnTo>
                      <a:pt x="118" y="0"/>
                    </a:lnTo>
                    <a:lnTo>
                      <a:pt x="0" y="146"/>
                    </a:lnTo>
                    <a:lnTo>
                      <a:pt x="40" y="1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6" name="Freeform 295"/>
              <p:cNvSpPr>
                <a:spLocks noEditPoints="1"/>
              </p:cNvSpPr>
              <p:nvPr/>
            </p:nvSpPr>
            <p:spPr bwMode="auto">
              <a:xfrm>
                <a:off x="-1371600" y="2965450"/>
                <a:ext cx="539750" cy="428625"/>
              </a:xfrm>
              <a:custGeom>
                <a:avLst/>
                <a:gdLst>
                  <a:gd name="T0" fmla="*/ 129 w 144"/>
                  <a:gd name="T1" fmla="*/ 25 h 114"/>
                  <a:gd name="T2" fmla="*/ 116 w 144"/>
                  <a:gd name="T3" fmla="*/ 26 h 114"/>
                  <a:gd name="T4" fmla="*/ 116 w 144"/>
                  <a:gd name="T5" fmla="*/ 32 h 114"/>
                  <a:gd name="T6" fmla="*/ 131 w 144"/>
                  <a:gd name="T7" fmla="*/ 64 h 114"/>
                  <a:gd name="T8" fmla="*/ 131 w 144"/>
                  <a:gd name="T9" fmla="*/ 79 h 114"/>
                  <a:gd name="T10" fmla="*/ 116 w 144"/>
                  <a:gd name="T11" fmla="*/ 114 h 114"/>
                  <a:gd name="T12" fmla="*/ 144 w 144"/>
                  <a:gd name="T13" fmla="*/ 107 h 114"/>
                  <a:gd name="T14" fmla="*/ 144 w 144"/>
                  <a:gd name="T15" fmla="*/ 41 h 114"/>
                  <a:gd name="T16" fmla="*/ 116 w 144"/>
                  <a:gd name="T17" fmla="*/ 0 h 114"/>
                  <a:gd name="T18" fmla="*/ 72 w 144"/>
                  <a:gd name="T19" fmla="*/ 9 h 114"/>
                  <a:gd name="T20" fmla="*/ 116 w 144"/>
                  <a:gd name="T21" fmla="*/ 26 h 114"/>
                  <a:gd name="T22" fmla="*/ 72 w 144"/>
                  <a:gd name="T23" fmla="*/ 91 h 114"/>
                  <a:gd name="T24" fmla="*/ 110 w 144"/>
                  <a:gd name="T25" fmla="*/ 107 h 114"/>
                  <a:gd name="T26" fmla="*/ 116 w 144"/>
                  <a:gd name="T27" fmla="*/ 114 h 114"/>
                  <a:gd name="T28" fmla="*/ 102 w 144"/>
                  <a:gd name="T29" fmla="*/ 79 h 114"/>
                  <a:gd name="T30" fmla="*/ 116 w 144"/>
                  <a:gd name="T31" fmla="*/ 64 h 114"/>
                  <a:gd name="T32" fmla="*/ 72 w 144"/>
                  <a:gd name="T33" fmla="*/ 32 h 114"/>
                  <a:gd name="T34" fmla="*/ 72 w 144"/>
                  <a:gd name="T35" fmla="*/ 0 h 114"/>
                  <a:gd name="T36" fmla="*/ 27 w 144"/>
                  <a:gd name="T37" fmla="*/ 1 h 114"/>
                  <a:gd name="T38" fmla="*/ 36 w 144"/>
                  <a:gd name="T39" fmla="*/ 9 h 114"/>
                  <a:gd name="T40" fmla="*/ 72 w 144"/>
                  <a:gd name="T41" fmla="*/ 9 h 114"/>
                  <a:gd name="T42" fmla="*/ 27 w 144"/>
                  <a:gd name="T43" fmla="*/ 114 h 114"/>
                  <a:gd name="T44" fmla="*/ 34 w 144"/>
                  <a:gd name="T45" fmla="*/ 107 h 114"/>
                  <a:gd name="T46" fmla="*/ 72 w 144"/>
                  <a:gd name="T47" fmla="*/ 91 h 114"/>
                  <a:gd name="T48" fmla="*/ 27 w 144"/>
                  <a:gd name="T49" fmla="*/ 32 h 114"/>
                  <a:gd name="T50" fmla="*/ 42 w 144"/>
                  <a:gd name="T51" fmla="*/ 64 h 114"/>
                  <a:gd name="T52" fmla="*/ 42 w 144"/>
                  <a:gd name="T53" fmla="*/ 79 h 114"/>
                  <a:gd name="T54" fmla="*/ 27 w 144"/>
                  <a:gd name="T55" fmla="*/ 114 h 114"/>
                  <a:gd name="T56" fmla="*/ 14 w 144"/>
                  <a:gd name="T57" fmla="*/ 25 h 114"/>
                  <a:gd name="T58" fmla="*/ 0 w 144"/>
                  <a:gd name="T59" fmla="*/ 87 h 114"/>
                  <a:gd name="T60" fmla="*/ 0 w 144"/>
                  <a:gd name="T61" fmla="*/ 107 h 114"/>
                  <a:gd name="T62" fmla="*/ 27 w 144"/>
                  <a:gd name="T63" fmla="*/ 114 h 114"/>
                  <a:gd name="T64" fmla="*/ 13 w 144"/>
                  <a:gd name="T65" fmla="*/ 79 h 114"/>
                  <a:gd name="T66" fmla="*/ 27 w 144"/>
                  <a:gd name="T67" fmla="*/ 64 h 114"/>
                  <a:gd name="T68" fmla="*/ 24 w 144"/>
                  <a:gd name="T69" fmla="*/ 32 h 114"/>
                  <a:gd name="T70" fmla="*/ 27 w 144"/>
                  <a:gd name="T71" fmla="*/ 1 h 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4" h="114">
                    <a:moveTo>
                      <a:pt x="144" y="41"/>
                    </a:moveTo>
                    <a:cubicBezTo>
                      <a:pt x="129" y="25"/>
                      <a:pt x="129" y="25"/>
                      <a:pt x="129" y="25"/>
                    </a:cubicBezTo>
                    <a:cubicBezTo>
                      <a:pt x="116" y="1"/>
                      <a:pt x="116" y="1"/>
                      <a:pt x="116" y="1"/>
                    </a:cubicBezTo>
                    <a:cubicBezTo>
                      <a:pt x="116" y="26"/>
                      <a:pt x="116" y="26"/>
                      <a:pt x="116" y="26"/>
                    </a:cubicBezTo>
                    <a:cubicBezTo>
                      <a:pt x="120" y="32"/>
                      <a:pt x="120" y="32"/>
                      <a:pt x="120" y="32"/>
                    </a:cubicBezTo>
                    <a:cubicBezTo>
                      <a:pt x="116" y="32"/>
                      <a:pt x="116" y="32"/>
                      <a:pt x="116" y="32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31" y="64"/>
                      <a:pt x="131" y="64"/>
                      <a:pt x="131" y="64"/>
                    </a:cubicBezTo>
                    <a:cubicBezTo>
                      <a:pt x="131" y="79"/>
                      <a:pt x="131" y="79"/>
                      <a:pt x="131" y="79"/>
                    </a:cubicBezTo>
                    <a:cubicBezTo>
                      <a:pt x="131" y="79"/>
                      <a:pt x="131" y="79"/>
                      <a:pt x="131" y="79"/>
                    </a:cubicBezTo>
                    <a:cubicBezTo>
                      <a:pt x="116" y="79"/>
                      <a:pt x="116" y="79"/>
                      <a:pt x="116" y="79"/>
                    </a:cubicBezTo>
                    <a:cubicBezTo>
                      <a:pt x="116" y="114"/>
                      <a:pt x="116" y="114"/>
                      <a:pt x="116" y="114"/>
                    </a:cubicBezTo>
                    <a:cubicBezTo>
                      <a:pt x="137" y="114"/>
                      <a:pt x="137" y="114"/>
                      <a:pt x="137" y="114"/>
                    </a:cubicBezTo>
                    <a:cubicBezTo>
                      <a:pt x="141" y="114"/>
                      <a:pt x="144" y="111"/>
                      <a:pt x="144" y="107"/>
                    </a:cubicBezTo>
                    <a:cubicBezTo>
                      <a:pt x="144" y="91"/>
                      <a:pt x="144" y="91"/>
                      <a:pt x="144" y="91"/>
                    </a:cubicBezTo>
                    <a:lnTo>
                      <a:pt x="144" y="41"/>
                    </a:lnTo>
                    <a:close/>
                    <a:moveTo>
                      <a:pt x="116" y="1"/>
                    </a:moveTo>
                    <a:cubicBezTo>
                      <a:pt x="116" y="0"/>
                      <a:pt x="116" y="0"/>
                      <a:pt x="116" y="0"/>
                    </a:cubicBezTo>
                    <a:cubicBezTo>
                      <a:pt x="72" y="0"/>
                      <a:pt x="72" y="0"/>
                      <a:pt x="72" y="0"/>
                    </a:cubicBezTo>
                    <a:cubicBezTo>
                      <a:pt x="72" y="9"/>
                      <a:pt x="72" y="9"/>
                      <a:pt x="72" y="9"/>
                    </a:cubicBezTo>
                    <a:cubicBezTo>
                      <a:pt x="108" y="9"/>
                      <a:pt x="108" y="9"/>
                      <a:pt x="108" y="9"/>
                    </a:cubicBezTo>
                    <a:cubicBezTo>
                      <a:pt x="116" y="26"/>
                      <a:pt x="116" y="26"/>
                      <a:pt x="116" y="26"/>
                    </a:cubicBezTo>
                    <a:cubicBezTo>
                      <a:pt x="116" y="1"/>
                      <a:pt x="116" y="1"/>
                      <a:pt x="116" y="1"/>
                    </a:cubicBezTo>
                    <a:close/>
                    <a:moveTo>
                      <a:pt x="72" y="91"/>
                    </a:moveTo>
                    <a:cubicBezTo>
                      <a:pt x="110" y="91"/>
                      <a:pt x="110" y="91"/>
                      <a:pt x="110" y="91"/>
                    </a:cubicBezTo>
                    <a:cubicBezTo>
                      <a:pt x="110" y="107"/>
                      <a:pt x="110" y="107"/>
                      <a:pt x="110" y="107"/>
                    </a:cubicBezTo>
                    <a:cubicBezTo>
                      <a:pt x="110" y="111"/>
                      <a:pt x="112" y="114"/>
                      <a:pt x="116" y="114"/>
                    </a:cubicBezTo>
                    <a:cubicBezTo>
                      <a:pt x="116" y="114"/>
                      <a:pt x="116" y="114"/>
                      <a:pt x="116" y="114"/>
                    </a:cubicBezTo>
                    <a:cubicBezTo>
                      <a:pt x="116" y="79"/>
                      <a:pt x="116" y="79"/>
                      <a:pt x="116" y="79"/>
                    </a:cubicBezTo>
                    <a:cubicBezTo>
                      <a:pt x="102" y="79"/>
                      <a:pt x="102" y="79"/>
                      <a:pt x="102" y="79"/>
                    </a:cubicBezTo>
                    <a:cubicBezTo>
                      <a:pt x="102" y="64"/>
                      <a:pt x="102" y="64"/>
                      <a:pt x="102" y="64"/>
                    </a:cubicBezTo>
                    <a:cubicBezTo>
                      <a:pt x="116" y="64"/>
                      <a:pt x="116" y="64"/>
                      <a:pt x="116" y="64"/>
                    </a:cubicBezTo>
                    <a:cubicBezTo>
                      <a:pt x="116" y="32"/>
                      <a:pt x="116" y="32"/>
                      <a:pt x="116" y="32"/>
                    </a:cubicBezTo>
                    <a:cubicBezTo>
                      <a:pt x="72" y="32"/>
                      <a:pt x="72" y="32"/>
                      <a:pt x="72" y="32"/>
                    </a:cubicBezTo>
                    <a:lnTo>
                      <a:pt x="72" y="91"/>
                    </a:lnTo>
                    <a:close/>
                    <a:moveTo>
                      <a:pt x="72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7" y="1"/>
                      <a:pt x="27" y="1"/>
                      <a:pt x="27" y="1"/>
                    </a:cubicBezTo>
                    <a:cubicBezTo>
                      <a:pt x="27" y="26"/>
                      <a:pt x="27" y="26"/>
                      <a:pt x="27" y="26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36" y="9"/>
                      <a:pt x="36" y="9"/>
                      <a:pt x="36" y="9"/>
                    </a:cubicBezTo>
                    <a:cubicBezTo>
                      <a:pt x="72" y="9"/>
                      <a:pt x="72" y="9"/>
                      <a:pt x="72" y="9"/>
                    </a:cubicBezTo>
                    <a:cubicBezTo>
                      <a:pt x="72" y="0"/>
                      <a:pt x="72" y="0"/>
                      <a:pt x="72" y="0"/>
                    </a:cubicBezTo>
                    <a:close/>
                    <a:moveTo>
                      <a:pt x="27" y="114"/>
                    </a:moveTo>
                    <a:cubicBezTo>
                      <a:pt x="28" y="114"/>
                      <a:pt x="28" y="114"/>
                      <a:pt x="28" y="114"/>
                    </a:cubicBezTo>
                    <a:cubicBezTo>
                      <a:pt x="31" y="114"/>
                      <a:pt x="34" y="111"/>
                      <a:pt x="34" y="107"/>
                    </a:cubicBezTo>
                    <a:cubicBezTo>
                      <a:pt x="34" y="91"/>
                      <a:pt x="34" y="91"/>
                      <a:pt x="34" y="91"/>
                    </a:cubicBezTo>
                    <a:cubicBezTo>
                      <a:pt x="72" y="91"/>
                      <a:pt x="72" y="91"/>
                      <a:pt x="72" y="91"/>
                    </a:cubicBezTo>
                    <a:cubicBezTo>
                      <a:pt x="72" y="32"/>
                      <a:pt x="72" y="32"/>
                      <a:pt x="72" y="32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42" y="64"/>
                      <a:pt x="42" y="64"/>
                      <a:pt x="42" y="64"/>
                    </a:cubicBezTo>
                    <a:cubicBezTo>
                      <a:pt x="42" y="79"/>
                      <a:pt x="42" y="79"/>
                      <a:pt x="42" y="79"/>
                    </a:cubicBezTo>
                    <a:cubicBezTo>
                      <a:pt x="42" y="79"/>
                      <a:pt x="42" y="79"/>
                      <a:pt x="42" y="79"/>
                    </a:cubicBezTo>
                    <a:cubicBezTo>
                      <a:pt x="27" y="79"/>
                      <a:pt x="27" y="79"/>
                      <a:pt x="27" y="79"/>
                    </a:cubicBezTo>
                    <a:lnTo>
                      <a:pt x="27" y="114"/>
                    </a:lnTo>
                    <a:close/>
                    <a:moveTo>
                      <a:pt x="27" y="1"/>
                    </a:moveTo>
                    <a:cubicBezTo>
                      <a:pt x="14" y="25"/>
                      <a:pt x="14" y="25"/>
                      <a:pt x="14" y="25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91"/>
                      <a:pt x="0" y="91"/>
                      <a:pt x="0" y="91"/>
                    </a:cubicBezTo>
                    <a:cubicBezTo>
                      <a:pt x="0" y="107"/>
                      <a:pt x="0" y="107"/>
                      <a:pt x="0" y="107"/>
                    </a:cubicBezTo>
                    <a:cubicBezTo>
                      <a:pt x="0" y="111"/>
                      <a:pt x="3" y="114"/>
                      <a:pt x="7" y="114"/>
                    </a:cubicBezTo>
                    <a:cubicBezTo>
                      <a:pt x="27" y="114"/>
                      <a:pt x="27" y="114"/>
                      <a:pt x="27" y="114"/>
                    </a:cubicBezTo>
                    <a:cubicBezTo>
                      <a:pt x="27" y="79"/>
                      <a:pt x="27" y="79"/>
                      <a:pt x="27" y="79"/>
                    </a:cubicBezTo>
                    <a:cubicBezTo>
                      <a:pt x="13" y="79"/>
                      <a:pt x="13" y="79"/>
                      <a:pt x="13" y="79"/>
                    </a:cubicBezTo>
                    <a:cubicBezTo>
                      <a:pt x="13" y="64"/>
                      <a:pt x="13" y="64"/>
                      <a:pt x="13" y="64"/>
                    </a:cubicBezTo>
                    <a:cubicBezTo>
                      <a:pt x="27" y="64"/>
                      <a:pt x="27" y="64"/>
                      <a:pt x="27" y="64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4" y="32"/>
                      <a:pt x="24" y="32"/>
                      <a:pt x="24" y="32"/>
                    </a:cubicBezTo>
                    <a:cubicBezTo>
                      <a:pt x="27" y="26"/>
                      <a:pt x="27" y="26"/>
                      <a:pt x="27" y="26"/>
                    </a:cubicBezTo>
                    <a:lnTo>
                      <a:pt x="27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7" name="Oval 296"/>
              <p:cNvSpPr>
                <a:spLocks noChangeArrowheads="1"/>
              </p:cNvSpPr>
              <p:nvPr/>
            </p:nvSpPr>
            <p:spPr bwMode="auto">
              <a:xfrm>
                <a:off x="-1338263" y="1347787"/>
                <a:ext cx="134937" cy="134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8" name="Freeform 297"/>
              <p:cNvSpPr/>
              <p:nvPr/>
            </p:nvSpPr>
            <p:spPr bwMode="auto">
              <a:xfrm>
                <a:off x="-1431925" y="1504950"/>
                <a:ext cx="319087" cy="500063"/>
              </a:xfrm>
              <a:custGeom>
                <a:avLst/>
                <a:gdLst>
                  <a:gd name="T0" fmla="*/ 33 w 201"/>
                  <a:gd name="T1" fmla="*/ 60 h 315"/>
                  <a:gd name="T2" fmla="*/ 45 w 201"/>
                  <a:gd name="T3" fmla="*/ 60 h 315"/>
                  <a:gd name="T4" fmla="*/ 45 w 201"/>
                  <a:gd name="T5" fmla="*/ 161 h 315"/>
                  <a:gd name="T6" fmla="*/ 45 w 201"/>
                  <a:gd name="T7" fmla="*/ 161 h 315"/>
                  <a:gd name="T8" fmla="*/ 45 w 201"/>
                  <a:gd name="T9" fmla="*/ 315 h 315"/>
                  <a:gd name="T10" fmla="*/ 95 w 201"/>
                  <a:gd name="T11" fmla="*/ 315 h 315"/>
                  <a:gd name="T12" fmla="*/ 95 w 201"/>
                  <a:gd name="T13" fmla="*/ 149 h 315"/>
                  <a:gd name="T14" fmla="*/ 109 w 201"/>
                  <a:gd name="T15" fmla="*/ 149 h 315"/>
                  <a:gd name="T16" fmla="*/ 109 w 201"/>
                  <a:gd name="T17" fmla="*/ 315 h 315"/>
                  <a:gd name="T18" fmla="*/ 158 w 201"/>
                  <a:gd name="T19" fmla="*/ 315 h 315"/>
                  <a:gd name="T20" fmla="*/ 158 w 201"/>
                  <a:gd name="T21" fmla="*/ 149 h 315"/>
                  <a:gd name="T22" fmla="*/ 158 w 201"/>
                  <a:gd name="T23" fmla="*/ 149 h 315"/>
                  <a:gd name="T24" fmla="*/ 158 w 201"/>
                  <a:gd name="T25" fmla="*/ 60 h 315"/>
                  <a:gd name="T26" fmla="*/ 170 w 201"/>
                  <a:gd name="T27" fmla="*/ 60 h 315"/>
                  <a:gd name="T28" fmla="*/ 170 w 201"/>
                  <a:gd name="T29" fmla="*/ 149 h 315"/>
                  <a:gd name="T30" fmla="*/ 201 w 201"/>
                  <a:gd name="T31" fmla="*/ 149 h 315"/>
                  <a:gd name="T32" fmla="*/ 201 w 201"/>
                  <a:gd name="T33" fmla="*/ 0 h 315"/>
                  <a:gd name="T34" fmla="*/ 0 w 201"/>
                  <a:gd name="T35" fmla="*/ 0 h 315"/>
                  <a:gd name="T36" fmla="*/ 0 w 201"/>
                  <a:gd name="T37" fmla="*/ 149 h 315"/>
                  <a:gd name="T38" fmla="*/ 33 w 201"/>
                  <a:gd name="T39" fmla="*/ 149 h 315"/>
                  <a:gd name="T40" fmla="*/ 33 w 201"/>
                  <a:gd name="T41" fmla="*/ 60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1" h="315">
                    <a:moveTo>
                      <a:pt x="33" y="60"/>
                    </a:moveTo>
                    <a:lnTo>
                      <a:pt x="45" y="60"/>
                    </a:lnTo>
                    <a:lnTo>
                      <a:pt x="45" y="161"/>
                    </a:lnTo>
                    <a:lnTo>
                      <a:pt x="45" y="161"/>
                    </a:lnTo>
                    <a:lnTo>
                      <a:pt x="45" y="315"/>
                    </a:lnTo>
                    <a:lnTo>
                      <a:pt x="95" y="315"/>
                    </a:lnTo>
                    <a:lnTo>
                      <a:pt x="95" y="149"/>
                    </a:lnTo>
                    <a:lnTo>
                      <a:pt x="109" y="149"/>
                    </a:lnTo>
                    <a:lnTo>
                      <a:pt x="109" y="315"/>
                    </a:lnTo>
                    <a:lnTo>
                      <a:pt x="158" y="315"/>
                    </a:lnTo>
                    <a:lnTo>
                      <a:pt x="158" y="149"/>
                    </a:lnTo>
                    <a:lnTo>
                      <a:pt x="158" y="149"/>
                    </a:lnTo>
                    <a:lnTo>
                      <a:pt x="158" y="60"/>
                    </a:lnTo>
                    <a:lnTo>
                      <a:pt x="170" y="60"/>
                    </a:lnTo>
                    <a:lnTo>
                      <a:pt x="170" y="149"/>
                    </a:lnTo>
                    <a:lnTo>
                      <a:pt x="201" y="149"/>
                    </a:lnTo>
                    <a:lnTo>
                      <a:pt x="201" y="0"/>
                    </a:lnTo>
                    <a:lnTo>
                      <a:pt x="0" y="0"/>
                    </a:lnTo>
                    <a:lnTo>
                      <a:pt x="0" y="149"/>
                    </a:lnTo>
                    <a:lnTo>
                      <a:pt x="33" y="149"/>
                    </a:lnTo>
                    <a:lnTo>
                      <a:pt x="33" y="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69" name="Oval 298"/>
              <p:cNvSpPr>
                <a:spLocks noChangeArrowheads="1"/>
              </p:cNvSpPr>
              <p:nvPr/>
            </p:nvSpPr>
            <p:spPr bwMode="auto">
              <a:xfrm>
                <a:off x="-973138" y="1347787"/>
                <a:ext cx="134937" cy="134938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0" name="Freeform 299"/>
              <p:cNvSpPr/>
              <p:nvPr/>
            </p:nvSpPr>
            <p:spPr bwMode="auto">
              <a:xfrm>
                <a:off x="-1090613" y="1504950"/>
                <a:ext cx="368300" cy="500063"/>
              </a:xfrm>
              <a:custGeom>
                <a:avLst/>
                <a:gdLst>
                  <a:gd name="T0" fmla="*/ 199 w 232"/>
                  <a:gd name="T1" fmla="*/ 149 h 315"/>
                  <a:gd name="T2" fmla="*/ 232 w 232"/>
                  <a:gd name="T3" fmla="*/ 149 h 315"/>
                  <a:gd name="T4" fmla="*/ 192 w 232"/>
                  <a:gd name="T5" fmla="*/ 0 h 315"/>
                  <a:gd name="T6" fmla="*/ 43 w 232"/>
                  <a:gd name="T7" fmla="*/ 0 h 315"/>
                  <a:gd name="T8" fmla="*/ 0 w 232"/>
                  <a:gd name="T9" fmla="*/ 149 h 315"/>
                  <a:gd name="T10" fmla="*/ 31 w 232"/>
                  <a:gd name="T11" fmla="*/ 149 h 315"/>
                  <a:gd name="T12" fmla="*/ 57 w 232"/>
                  <a:gd name="T13" fmla="*/ 60 h 315"/>
                  <a:gd name="T14" fmla="*/ 66 w 232"/>
                  <a:gd name="T15" fmla="*/ 60 h 315"/>
                  <a:gd name="T16" fmla="*/ 24 w 232"/>
                  <a:gd name="T17" fmla="*/ 225 h 315"/>
                  <a:gd name="T18" fmla="*/ 59 w 232"/>
                  <a:gd name="T19" fmla="*/ 225 h 315"/>
                  <a:gd name="T20" fmla="*/ 59 w 232"/>
                  <a:gd name="T21" fmla="*/ 315 h 315"/>
                  <a:gd name="T22" fmla="*/ 109 w 232"/>
                  <a:gd name="T23" fmla="*/ 315 h 315"/>
                  <a:gd name="T24" fmla="*/ 109 w 232"/>
                  <a:gd name="T25" fmla="*/ 225 h 315"/>
                  <a:gd name="T26" fmla="*/ 123 w 232"/>
                  <a:gd name="T27" fmla="*/ 225 h 315"/>
                  <a:gd name="T28" fmla="*/ 123 w 232"/>
                  <a:gd name="T29" fmla="*/ 315 h 315"/>
                  <a:gd name="T30" fmla="*/ 173 w 232"/>
                  <a:gd name="T31" fmla="*/ 315 h 315"/>
                  <a:gd name="T32" fmla="*/ 173 w 232"/>
                  <a:gd name="T33" fmla="*/ 225 h 315"/>
                  <a:gd name="T34" fmla="*/ 208 w 232"/>
                  <a:gd name="T35" fmla="*/ 225 h 315"/>
                  <a:gd name="T36" fmla="*/ 163 w 232"/>
                  <a:gd name="T37" fmla="*/ 60 h 315"/>
                  <a:gd name="T38" fmla="*/ 175 w 232"/>
                  <a:gd name="T39" fmla="*/ 60 h 315"/>
                  <a:gd name="T40" fmla="*/ 199 w 232"/>
                  <a:gd name="T41" fmla="*/ 149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2" h="315">
                    <a:moveTo>
                      <a:pt x="199" y="149"/>
                    </a:moveTo>
                    <a:lnTo>
                      <a:pt x="232" y="149"/>
                    </a:lnTo>
                    <a:lnTo>
                      <a:pt x="192" y="0"/>
                    </a:lnTo>
                    <a:lnTo>
                      <a:pt x="43" y="0"/>
                    </a:lnTo>
                    <a:lnTo>
                      <a:pt x="0" y="149"/>
                    </a:lnTo>
                    <a:lnTo>
                      <a:pt x="31" y="149"/>
                    </a:lnTo>
                    <a:lnTo>
                      <a:pt x="57" y="60"/>
                    </a:lnTo>
                    <a:lnTo>
                      <a:pt x="66" y="60"/>
                    </a:lnTo>
                    <a:lnTo>
                      <a:pt x="24" y="225"/>
                    </a:lnTo>
                    <a:lnTo>
                      <a:pt x="59" y="225"/>
                    </a:lnTo>
                    <a:lnTo>
                      <a:pt x="59" y="315"/>
                    </a:lnTo>
                    <a:lnTo>
                      <a:pt x="109" y="315"/>
                    </a:lnTo>
                    <a:lnTo>
                      <a:pt x="109" y="225"/>
                    </a:lnTo>
                    <a:lnTo>
                      <a:pt x="123" y="225"/>
                    </a:lnTo>
                    <a:lnTo>
                      <a:pt x="123" y="315"/>
                    </a:lnTo>
                    <a:lnTo>
                      <a:pt x="173" y="315"/>
                    </a:lnTo>
                    <a:lnTo>
                      <a:pt x="173" y="225"/>
                    </a:lnTo>
                    <a:lnTo>
                      <a:pt x="208" y="225"/>
                    </a:lnTo>
                    <a:lnTo>
                      <a:pt x="163" y="60"/>
                    </a:lnTo>
                    <a:lnTo>
                      <a:pt x="175" y="60"/>
                    </a:lnTo>
                    <a:lnTo>
                      <a:pt x="199" y="1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1" name="Freeform 300"/>
              <p:cNvSpPr/>
              <p:nvPr/>
            </p:nvSpPr>
            <p:spPr bwMode="auto">
              <a:xfrm>
                <a:off x="-1720850" y="701675"/>
                <a:ext cx="574675" cy="533400"/>
              </a:xfrm>
              <a:custGeom>
                <a:avLst/>
                <a:gdLst>
                  <a:gd name="T0" fmla="*/ 91 w 153"/>
                  <a:gd name="T1" fmla="*/ 71 h 142"/>
                  <a:gd name="T2" fmla="*/ 117 w 153"/>
                  <a:gd name="T3" fmla="*/ 50 h 142"/>
                  <a:gd name="T4" fmla="*/ 123 w 153"/>
                  <a:gd name="T5" fmla="*/ 50 h 142"/>
                  <a:gd name="T6" fmla="*/ 140 w 153"/>
                  <a:gd name="T7" fmla="*/ 63 h 142"/>
                  <a:gd name="T8" fmla="*/ 151 w 153"/>
                  <a:gd name="T9" fmla="*/ 58 h 142"/>
                  <a:gd name="T10" fmla="*/ 150 w 153"/>
                  <a:gd name="T11" fmla="*/ 35 h 142"/>
                  <a:gd name="T12" fmla="*/ 103 w 153"/>
                  <a:gd name="T13" fmla="*/ 5 h 142"/>
                  <a:gd name="T14" fmla="*/ 73 w 153"/>
                  <a:gd name="T15" fmla="*/ 32 h 142"/>
                  <a:gd name="T16" fmla="*/ 35 w 153"/>
                  <a:gd name="T17" fmla="*/ 20 h 142"/>
                  <a:gd name="T18" fmla="*/ 4 w 153"/>
                  <a:gd name="T19" fmla="*/ 67 h 142"/>
                  <a:gd name="T20" fmla="*/ 97 w 153"/>
                  <a:gd name="T21" fmla="*/ 142 h 142"/>
                  <a:gd name="T22" fmla="*/ 113 w 153"/>
                  <a:gd name="T23" fmla="*/ 128 h 142"/>
                  <a:gd name="T24" fmla="*/ 91 w 153"/>
                  <a:gd name="T25" fmla="*/ 71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53" h="142">
                    <a:moveTo>
                      <a:pt x="91" y="71"/>
                    </a:moveTo>
                    <a:cubicBezTo>
                      <a:pt x="93" y="58"/>
                      <a:pt x="104" y="50"/>
                      <a:pt x="117" y="50"/>
                    </a:cubicBezTo>
                    <a:cubicBezTo>
                      <a:pt x="119" y="50"/>
                      <a:pt x="121" y="50"/>
                      <a:pt x="123" y="50"/>
                    </a:cubicBezTo>
                    <a:cubicBezTo>
                      <a:pt x="130" y="52"/>
                      <a:pt x="136" y="57"/>
                      <a:pt x="140" y="63"/>
                    </a:cubicBezTo>
                    <a:cubicBezTo>
                      <a:pt x="143" y="60"/>
                      <a:pt x="147" y="59"/>
                      <a:pt x="151" y="58"/>
                    </a:cubicBezTo>
                    <a:cubicBezTo>
                      <a:pt x="153" y="44"/>
                      <a:pt x="150" y="35"/>
                      <a:pt x="150" y="35"/>
                    </a:cubicBezTo>
                    <a:cubicBezTo>
                      <a:pt x="145" y="13"/>
                      <a:pt x="124" y="0"/>
                      <a:pt x="103" y="5"/>
                    </a:cubicBezTo>
                    <a:cubicBezTo>
                      <a:pt x="88" y="8"/>
                      <a:pt x="77" y="18"/>
                      <a:pt x="73" y="32"/>
                    </a:cubicBezTo>
                    <a:cubicBezTo>
                      <a:pt x="64" y="21"/>
                      <a:pt x="49" y="16"/>
                      <a:pt x="35" y="20"/>
                    </a:cubicBezTo>
                    <a:cubicBezTo>
                      <a:pt x="13" y="24"/>
                      <a:pt x="0" y="46"/>
                      <a:pt x="4" y="67"/>
                    </a:cubicBezTo>
                    <a:cubicBezTo>
                      <a:pt x="4" y="67"/>
                      <a:pt x="13" y="120"/>
                      <a:pt x="97" y="142"/>
                    </a:cubicBezTo>
                    <a:cubicBezTo>
                      <a:pt x="103" y="138"/>
                      <a:pt x="109" y="133"/>
                      <a:pt x="113" y="128"/>
                    </a:cubicBezTo>
                    <a:cubicBezTo>
                      <a:pt x="84" y="99"/>
                      <a:pt x="90" y="73"/>
                      <a:pt x="91" y="7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2" name="Freeform 301"/>
              <p:cNvSpPr/>
              <p:nvPr/>
            </p:nvSpPr>
            <p:spPr bwMode="auto">
              <a:xfrm>
                <a:off x="-1390650" y="904875"/>
                <a:ext cx="341312" cy="288925"/>
              </a:xfrm>
              <a:custGeom>
                <a:avLst/>
                <a:gdLst>
                  <a:gd name="T0" fmla="*/ 71 w 91"/>
                  <a:gd name="T1" fmla="*/ 9 h 77"/>
                  <a:gd name="T2" fmla="*/ 66 w 91"/>
                  <a:gd name="T3" fmla="*/ 9 h 77"/>
                  <a:gd name="T4" fmla="*/ 62 w 91"/>
                  <a:gd name="T5" fmla="*/ 9 h 77"/>
                  <a:gd name="T6" fmla="*/ 50 w 91"/>
                  <a:gd name="T7" fmla="*/ 16 h 77"/>
                  <a:gd name="T8" fmla="*/ 34 w 91"/>
                  <a:gd name="T9" fmla="*/ 1 h 77"/>
                  <a:gd name="T10" fmla="*/ 29 w 91"/>
                  <a:gd name="T11" fmla="*/ 0 h 77"/>
                  <a:gd name="T12" fmla="*/ 7 w 91"/>
                  <a:gd name="T13" fmla="*/ 18 h 77"/>
                  <a:gd name="T14" fmla="*/ 29 w 91"/>
                  <a:gd name="T15" fmla="*/ 71 h 77"/>
                  <a:gd name="T16" fmla="*/ 36 w 91"/>
                  <a:gd name="T17" fmla="*/ 77 h 77"/>
                  <a:gd name="T18" fmla="*/ 88 w 91"/>
                  <a:gd name="T19" fmla="*/ 36 h 77"/>
                  <a:gd name="T20" fmla="*/ 71 w 91"/>
                  <a:gd name="T21" fmla="*/ 9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1" h="77">
                    <a:moveTo>
                      <a:pt x="71" y="9"/>
                    </a:moveTo>
                    <a:cubicBezTo>
                      <a:pt x="69" y="9"/>
                      <a:pt x="68" y="9"/>
                      <a:pt x="66" y="9"/>
                    </a:cubicBezTo>
                    <a:cubicBezTo>
                      <a:pt x="65" y="9"/>
                      <a:pt x="63" y="9"/>
                      <a:pt x="62" y="9"/>
                    </a:cubicBezTo>
                    <a:cubicBezTo>
                      <a:pt x="57" y="10"/>
                      <a:pt x="53" y="13"/>
                      <a:pt x="50" y="16"/>
                    </a:cubicBezTo>
                    <a:cubicBezTo>
                      <a:pt x="48" y="9"/>
                      <a:pt x="42" y="3"/>
                      <a:pt x="34" y="1"/>
                    </a:cubicBezTo>
                    <a:cubicBezTo>
                      <a:pt x="32" y="0"/>
                      <a:pt x="30" y="0"/>
                      <a:pt x="29" y="0"/>
                    </a:cubicBezTo>
                    <a:cubicBezTo>
                      <a:pt x="19" y="0"/>
                      <a:pt x="9" y="7"/>
                      <a:pt x="7" y="18"/>
                    </a:cubicBezTo>
                    <a:cubicBezTo>
                      <a:pt x="7" y="18"/>
                      <a:pt x="0" y="42"/>
                      <a:pt x="29" y="71"/>
                    </a:cubicBezTo>
                    <a:cubicBezTo>
                      <a:pt x="31" y="73"/>
                      <a:pt x="33" y="75"/>
                      <a:pt x="36" y="77"/>
                    </a:cubicBezTo>
                    <a:cubicBezTo>
                      <a:pt x="83" y="65"/>
                      <a:pt x="88" y="36"/>
                      <a:pt x="88" y="36"/>
                    </a:cubicBezTo>
                    <a:cubicBezTo>
                      <a:pt x="91" y="24"/>
                      <a:pt x="83" y="12"/>
                      <a:pt x="71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3" name="Rectangle 302"/>
              <p:cNvSpPr>
                <a:spLocks noChangeArrowheads="1"/>
              </p:cNvSpPr>
              <p:nvPr/>
            </p:nvSpPr>
            <p:spPr bwMode="auto">
              <a:xfrm>
                <a:off x="-3956050" y="6067425"/>
                <a:ext cx="44450" cy="1158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4" name="Freeform 303"/>
              <p:cNvSpPr/>
              <p:nvPr/>
            </p:nvSpPr>
            <p:spPr bwMode="auto">
              <a:xfrm>
                <a:off x="-3760788" y="6067425"/>
                <a:ext cx="192087" cy="115888"/>
              </a:xfrm>
              <a:custGeom>
                <a:avLst/>
                <a:gdLst>
                  <a:gd name="T0" fmla="*/ 121 w 121"/>
                  <a:gd name="T1" fmla="*/ 73 h 73"/>
                  <a:gd name="T2" fmla="*/ 121 w 121"/>
                  <a:gd name="T3" fmla="*/ 0 h 73"/>
                  <a:gd name="T4" fmla="*/ 73 w 121"/>
                  <a:gd name="T5" fmla="*/ 0 h 73"/>
                  <a:gd name="T6" fmla="*/ 0 w 121"/>
                  <a:gd name="T7" fmla="*/ 73 h 73"/>
                  <a:gd name="T8" fmla="*/ 121 w 121"/>
                  <a:gd name="T9" fmla="*/ 73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1" h="73">
                    <a:moveTo>
                      <a:pt x="121" y="73"/>
                    </a:moveTo>
                    <a:lnTo>
                      <a:pt x="121" y="0"/>
                    </a:lnTo>
                    <a:lnTo>
                      <a:pt x="73" y="0"/>
                    </a:lnTo>
                    <a:lnTo>
                      <a:pt x="0" y="73"/>
                    </a:lnTo>
                    <a:lnTo>
                      <a:pt x="121" y="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5" name="Freeform 304"/>
              <p:cNvSpPr/>
              <p:nvPr/>
            </p:nvSpPr>
            <p:spPr bwMode="auto">
              <a:xfrm>
                <a:off x="-3892550" y="6067425"/>
                <a:ext cx="128587" cy="115888"/>
              </a:xfrm>
              <a:custGeom>
                <a:avLst/>
                <a:gdLst>
                  <a:gd name="T0" fmla="*/ 81 w 81"/>
                  <a:gd name="T1" fmla="*/ 0 h 73"/>
                  <a:gd name="T2" fmla="*/ 0 w 81"/>
                  <a:gd name="T3" fmla="*/ 0 h 73"/>
                  <a:gd name="T4" fmla="*/ 0 w 81"/>
                  <a:gd name="T5" fmla="*/ 73 h 73"/>
                  <a:gd name="T6" fmla="*/ 7 w 81"/>
                  <a:gd name="T7" fmla="*/ 73 h 73"/>
                  <a:gd name="T8" fmla="*/ 81 w 81"/>
                  <a:gd name="T9" fmla="*/ 0 h 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73">
                    <a:moveTo>
                      <a:pt x="81" y="0"/>
                    </a:moveTo>
                    <a:lnTo>
                      <a:pt x="0" y="0"/>
                    </a:lnTo>
                    <a:lnTo>
                      <a:pt x="0" y="73"/>
                    </a:lnTo>
                    <a:lnTo>
                      <a:pt x="7" y="73"/>
                    </a:lnTo>
                    <a:lnTo>
                      <a:pt x="81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6" name="Freeform 305"/>
              <p:cNvSpPr>
                <a:spLocks noEditPoints="1"/>
              </p:cNvSpPr>
              <p:nvPr/>
            </p:nvSpPr>
            <p:spPr bwMode="auto">
              <a:xfrm>
                <a:off x="-4068763" y="5816600"/>
                <a:ext cx="612775" cy="614363"/>
              </a:xfrm>
              <a:custGeom>
                <a:avLst/>
                <a:gdLst>
                  <a:gd name="T0" fmla="*/ 94 w 163"/>
                  <a:gd name="T1" fmla="*/ 163 h 164"/>
                  <a:gd name="T2" fmla="*/ 163 w 163"/>
                  <a:gd name="T3" fmla="*/ 82 h 164"/>
                  <a:gd name="T4" fmla="*/ 94 w 163"/>
                  <a:gd name="T5" fmla="*/ 1 h 164"/>
                  <a:gd name="T6" fmla="*/ 94 w 163"/>
                  <a:gd name="T7" fmla="*/ 15 h 164"/>
                  <a:gd name="T8" fmla="*/ 125 w 163"/>
                  <a:gd name="T9" fmla="*/ 29 h 164"/>
                  <a:gd name="T10" fmla="*/ 94 w 163"/>
                  <a:gd name="T11" fmla="*/ 60 h 164"/>
                  <a:gd name="T12" fmla="*/ 94 w 163"/>
                  <a:gd name="T13" fmla="*/ 79 h 164"/>
                  <a:gd name="T14" fmla="*/ 107 w 163"/>
                  <a:gd name="T15" fmla="*/ 67 h 164"/>
                  <a:gd name="T16" fmla="*/ 109 w 163"/>
                  <a:gd name="T17" fmla="*/ 64 h 164"/>
                  <a:gd name="T18" fmla="*/ 111 w 163"/>
                  <a:gd name="T19" fmla="*/ 62 h 164"/>
                  <a:gd name="T20" fmla="*/ 134 w 163"/>
                  <a:gd name="T21" fmla="*/ 39 h 164"/>
                  <a:gd name="T22" fmla="*/ 150 w 163"/>
                  <a:gd name="T23" fmla="*/ 82 h 164"/>
                  <a:gd name="T24" fmla="*/ 150 w 163"/>
                  <a:gd name="T25" fmla="*/ 82 h 164"/>
                  <a:gd name="T26" fmla="*/ 94 w 163"/>
                  <a:gd name="T27" fmla="*/ 149 h 164"/>
                  <a:gd name="T28" fmla="*/ 94 w 163"/>
                  <a:gd name="T29" fmla="*/ 163 h 164"/>
                  <a:gd name="T30" fmla="*/ 81 w 163"/>
                  <a:gd name="T31" fmla="*/ 164 h 164"/>
                  <a:gd name="T32" fmla="*/ 94 w 163"/>
                  <a:gd name="T33" fmla="*/ 163 h 164"/>
                  <a:gd name="T34" fmla="*/ 94 w 163"/>
                  <a:gd name="T35" fmla="*/ 149 h 164"/>
                  <a:gd name="T36" fmla="*/ 81 w 163"/>
                  <a:gd name="T37" fmla="*/ 151 h 164"/>
                  <a:gd name="T38" fmla="*/ 38 w 163"/>
                  <a:gd name="T39" fmla="*/ 135 h 164"/>
                  <a:gd name="T40" fmla="*/ 71 w 163"/>
                  <a:gd name="T41" fmla="*/ 102 h 164"/>
                  <a:gd name="T42" fmla="*/ 73 w 163"/>
                  <a:gd name="T43" fmla="*/ 100 h 164"/>
                  <a:gd name="T44" fmla="*/ 76 w 163"/>
                  <a:gd name="T45" fmla="*/ 98 h 164"/>
                  <a:gd name="T46" fmla="*/ 94 w 163"/>
                  <a:gd name="T47" fmla="*/ 79 h 164"/>
                  <a:gd name="T48" fmla="*/ 94 w 163"/>
                  <a:gd name="T49" fmla="*/ 60 h 164"/>
                  <a:gd name="T50" fmla="*/ 92 w 163"/>
                  <a:gd name="T51" fmla="*/ 62 h 164"/>
                  <a:gd name="T52" fmla="*/ 90 w 163"/>
                  <a:gd name="T53" fmla="*/ 64 h 164"/>
                  <a:gd name="T54" fmla="*/ 87 w 163"/>
                  <a:gd name="T55" fmla="*/ 67 h 164"/>
                  <a:gd name="T56" fmla="*/ 56 w 163"/>
                  <a:gd name="T57" fmla="*/ 98 h 164"/>
                  <a:gd name="T58" fmla="*/ 54 w 163"/>
                  <a:gd name="T59" fmla="*/ 100 h 164"/>
                  <a:gd name="T60" fmla="*/ 52 w 163"/>
                  <a:gd name="T61" fmla="*/ 102 h 164"/>
                  <a:gd name="T62" fmla="*/ 29 w 163"/>
                  <a:gd name="T63" fmla="*/ 125 h 164"/>
                  <a:gd name="T64" fmla="*/ 13 w 163"/>
                  <a:gd name="T65" fmla="*/ 82 h 164"/>
                  <a:gd name="T66" fmla="*/ 81 w 163"/>
                  <a:gd name="T67" fmla="*/ 14 h 164"/>
                  <a:gd name="T68" fmla="*/ 81 w 163"/>
                  <a:gd name="T69" fmla="*/ 14 h 164"/>
                  <a:gd name="T70" fmla="*/ 94 w 163"/>
                  <a:gd name="T71" fmla="*/ 15 h 164"/>
                  <a:gd name="T72" fmla="*/ 94 w 163"/>
                  <a:gd name="T73" fmla="*/ 1 h 164"/>
                  <a:gd name="T74" fmla="*/ 81 w 163"/>
                  <a:gd name="T75" fmla="*/ 0 h 164"/>
                  <a:gd name="T76" fmla="*/ 0 w 163"/>
                  <a:gd name="T77" fmla="*/ 82 h 164"/>
                  <a:gd name="T78" fmla="*/ 81 w 163"/>
                  <a:gd name="T79" fmla="*/ 16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63" h="164">
                    <a:moveTo>
                      <a:pt x="94" y="163"/>
                    </a:moveTo>
                    <a:cubicBezTo>
                      <a:pt x="133" y="157"/>
                      <a:pt x="163" y="123"/>
                      <a:pt x="163" y="82"/>
                    </a:cubicBezTo>
                    <a:cubicBezTo>
                      <a:pt x="163" y="41"/>
                      <a:pt x="133" y="7"/>
                      <a:pt x="94" y="1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106" y="17"/>
                      <a:pt x="116" y="22"/>
                      <a:pt x="125" y="29"/>
                    </a:cubicBezTo>
                    <a:cubicBezTo>
                      <a:pt x="94" y="60"/>
                      <a:pt x="94" y="60"/>
                      <a:pt x="94" y="60"/>
                    </a:cubicBezTo>
                    <a:cubicBezTo>
                      <a:pt x="94" y="79"/>
                      <a:pt x="94" y="79"/>
                      <a:pt x="94" y="79"/>
                    </a:cubicBezTo>
                    <a:cubicBezTo>
                      <a:pt x="107" y="67"/>
                      <a:pt x="107" y="67"/>
                      <a:pt x="107" y="67"/>
                    </a:cubicBezTo>
                    <a:cubicBezTo>
                      <a:pt x="109" y="64"/>
                      <a:pt x="109" y="64"/>
                      <a:pt x="109" y="64"/>
                    </a:cubicBezTo>
                    <a:cubicBezTo>
                      <a:pt x="111" y="62"/>
                      <a:pt x="111" y="62"/>
                      <a:pt x="111" y="62"/>
                    </a:cubicBezTo>
                    <a:cubicBezTo>
                      <a:pt x="134" y="39"/>
                      <a:pt x="134" y="39"/>
                      <a:pt x="134" y="39"/>
                    </a:cubicBezTo>
                    <a:cubicBezTo>
                      <a:pt x="144" y="51"/>
                      <a:pt x="150" y="66"/>
                      <a:pt x="150" y="82"/>
                    </a:cubicBezTo>
                    <a:cubicBezTo>
                      <a:pt x="150" y="82"/>
                      <a:pt x="150" y="82"/>
                      <a:pt x="150" y="82"/>
                    </a:cubicBezTo>
                    <a:cubicBezTo>
                      <a:pt x="150" y="116"/>
                      <a:pt x="126" y="143"/>
                      <a:pt x="94" y="149"/>
                    </a:cubicBezTo>
                    <a:lnTo>
                      <a:pt x="94" y="163"/>
                    </a:lnTo>
                    <a:close/>
                    <a:moveTo>
                      <a:pt x="81" y="164"/>
                    </a:moveTo>
                    <a:cubicBezTo>
                      <a:pt x="86" y="164"/>
                      <a:pt x="90" y="164"/>
                      <a:pt x="94" y="163"/>
                    </a:cubicBezTo>
                    <a:cubicBezTo>
                      <a:pt x="94" y="149"/>
                      <a:pt x="94" y="149"/>
                      <a:pt x="94" y="149"/>
                    </a:cubicBezTo>
                    <a:cubicBezTo>
                      <a:pt x="90" y="150"/>
                      <a:pt x="86" y="151"/>
                      <a:pt x="81" y="151"/>
                    </a:cubicBezTo>
                    <a:cubicBezTo>
                      <a:pt x="65" y="151"/>
                      <a:pt x="50" y="145"/>
                      <a:pt x="38" y="135"/>
                    </a:cubicBezTo>
                    <a:cubicBezTo>
                      <a:pt x="71" y="102"/>
                      <a:pt x="71" y="102"/>
                      <a:pt x="71" y="102"/>
                    </a:cubicBezTo>
                    <a:cubicBezTo>
                      <a:pt x="73" y="100"/>
                      <a:pt x="73" y="100"/>
                      <a:pt x="73" y="100"/>
                    </a:cubicBezTo>
                    <a:cubicBezTo>
                      <a:pt x="76" y="98"/>
                      <a:pt x="76" y="98"/>
                      <a:pt x="76" y="98"/>
                    </a:cubicBezTo>
                    <a:cubicBezTo>
                      <a:pt x="94" y="79"/>
                      <a:pt x="94" y="79"/>
                      <a:pt x="94" y="79"/>
                    </a:cubicBezTo>
                    <a:cubicBezTo>
                      <a:pt x="94" y="60"/>
                      <a:pt x="94" y="60"/>
                      <a:pt x="94" y="60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0" y="64"/>
                      <a:pt x="90" y="64"/>
                      <a:pt x="90" y="64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56" y="98"/>
                      <a:pt x="56" y="98"/>
                      <a:pt x="56" y="98"/>
                    </a:cubicBezTo>
                    <a:cubicBezTo>
                      <a:pt x="54" y="100"/>
                      <a:pt x="54" y="100"/>
                      <a:pt x="54" y="100"/>
                    </a:cubicBezTo>
                    <a:cubicBezTo>
                      <a:pt x="52" y="102"/>
                      <a:pt x="52" y="102"/>
                      <a:pt x="52" y="102"/>
                    </a:cubicBezTo>
                    <a:cubicBezTo>
                      <a:pt x="29" y="125"/>
                      <a:pt x="29" y="125"/>
                      <a:pt x="29" y="125"/>
                    </a:cubicBezTo>
                    <a:cubicBezTo>
                      <a:pt x="19" y="114"/>
                      <a:pt x="13" y="99"/>
                      <a:pt x="13" y="82"/>
                    </a:cubicBezTo>
                    <a:cubicBezTo>
                      <a:pt x="13" y="45"/>
                      <a:pt x="44" y="14"/>
                      <a:pt x="81" y="14"/>
                    </a:cubicBezTo>
                    <a:cubicBezTo>
                      <a:pt x="81" y="14"/>
                      <a:pt x="81" y="14"/>
                      <a:pt x="81" y="14"/>
                    </a:cubicBezTo>
                    <a:cubicBezTo>
                      <a:pt x="86" y="14"/>
                      <a:pt x="90" y="14"/>
                      <a:pt x="94" y="15"/>
                    </a:cubicBezTo>
                    <a:cubicBezTo>
                      <a:pt x="94" y="1"/>
                      <a:pt x="94" y="1"/>
                      <a:pt x="94" y="1"/>
                    </a:cubicBezTo>
                    <a:cubicBezTo>
                      <a:pt x="90" y="1"/>
                      <a:pt x="86" y="0"/>
                      <a:pt x="81" y="0"/>
                    </a:cubicBezTo>
                    <a:cubicBezTo>
                      <a:pt x="36" y="0"/>
                      <a:pt x="0" y="37"/>
                      <a:pt x="0" y="82"/>
                    </a:cubicBezTo>
                    <a:cubicBezTo>
                      <a:pt x="0" y="128"/>
                      <a:pt x="36" y="164"/>
                      <a:pt x="81" y="1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7" name="Freeform 306"/>
              <p:cNvSpPr/>
              <p:nvPr/>
            </p:nvSpPr>
            <p:spPr bwMode="auto">
              <a:xfrm>
                <a:off x="-1849438" y="8631238"/>
                <a:ext cx="128587" cy="120650"/>
              </a:xfrm>
              <a:custGeom>
                <a:avLst/>
                <a:gdLst>
                  <a:gd name="T0" fmla="*/ 24 w 34"/>
                  <a:gd name="T1" fmla="*/ 0 h 32"/>
                  <a:gd name="T2" fmla="*/ 0 w 34"/>
                  <a:gd name="T3" fmla="*/ 32 h 32"/>
                  <a:gd name="T4" fmla="*/ 16 w 34"/>
                  <a:gd name="T5" fmla="*/ 32 h 32"/>
                  <a:gd name="T6" fmla="*/ 34 w 34"/>
                  <a:gd name="T7" fmla="*/ 8 h 32"/>
                  <a:gd name="T8" fmla="*/ 24 w 34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32">
                    <a:moveTo>
                      <a:pt x="24" y="0"/>
                    </a:moveTo>
                    <a:cubicBezTo>
                      <a:pt x="0" y="32"/>
                      <a:pt x="0" y="32"/>
                      <a:pt x="0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34" y="8"/>
                      <a:pt x="34" y="8"/>
                      <a:pt x="34" y="8"/>
                    </a:cubicBezTo>
                    <a:cubicBezTo>
                      <a:pt x="30" y="7"/>
                      <a:pt x="26" y="4"/>
                      <a:pt x="2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8" name="Freeform 307"/>
              <p:cNvSpPr/>
              <p:nvPr/>
            </p:nvSpPr>
            <p:spPr bwMode="auto">
              <a:xfrm>
                <a:off x="-1747838" y="8578850"/>
                <a:ext cx="68262" cy="68263"/>
              </a:xfrm>
              <a:custGeom>
                <a:avLst/>
                <a:gdLst>
                  <a:gd name="T0" fmla="*/ 9 w 18"/>
                  <a:gd name="T1" fmla="*/ 18 h 18"/>
                  <a:gd name="T2" fmla="*/ 10 w 18"/>
                  <a:gd name="T3" fmla="*/ 18 h 18"/>
                  <a:gd name="T4" fmla="*/ 11 w 18"/>
                  <a:gd name="T5" fmla="*/ 18 h 18"/>
                  <a:gd name="T6" fmla="*/ 18 w 18"/>
                  <a:gd name="T7" fmla="*/ 9 h 18"/>
                  <a:gd name="T8" fmla="*/ 18 w 18"/>
                  <a:gd name="T9" fmla="*/ 9 h 18"/>
                  <a:gd name="T10" fmla="*/ 18 w 18"/>
                  <a:gd name="T11" fmla="*/ 7 h 18"/>
                  <a:gd name="T12" fmla="*/ 9 w 18"/>
                  <a:gd name="T13" fmla="*/ 0 h 18"/>
                  <a:gd name="T14" fmla="*/ 7 w 18"/>
                  <a:gd name="T15" fmla="*/ 0 h 18"/>
                  <a:gd name="T16" fmla="*/ 0 w 18"/>
                  <a:gd name="T17" fmla="*/ 10 h 18"/>
                  <a:gd name="T18" fmla="*/ 0 w 18"/>
                  <a:gd name="T19" fmla="*/ 11 h 18"/>
                  <a:gd name="T20" fmla="*/ 9 w 18"/>
                  <a:gd name="T21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18">
                    <a:moveTo>
                      <a:pt x="9" y="18"/>
                    </a:moveTo>
                    <a:cubicBezTo>
                      <a:pt x="9" y="18"/>
                      <a:pt x="10" y="18"/>
                      <a:pt x="10" y="18"/>
                    </a:cubicBezTo>
                    <a:cubicBezTo>
                      <a:pt x="10" y="18"/>
                      <a:pt x="11" y="18"/>
                      <a:pt x="11" y="18"/>
                    </a:cubicBezTo>
                    <a:cubicBezTo>
                      <a:pt x="15" y="17"/>
                      <a:pt x="18" y="13"/>
                      <a:pt x="18" y="9"/>
                    </a:cubicBezTo>
                    <a:cubicBezTo>
                      <a:pt x="18" y="9"/>
                      <a:pt x="18" y="9"/>
                      <a:pt x="18" y="9"/>
                    </a:cubicBezTo>
                    <a:cubicBezTo>
                      <a:pt x="18" y="8"/>
                      <a:pt x="18" y="8"/>
                      <a:pt x="18" y="7"/>
                    </a:cubicBezTo>
                    <a:cubicBezTo>
                      <a:pt x="17" y="3"/>
                      <a:pt x="13" y="0"/>
                      <a:pt x="9" y="0"/>
                    </a:cubicBezTo>
                    <a:cubicBezTo>
                      <a:pt x="8" y="0"/>
                      <a:pt x="8" y="0"/>
                      <a:pt x="7" y="0"/>
                    </a:cubicBezTo>
                    <a:cubicBezTo>
                      <a:pt x="3" y="1"/>
                      <a:pt x="0" y="6"/>
                      <a:pt x="0" y="10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1" y="15"/>
                      <a:pt x="5" y="18"/>
                      <a:pt x="9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79" name="Freeform 308"/>
              <p:cNvSpPr/>
              <p:nvPr/>
            </p:nvSpPr>
            <p:spPr bwMode="auto">
              <a:xfrm>
                <a:off x="-1624013" y="8631238"/>
                <a:ext cx="128587" cy="120650"/>
              </a:xfrm>
              <a:custGeom>
                <a:avLst/>
                <a:gdLst>
                  <a:gd name="T0" fmla="*/ 18 w 34"/>
                  <a:gd name="T1" fmla="*/ 32 h 32"/>
                  <a:gd name="T2" fmla="*/ 34 w 34"/>
                  <a:gd name="T3" fmla="*/ 32 h 32"/>
                  <a:gd name="T4" fmla="*/ 10 w 34"/>
                  <a:gd name="T5" fmla="*/ 0 h 32"/>
                  <a:gd name="T6" fmla="*/ 0 w 34"/>
                  <a:gd name="T7" fmla="*/ 8 h 32"/>
                  <a:gd name="T8" fmla="*/ 18 w 34"/>
                  <a:gd name="T9" fmla="*/ 32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" h="32">
                    <a:moveTo>
                      <a:pt x="18" y="32"/>
                    </a:moveTo>
                    <a:cubicBezTo>
                      <a:pt x="34" y="32"/>
                      <a:pt x="34" y="32"/>
                      <a:pt x="34" y="32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8" y="4"/>
                      <a:pt x="4" y="7"/>
                      <a:pt x="0" y="8"/>
                    </a:cubicBezTo>
                    <a:lnTo>
                      <a:pt x="18" y="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0" name="Freeform 309"/>
              <p:cNvSpPr/>
              <p:nvPr/>
            </p:nvSpPr>
            <p:spPr bwMode="auto">
              <a:xfrm>
                <a:off x="-1665288" y="8578850"/>
                <a:ext cx="68262" cy="68263"/>
              </a:xfrm>
              <a:custGeom>
                <a:avLst/>
                <a:gdLst>
                  <a:gd name="T0" fmla="*/ 11 w 18"/>
                  <a:gd name="T1" fmla="*/ 0 h 18"/>
                  <a:gd name="T2" fmla="*/ 9 w 18"/>
                  <a:gd name="T3" fmla="*/ 0 h 18"/>
                  <a:gd name="T4" fmla="*/ 0 w 18"/>
                  <a:gd name="T5" fmla="*/ 7 h 18"/>
                  <a:gd name="T6" fmla="*/ 0 w 18"/>
                  <a:gd name="T7" fmla="*/ 9 h 18"/>
                  <a:gd name="T8" fmla="*/ 0 w 18"/>
                  <a:gd name="T9" fmla="*/ 9 h 18"/>
                  <a:gd name="T10" fmla="*/ 7 w 18"/>
                  <a:gd name="T11" fmla="*/ 18 h 18"/>
                  <a:gd name="T12" fmla="*/ 8 w 18"/>
                  <a:gd name="T13" fmla="*/ 18 h 18"/>
                  <a:gd name="T14" fmla="*/ 9 w 18"/>
                  <a:gd name="T15" fmla="*/ 18 h 18"/>
                  <a:gd name="T16" fmla="*/ 17 w 18"/>
                  <a:gd name="T17" fmla="*/ 11 h 18"/>
                  <a:gd name="T18" fmla="*/ 18 w 18"/>
                  <a:gd name="T19" fmla="*/ 10 h 18"/>
                  <a:gd name="T20" fmla="*/ 11 w 18"/>
                  <a:gd name="T21" fmla="*/ 0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" h="18">
                    <a:moveTo>
                      <a:pt x="11" y="0"/>
                    </a:moveTo>
                    <a:cubicBezTo>
                      <a:pt x="10" y="0"/>
                      <a:pt x="10" y="0"/>
                      <a:pt x="9" y="0"/>
                    </a:cubicBezTo>
                    <a:cubicBezTo>
                      <a:pt x="5" y="0"/>
                      <a:pt x="1" y="3"/>
                      <a:pt x="0" y="7"/>
                    </a:cubicBezTo>
                    <a:cubicBezTo>
                      <a:pt x="0" y="8"/>
                      <a:pt x="0" y="8"/>
                      <a:pt x="0" y="9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0" y="13"/>
                      <a:pt x="3" y="17"/>
                      <a:pt x="7" y="18"/>
                    </a:cubicBezTo>
                    <a:cubicBezTo>
                      <a:pt x="7" y="18"/>
                      <a:pt x="8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3" y="18"/>
                      <a:pt x="17" y="15"/>
                      <a:pt x="17" y="11"/>
                    </a:cubicBezTo>
                    <a:cubicBezTo>
                      <a:pt x="18" y="11"/>
                      <a:pt x="18" y="11"/>
                      <a:pt x="18" y="10"/>
                    </a:cubicBezTo>
                    <a:cubicBezTo>
                      <a:pt x="18" y="6"/>
                      <a:pt x="15" y="1"/>
                      <a:pt x="1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1" name="Freeform 310"/>
              <p:cNvSpPr/>
              <p:nvPr/>
            </p:nvSpPr>
            <p:spPr bwMode="auto">
              <a:xfrm>
                <a:off x="-1905000" y="8767763"/>
                <a:ext cx="465137" cy="231775"/>
              </a:xfrm>
              <a:custGeom>
                <a:avLst/>
                <a:gdLst>
                  <a:gd name="T0" fmla="*/ 0 w 293"/>
                  <a:gd name="T1" fmla="*/ 0 h 146"/>
                  <a:gd name="T2" fmla="*/ 38 w 293"/>
                  <a:gd name="T3" fmla="*/ 146 h 146"/>
                  <a:gd name="T4" fmla="*/ 255 w 293"/>
                  <a:gd name="T5" fmla="*/ 146 h 146"/>
                  <a:gd name="T6" fmla="*/ 293 w 293"/>
                  <a:gd name="T7" fmla="*/ 0 h 146"/>
                  <a:gd name="T8" fmla="*/ 262 w 293"/>
                  <a:gd name="T9" fmla="*/ 0 h 146"/>
                  <a:gd name="T10" fmla="*/ 227 w 293"/>
                  <a:gd name="T11" fmla="*/ 0 h 146"/>
                  <a:gd name="T12" fmla="*/ 66 w 293"/>
                  <a:gd name="T13" fmla="*/ 0 h 146"/>
                  <a:gd name="T14" fmla="*/ 31 w 293"/>
                  <a:gd name="T15" fmla="*/ 0 h 146"/>
                  <a:gd name="T16" fmla="*/ 0 w 293"/>
                  <a:gd name="T17" fmla="*/ 0 h 1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3" h="146">
                    <a:moveTo>
                      <a:pt x="0" y="0"/>
                    </a:moveTo>
                    <a:lnTo>
                      <a:pt x="38" y="146"/>
                    </a:lnTo>
                    <a:lnTo>
                      <a:pt x="255" y="146"/>
                    </a:lnTo>
                    <a:lnTo>
                      <a:pt x="293" y="0"/>
                    </a:lnTo>
                    <a:lnTo>
                      <a:pt x="262" y="0"/>
                    </a:lnTo>
                    <a:lnTo>
                      <a:pt x="227" y="0"/>
                    </a:lnTo>
                    <a:lnTo>
                      <a:pt x="66" y="0"/>
                    </a:lnTo>
                    <a:lnTo>
                      <a:pt x="3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2" name="Oval 311"/>
              <p:cNvSpPr>
                <a:spLocks noChangeArrowheads="1"/>
              </p:cNvSpPr>
              <p:nvPr/>
            </p:nvSpPr>
            <p:spPr bwMode="auto">
              <a:xfrm>
                <a:off x="-6296025" y="3848100"/>
                <a:ext cx="123825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3" name="Freeform 312"/>
              <p:cNvSpPr>
                <a:spLocks noEditPoints="1"/>
              </p:cNvSpPr>
              <p:nvPr/>
            </p:nvSpPr>
            <p:spPr bwMode="auto">
              <a:xfrm>
                <a:off x="-6772275" y="4213225"/>
                <a:ext cx="269875" cy="269875"/>
              </a:xfrm>
              <a:custGeom>
                <a:avLst/>
                <a:gdLst>
                  <a:gd name="T0" fmla="*/ 36 w 72"/>
                  <a:gd name="T1" fmla="*/ 72 h 72"/>
                  <a:gd name="T2" fmla="*/ 72 w 72"/>
                  <a:gd name="T3" fmla="*/ 36 h 72"/>
                  <a:gd name="T4" fmla="*/ 36 w 72"/>
                  <a:gd name="T5" fmla="*/ 0 h 72"/>
                  <a:gd name="T6" fmla="*/ 36 w 72"/>
                  <a:gd name="T7" fmla="*/ 16 h 72"/>
                  <a:gd name="T8" fmla="*/ 56 w 72"/>
                  <a:gd name="T9" fmla="*/ 36 h 72"/>
                  <a:gd name="T10" fmla="*/ 36 w 72"/>
                  <a:gd name="T11" fmla="*/ 55 h 72"/>
                  <a:gd name="T12" fmla="*/ 36 w 72"/>
                  <a:gd name="T13" fmla="*/ 72 h 72"/>
                  <a:gd name="T14" fmla="*/ 36 w 72"/>
                  <a:gd name="T15" fmla="*/ 0 h 72"/>
                  <a:gd name="T16" fmla="*/ 0 w 72"/>
                  <a:gd name="T17" fmla="*/ 36 h 72"/>
                  <a:gd name="T18" fmla="*/ 36 w 72"/>
                  <a:gd name="T19" fmla="*/ 72 h 72"/>
                  <a:gd name="T20" fmla="*/ 36 w 72"/>
                  <a:gd name="T21" fmla="*/ 72 h 72"/>
                  <a:gd name="T22" fmla="*/ 36 w 72"/>
                  <a:gd name="T23" fmla="*/ 55 h 72"/>
                  <a:gd name="T24" fmla="*/ 36 w 72"/>
                  <a:gd name="T25" fmla="*/ 55 h 72"/>
                  <a:gd name="T26" fmla="*/ 36 w 72"/>
                  <a:gd name="T27" fmla="*/ 55 h 72"/>
                  <a:gd name="T28" fmla="*/ 17 w 72"/>
                  <a:gd name="T29" fmla="*/ 36 h 72"/>
                  <a:gd name="T30" fmla="*/ 36 w 72"/>
                  <a:gd name="T31" fmla="*/ 16 h 72"/>
                  <a:gd name="T32" fmla="*/ 36 w 72"/>
                  <a:gd name="T33" fmla="*/ 16 h 72"/>
                  <a:gd name="T34" fmla="*/ 36 w 72"/>
                  <a:gd name="T35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2" h="72">
                    <a:moveTo>
                      <a:pt x="36" y="72"/>
                    </a:moveTo>
                    <a:cubicBezTo>
                      <a:pt x="56" y="72"/>
                      <a:pt x="72" y="56"/>
                      <a:pt x="72" y="36"/>
                    </a:cubicBezTo>
                    <a:cubicBezTo>
                      <a:pt x="72" y="16"/>
                      <a:pt x="56" y="0"/>
                      <a:pt x="36" y="0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47" y="16"/>
                      <a:pt x="56" y="25"/>
                      <a:pt x="56" y="36"/>
                    </a:cubicBezTo>
                    <a:cubicBezTo>
                      <a:pt x="56" y="46"/>
                      <a:pt x="47" y="55"/>
                      <a:pt x="36" y="55"/>
                    </a:cubicBezTo>
                    <a:lnTo>
                      <a:pt x="36" y="72"/>
                    </a:lnTo>
                    <a:close/>
                    <a:moveTo>
                      <a:pt x="36" y="0"/>
                    </a:moveTo>
                    <a:cubicBezTo>
                      <a:pt x="16" y="0"/>
                      <a:pt x="0" y="16"/>
                      <a:pt x="0" y="36"/>
                    </a:cubicBezTo>
                    <a:cubicBezTo>
                      <a:pt x="0" y="56"/>
                      <a:pt x="16" y="72"/>
                      <a:pt x="36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25" y="55"/>
                      <a:pt x="17" y="46"/>
                      <a:pt x="17" y="36"/>
                    </a:cubicBezTo>
                    <a:cubicBezTo>
                      <a:pt x="17" y="25"/>
                      <a:pt x="25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0"/>
                      <a:pt x="36" y="0"/>
                      <a:pt x="36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4" name="Freeform 313"/>
              <p:cNvSpPr/>
              <p:nvPr/>
            </p:nvSpPr>
            <p:spPr bwMode="auto">
              <a:xfrm>
                <a:off x="-6794500" y="4148137"/>
                <a:ext cx="319087" cy="117475"/>
              </a:xfrm>
              <a:custGeom>
                <a:avLst/>
                <a:gdLst>
                  <a:gd name="T0" fmla="*/ 6 w 85"/>
                  <a:gd name="T1" fmla="*/ 30 h 31"/>
                  <a:gd name="T2" fmla="*/ 11 w 85"/>
                  <a:gd name="T3" fmla="*/ 28 h 31"/>
                  <a:gd name="T4" fmla="*/ 42 w 85"/>
                  <a:gd name="T5" fmla="*/ 11 h 31"/>
                  <a:gd name="T6" fmla="*/ 74 w 85"/>
                  <a:gd name="T7" fmla="*/ 28 h 31"/>
                  <a:gd name="T8" fmla="*/ 82 w 85"/>
                  <a:gd name="T9" fmla="*/ 29 h 31"/>
                  <a:gd name="T10" fmla="*/ 83 w 85"/>
                  <a:gd name="T11" fmla="*/ 22 h 31"/>
                  <a:gd name="T12" fmla="*/ 42 w 85"/>
                  <a:gd name="T13" fmla="*/ 0 h 31"/>
                  <a:gd name="T14" fmla="*/ 1 w 85"/>
                  <a:gd name="T15" fmla="*/ 22 h 31"/>
                  <a:gd name="T16" fmla="*/ 3 w 85"/>
                  <a:gd name="T17" fmla="*/ 29 h 31"/>
                  <a:gd name="T18" fmla="*/ 6 w 85"/>
                  <a:gd name="T19" fmla="*/ 3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" h="31">
                    <a:moveTo>
                      <a:pt x="6" y="30"/>
                    </a:moveTo>
                    <a:cubicBezTo>
                      <a:pt x="8" y="30"/>
                      <a:pt x="9" y="30"/>
                      <a:pt x="11" y="28"/>
                    </a:cubicBezTo>
                    <a:cubicBezTo>
                      <a:pt x="18" y="17"/>
                      <a:pt x="29" y="11"/>
                      <a:pt x="42" y="11"/>
                    </a:cubicBezTo>
                    <a:cubicBezTo>
                      <a:pt x="55" y="11"/>
                      <a:pt x="67" y="17"/>
                      <a:pt x="74" y="28"/>
                    </a:cubicBezTo>
                    <a:cubicBezTo>
                      <a:pt x="76" y="30"/>
                      <a:pt x="79" y="31"/>
                      <a:pt x="82" y="29"/>
                    </a:cubicBezTo>
                    <a:cubicBezTo>
                      <a:pt x="84" y="28"/>
                      <a:pt x="85" y="24"/>
                      <a:pt x="83" y="22"/>
                    </a:cubicBezTo>
                    <a:cubicBezTo>
                      <a:pt x="74" y="8"/>
                      <a:pt x="59" y="0"/>
                      <a:pt x="42" y="0"/>
                    </a:cubicBezTo>
                    <a:cubicBezTo>
                      <a:pt x="26" y="0"/>
                      <a:pt x="11" y="8"/>
                      <a:pt x="1" y="22"/>
                    </a:cubicBezTo>
                    <a:cubicBezTo>
                      <a:pt x="0" y="24"/>
                      <a:pt x="0" y="28"/>
                      <a:pt x="3" y="29"/>
                    </a:cubicBezTo>
                    <a:cubicBezTo>
                      <a:pt x="4" y="30"/>
                      <a:pt x="5" y="30"/>
                      <a:pt x="6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5" name="Freeform 314"/>
              <p:cNvSpPr>
                <a:spLocks noEditPoints="1"/>
              </p:cNvSpPr>
              <p:nvPr/>
            </p:nvSpPr>
            <p:spPr bwMode="auto">
              <a:xfrm>
                <a:off x="-6284913" y="4213225"/>
                <a:ext cx="271462" cy="269875"/>
              </a:xfrm>
              <a:custGeom>
                <a:avLst/>
                <a:gdLst>
                  <a:gd name="T0" fmla="*/ 36 w 72"/>
                  <a:gd name="T1" fmla="*/ 0 h 72"/>
                  <a:gd name="T2" fmla="*/ 36 w 72"/>
                  <a:gd name="T3" fmla="*/ 0 h 72"/>
                  <a:gd name="T4" fmla="*/ 36 w 72"/>
                  <a:gd name="T5" fmla="*/ 16 h 72"/>
                  <a:gd name="T6" fmla="*/ 36 w 72"/>
                  <a:gd name="T7" fmla="*/ 16 h 72"/>
                  <a:gd name="T8" fmla="*/ 55 w 72"/>
                  <a:gd name="T9" fmla="*/ 36 h 72"/>
                  <a:gd name="T10" fmla="*/ 36 w 72"/>
                  <a:gd name="T11" fmla="*/ 55 h 72"/>
                  <a:gd name="T12" fmla="*/ 36 w 72"/>
                  <a:gd name="T13" fmla="*/ 55 h 72"/>
                  <a:gd name="T14" fmla="*/ 36 w 72"/>
                  <a:gd name="T15" fmla="*/ 55 h 72"/>
                  <a:gd name="T16" fmla="*/ 36 w 72"/>
                  <a:gd name="T17" fmla="*/ 72 h 72"/>
                  <a:gd name="T18" fmla="*/ 36 w 72"/>
                  <a:gd name="T19" fmla="*/ 72 h 72"/>
                  <a:gd name="T20" fmla="*/ 72 w 72"/>
                  <a:gd name="T21" fmla="*/ 36 h 72"/>
                  <a:gd name="T22" fmla="*/ 36 w 72"/>
                  <a:gd name="T23" fmla="*/ 0 h 72"/>
                  <a:gd name="T24" fmla="*/ 36 w 72"/>
                  <a:gd name="T25" fmla="*/ 0 h 72"/>
                  <a:gd name="T26" fmla="*/ 0 w 72"/>
                  <a:gd name="T27" fmla="*/ 36 h 72"/>
                  <a:gd name="T28" fmla="*/ 36 w 72"/>
                  <a:gd name="T29" fmla="*/ 72 h 72"/>
                  <a:gd name="T30" fmla="*/ 36 w 72"/>
                  <a:gd name="T31" fmla="*/ 55 h 72"/>
                  <a:gd name="T32" fmla="*/ 16 w 72"/>
                  <a:gd name="T33" fmla="*/ 36 h 72"/>
                  <a:gd name="T34" fmla="*/ 36 w 72"/>
                  <a:gd name="T35" fmla="*/ 16 h 72"/>
                  <a:gd name="T36" fmla="*/ 36 w 72"/>
                  <a:gd name="T3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2" h="72">
                    <a:moveTo>
                      <a:pt x="36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36" y="16"/>
                      <a:pt x="36" y="16"/>
                      <a:pt x="36" y="16"/>
                    </a:cubicBezTo>
                    <a:cubicBezTo>
                      <a:pt x="46" y="16"/>
                      <a:pt x="55" y="25"/>
                      <a:pt x="55" y="36"/>
                    </a:cubicBezTo>
                    <a:cubicBezTo>
                      <a:pt x="55" y="46"/>
                      <a:pt x="46" y="55"/>
                      <a:pt x="36" y="55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36" y="72"/>
                      <a:pt x="36" y="72"/>
                      <a:pt x="36" y="72"/>
                    </a:cubicBezTo>
                    <a:cubicBezTo>
                      <a:pt x="56" y="72"/>
                      <a:pt x="72" y="56"/>
                      <a:pt x="72" y="36"/>
                    </a:cubicBezTo>
                    <a:cubicBezTo>
                      <a:pt x="72" y="16"/>
                      <a:pt x="56" y="0"/>
                      <a:pt x="36" y="0"/>
                    </a:cubicBezTo>
                    <a:close/>
                    <a:moveTo>
                      <a:pt x="36" y="0"/>
                    </a:moveTo>
                    <a:cubicBezTo>
                      <a:pt x="16" y="0"/>
                      <a:pt x="0" y="16"/>
                      <a:pt x="0" y="36"/>
                    </a:cubicBezTo>
                    <a:cubicBezTo>
                      <a:pt x="0" y="56"/>
                      <a:pt x="16" y="72"/>
                      <a:pt x="36" y="72"/>
                    </a:cubicBezTo>
                    <a:cubicBezTo>
                      <a:pt x="36" y="55"/>
                      <a:pt x="36" y="55"/>
                      <a:pt x="36" y="55"/>
                    </a:cubicBezTo>
                    <a:cubicBezTo>
                      <a:pt x="25" y="55"/>
                      <a:pt x="16" y="46"/>
                      <a:pt x="16" y="36"/>
                    </a:cubicBezTo>
                    <a:cubicBezTo>
                      <a:pt x="16" y="25"/>
                      <a:pt x="25" y="16"/>
                      <a:pt x="36" y="16"/>
                    </a:cubicBezTo>
                    <a:lnTo>
                      <a:pt x="3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6" name="Freeform 315"/>
              <p:cNvSpPr/>
              <p:nvPr/>
            </p:nvSpPr>
            <p:spPr bwMode="auto">
              <a:xfrm>
                <a:off x="-6310313" y="4148137"/>
                <a:ext cx="319087" cy="117475"/>
              </a:xfrm>
              <a:custGeom>
                <a:avLst/>
                <a:gdLst>
                  <a:gd name="T0" fmla="*/ 43 w 85"/>
                  <a:gd name="T1" fmla="*/ 0 h 31"/>
                  <a:gd name="T2" fmla="*/ 2 w 85"/>
                  <a:gd name="T3" fmla="*/ 22 h 31"/>
                  <a:gd name="T4" fmla="*/ 3 w 85"/>
                  <a:gd name="T5" fmla="*/ 29 h 31"/>
                  <a:gd name="T6" fmla="*/ 6 w 85"/>
                  <a:gd name="T7" fmla="*/ 30 h 31"/>
                  <a:gd name="T8" fmla="*/ 11 w 85"/>
                  <a:gd name="T9" fmla="*/ 28 h 31"/>
                  <a:gd name="T10" fmla="*/ 43 w 85"/>
                  <a:gd name="T11" fmla="*/ 11 h 31"/>
                  <a:gd name="T12" fmla="*/ 74 w 85"/>
                  <a:gd name="T13" fmla="*/ 28 h 31"/>
                  <a:gd name="T14" fmla="*/ 82 w 85"/>
                  <a:gd name="T15" fmla="*/ 29 h 31"/>
                  <a:gd name="T16" fmla="*/ 84 w 85"/>
                  <a:gd name="T17" fmla="*/ 22 h 31"/>
                  <a:gd name="T18" fmla="*/ 43 w 85"/>
                  <a:gd name="T1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5" h="31">
                    <a:moveTo>
                      <a:pt x="43" y="0"/>
                    </a:moveTo>
                    <a:cubicBezTo>
                      <a:pt x="26" y="0"/>
                      <a:pt x="11" y="8"/>
                      <a:pt x="2" y="22"/>
                    </a:cubicBezTo>
                    <a:cubicBezTo>
                      <a:pt x="0" y="24"/>
                      <a:pt x="1" y="28"/>
                      <a:pt x="3" y="29"/>
                    </a:cubicBezTo>
                    <a:cubicBezTo>
                      <a:pt x="4" y="30"/>
                      <a:pt x="5" y="30"/>
                      <a:pt x="6" y="30"/>
                    </a:cubicBezTo>
                    <a:cubicBezTo>
                      <a:pt x="8" y="30"/>
                      <a:pt x="10" y="30"/>
                      <a:pt x="11" y="28"/>
                    </a:cubicBezTo>
                    <a:cubicBezTo>
                      <a:pt x="18" y="17"/>
                      <a:pt x="30" y="11"/>
                      <a:pt x="43" y="11"/>
                    </a:cubicBezTo>
                    <a:cubicBezTo>
                      <a:pt x="55" y="11"/>
                      <a:pt x="67" y="17"/>
                      <a:pt x="74" y="28"/>
                    </a:cubicBezTo>
                    <a:cubicBezTo>
                      <a:pt x="76" y="30"/>
                      <a:pt x="80" y="31"/>
                      <a:pt x="82" y="29"/>
                    </a:cubicBezTo>
                    <a:cubicBezTo>
                      <a:pt x="85" y="28"/>
                      <a:pt x="85" y="24"/>
                      <a:pt x="84" y="22"/>
                    </a:cubicBezTo>
                    <a:cubicBezTo>
                      <a:pt x="74" y="8"/>
                      <a:pt x="59" y="0"/>
                      <a:pt x="4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7" name="Freeform 316"/>
              <p:cNvSpPr/>
              <p:nvPr/>
            </p:nvSpPr>
            <p:spPr bwMode="auto">
              <a:xfrm>
                <a:off x="-6546850" y="3919537"/>
                <a:ext cx="473075" cy="552450"/>
              </a:xfrm>
              <a:custGeom>
                <a:avLst/>
                <a:gdLst>
                  <a:gd name="T0" fmla="*/ 84 w 126"/>
                  <a:gd name="T1" fmla="*/ 54 h 147"/>
                  <a:gd name="T2" fmla="*/ 88 w 126"/>
                  <a:gd name="T3" fmla="*/ 54 h 147"/>
                  <a:gd name="T4" fmla="*/ 120 w 126"/>
                  <a:gd name="T5" fmla="*/ 40 h 147"/>
                  <a:gd name="T6" fmla="*/ 124 w 126"/>
                  <a:gd name="T7" fmla="*/ 30 h 147"/>
                  <a:gd name="T8" fmla="*/ 113 w 126"/>
                  <a:gd name="T9" fmla="*/ 26 h 147"/>
                  <a:gd name="T10" fmla="*/ 92 w 126"/>
                  <a:gd name="T11" fmla="*/ 36 h 147"/>
                  <a:gd name="T12" fmla="*/ 89 w 126"/>
                  <a:gd name="T13" fmla="*/ 36 h 147"/>
                  <a:gd name="T14" fmla="*/ 53 w 126"/>
                  <a:gd name="T15" fmla="*/ 1 h 147"/>
                  <a:gd name="T16" fmla="*/ 50 w 126"/>
                  <a:gd name="T17" fmla="*/ 1 h 147"/>
                  <a:gd name="T18" fmla="*/ 1 w 126"/>
                  <a:gd name="T19" fmla="*/ 50 h 147"/>
                  <a:gd name="T20" fmla="*/ 1 w 126"/>
                  <a:gd name="T21" fmla="*/ 53 h 147"/>
                  <a:gd name="T22" fmla="*/ 34 w 126"/>
                  <a:gd name="T23" fmla="*/ 82 h 147"/>
                  <a:gd name="T24" fmla="*/ 35 w 126"/>
                  <a:gd name="T25" fmla="*/ 86 h 147"/>
                  <a:gd name="T26" fmla="*/ 18 w 126"/>
                  <a:gd name="T27" fmla="*/ 123 h 147"/>
                  <a:gd name="T28" fmla="*/ 19 w 126"/>
                  <a:gd name="T29" fmla="*/ 127 h 147"/>
                  <a:gd name="T30" fmla="*/ 30 w 126"/>
                  <a:gd name="T31" fmla="*/ 143 h 147"/>
                  <a:gd name="T32" fmla="*/ 38 w 126"/>
                  <a:gd name="T33" fmla="*/ 147 h 147"/>
                  <a:gd name="T34" fmla="*/ 45 w 126"/>
                  <a:gd name="T35" fmla="*/ 145 h 147"/>
                  <a:gd name="T36" fmla="*/ 47 w 126"/>
                  <a:gd name="T37" fmla="*/ 130 h 147"/>
                  <a:gd name="T38" fmla="*/ 43 w 126"/>
                  <a:gd name="T39" fmla="*/ 125 h 147"/>
                  <a:gd name="T40" fmla="*/ 42 w 126"/>
                  <a:gd name="T41" fmla="*/ 120 h 147"/>
                  <a:gd name="T42" fmla="*/ 59 w 126"/>
                  <a:gd name="T43" fmla="*/ 81 h 147"/>
                  <a:gd name="T44" fmla="*/ 59 w 126"/>
                  <a:gd name="T45" fmla="*/ 77 h 147"/>
                  <a:gd name="T46" fmla="*/ 40 w 126"/>
                  <a:gd name="T47" fmla="*/ 59 h 147"/>
                  <a:gd name="T48" fmla="*/ 40 w 126"/>
                  <a:gd name="T49" fmla="*/ 55 h 147"/>
                  <a:gd name="T50" fmla="*/ 61 w 126"/>
                  <a:gd name="T51" fmla="*/ 35 h 147"/>
                  <a:gd name="T52" fmla="*/ 65 w 126"/>
                  <a:gd name="T53" fmla="*/ 35 h 147"/>
                  <a:gd name="T54" fmla="*/ 84 w 126"/>
                  <a:gd name="T55" fmla="*/ 54 h 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26" h="147">
                    <a:moveTo>
                      <a:pt x="84" y="54"/>
                    </a:moveTo>
                    <a:cubicBezTo>
                      <a:pt x="85" y="55"/>
                      <a:pt x="87" y="55"/>
                      <a:pt x="88" y="54"/>
                    </a:cubicBezTo>
                    <a:cubicBezTo>
                      <a:pt x="120" y="40"/>
                      <a:pt x="120" y="40"/>
                      <a:pt x="120" y="40"/>
                    </a:cubicBezTo>
                    <a:cubicBezTo>
                      <a:pt x="124" y="38"/>
                      <a:pt x="126" y="34"/>
                      <a:pt x="124" y="30"/>
                    </a:cubicBezTo>
                    <a:cubicBezTo>
                      <a:pt x="122" y="26"/>
                      <a:pt x="117" y="24"/>
                      <a:pt x="113" y="26"/>
                    </a:cubicBezTo>
                    <a:cubicBezTo>
                      <a:pt x="92" y="36"/>
                      <a:pt x="92" y="36"/>
                      <a:pt x="92" y="36"/>
                    </a:cubicBezTo>
                    <a:cubicBezTo>
                      <a:pt x="91" y="37"/>
                      <a:pt x="89" y="37"/>
                      <a:pt x="89" y="36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2" y="0"/>
                      <a:pt x="51" y="0"/>
                      <a:pt x="50" y="1"/>
                    </a:cubicBezTo>
                    <a:cubicBezTo>
                      <a:pt x="1" y="50"/>
                      <a:pt x="1" y="50"/>
                      <a:pt x="1" y="50"/>
                    </a:cubicBezTo>
                    <a:cubicBezTo>
                      <a:pt x="0" y="51"/>
                      <a:pt x="0" y="52"/>
                      <a:pt x="1" y="53"/>
                    </a:cubicBezTo>
                    <a:cubicBezTo>
                      <a:pt x="7" y="59"/>
                      <a:pt x="27" y="76"/>
                      <a:pt x="34" y="82"/>
                    </a:cubicBezTo>
                    <a:cubicBezTo>
                      <a:pt x="35" y="83"/>
                      <a:pt x="36" y="85"/>
                      <a:pt x="35" y="86"/>
                    </a:cubicBezTo>
                    <a:cubicBezTo>
                      <a:pt x="18" y="123"/>
                      <a:pt x="18" y="123"/>
                      <a:pt x="18" y="123"/>
                    </a:cubicBezTo>
                    <a:cubicBezTo>
                      <a:pt x="18" y="124"/>
                      <a:pt x="18" y="126"/>
                      <a:pt x="19" y="127"/>
                    </a:cubicBezTo>
                    <a:cubicBezTo>
                      <a:pt x="30" y="143"/>
                      <a:pt x="30" y="143"/>
                      <a:pt x="30" y="143"/>
                    </a:cubicBezTo>
                    <a:cubicBezTo>
                      <a:pt x="32" y="145"/>
                      <a:pt x="35" y="147"/>
                      <a:pt x="38" y="147"/>
                    </a:cubicBezTo>
                    <a:cubicBezTo>
                      <a:pt x="40" y="147"/>
                      <a:pt x="42" y="146"/>
                      <a:pt x="45" y="145"/>
                    </a:cubicBezTo>
                    <a:cubicBezTo>
                      <a:pt x="49" y="141"/>
                      <a:pt x="50" y="135"/>
                      <a:pt x="47" y="130"/>
                    </a:cubicBezTo>
                    <a:cubicBezTo>
                      <a:pt x="43" y="125"/>
                      <a:pt x="43" y="125"/>
                      <a:pt x="43" y="125"/>
                    </a:cubicBezTo>
                    <a:cubicBezTo>
                      <a:pt x="42" y="124"/>
                      <a:pt x="42" y="122"/>
                      <a:pt x="42" y="120"/>
                    </a:cubicBezTo>
                    <a:cubicBezTo>
                      <a:pt x="59" y="81"/>
                      <a:pt x="59" y="81"/>
                      <a:pt x="59" y="81"/>
                    </a:cubicBezTo>
                    <a:cubicBezTo>
                      <a:pt x="60" y="79"/>
                      <a:pt x="60" y="78"/>
                      <a:pt x="59" y="77"/>
                    </a:cubicBezTo>
                    <a:cubicBezTo>
                      <a:pt x="55" y="73"/>
                      <a:pt x="45" y="63"/>
                      <a:pt x="40" y="59"/>
                    </a:cubicBezTo>
                    <a:cubicBezTo>
                      <a:pt x="39" y="58"/>
                      <a:pt x="39" y="56"/>
                      <a:pt x="40" y="55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62" y="34"/>
                      <a:pt x="64" y="34"/>
                      <a:pt x="65" y="35"/>
                    </a:cubicBezTo>
                    <a:lnTo>
                      <a:pt x="84" y="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8" name="Freeform 317"/>
              <p:cNvSpPr/>
              <p:nvPr/>
            </p:nvSpPr>
            <p:spPr bwMode="auto">
              <a:xfrm>
                <a:off x="-2870200" y="4178300"/>
                <a:ext cx="374650" cy="233363"/>
              </a:xfrm>
              <a:custGeom>
                <a:avLst/>
                <a:gdLst>
                  <a:gd name="T0" fmla="*/ 100 w 100"/>
                  <a:gd name="T1" fmla="*/ 62 h 62"/>
                  <a:gd name="T2" fmla="*/ 100 w 100"/>
                  <a:gd name="T3" fmla="*/ 19 h 62"/>
                  <a:gd name="T4" fmla="*/ 81 w 100"/>
                  <a:gd name="T5" fmla="*/ 0 h 62"/>
                  <a:gd name="T6" fmla="*/ 19 w 100"/>
                  <a:gd name="T7" fmla="*/ 0 h 62"/>
                  <a:gd name="T8" fmla="*/ 0 w 100"/>
                  <a:gd name="T9" fmla="*/ 19 h 62"/>
                  <a:gd name="T10" fmla="*/ 0 w 100"/>
                  <a:gd name="T11" fmla="*/ 43 h 62"/>
                  <a:gd name="T12" fmla="*/ 15 w 100"/>
                  <a:gd name="T13" fmla="*/ 43 h 62"/>
                  <a:gd name="T14" fmla="*/ 15 w 100"/>
                  <a:gd name="T15" fmla="*/ 19 h 62"/>
                  <a:gd name="T16" fmla="*/ 19 w 100"/>
                  <a:gd name="T17" fmla="*/ 15 h 62"/>
                  <a:gd name="T18" fmla="*/ 81 w 100"/>
                  <a:gd name="T19" fmla="*/ 15 h 62"/>
                  <a:gd name="T20" fmla="*/ 85 w 100"/>
                  <a:gd name="T21" fmla="*/ 19 h 62"/>
                  <a:gd name="T22" fmla="*/ 85 w 100"/>
                  <a:gd name="T23" fmla="*/ 62 h 62"/>
                  <a:gd name="T24" fmla="*/ 100 w 100"/>
                  <a:gd name="T25" fmla="*/ 62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0" h="62">
                    <a:moveTo>
                      <a:pt x="100" y="62"/>
                    </a:moveTo>
                    <a:cubicBezTo>
                      <a:pt x="100" y="19"/>
                      <a:pt x="100" y="19"/>
                      <a:pt x="100" y="19"/>
                    </a:cubicBezTo>
                    <a:cubicBezTo>
                      <a:pt x="100" y="9"/>
                      <a:pt x="92" y="0"/>
                      <a:pt x="81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8" y="0"/>
                      <a:pt x="0" y="9"/>
                      <a:pt x="0" y="19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15" y="43"/>
                      <a:pt x="15" y="43"/>
                      <a:pt x="15" y="43"/>
                    </a:cubicBezTo>
                    <a:cubicBezTo>
                      <a:pt x="15" y="19"/>
                      <a:pt x="15" y="19"/>
                      <a:pt x="15" y="19"/>
                    </a:cubicBezTo>
                    <a:cubicBezTo>
                      <a:pt x="15" y="17"/>
                      <a:pt x="16" y="15"/>
                      <a:pt x="19" y="15"/>
                    </a:cubicBezTo>
                    <a:cubicBezTo>
                      <a:pt x="81" y="15"/>
                      <a:pt x="81" y="15"/>
                      <a:pt x="81" y="15"/>
                    </a:cubicBezTo>
                    <a:cubicBezTo>
                      <a:pt x="84" y="15"/>
                      <a:pt x="85" y="17"/>
                      <a:pt x="85" y="19"/>
                    </a:cubicBezTo>
                    <a:cubicBezTo>
                      <a:pt x="85" y="62"/>
                      <a:pt x="85" y="62"/>
                      <a:pt x="85" y="62"/>
                    </a:cubicBezTo>
                    <a:lnTo>
                      <a:pt x="100" y="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89" name="Freeform 318"/>
              <p:cNvSpPr>
                <a:spLocks noEditPoints="1"/>
              </p:cNvSpPr>
              <p:nvPr/>
            </p:nvSpPr>
            <p:spPr bwMode="auto">
              <a:xfrm>
                <a:off x="-2922588" y="4425950"/>
                <a:ext cx="476250" cy="271463"/>
              </a:xfrm>
              <a:custGeom>
                <a:avLst/>
                <a:gdLst>
                  <a:gd name="T0" fmla="*/ 99 w 127"/>
                  <a:gd name="T1" fmla="*/ 0 h 72"/>
                  <a:gd name="T2" fmla="*/ 64 w 127"/>
                  <a:gd name="T3" fmla="*/ 0 h 72"/>
                  <a:gd name="T4" fmla="*/ 64 w 127"/>
                  <a:gd name="T5" fmla="*/ 20 h 72"/>
                  <a:gd name="T6" fmla="*/ 75 w 127"/>
                  <a:gd name="T7" fmla="*/ 31 h 72"/>
                  <a:gd name="T8" fmla="*/ 68 w 127"/>
                  <a:gd name="T9" fmla="*/ 41 h 72"/>
                  <a:gd name="T10" fmla="*/ 68 w 127"/>
                  <a:gd name="T11" fmla="*/ 41 h 72"/>
                  <a:gd name="T12" fmla="*/ 68 w 127"/>
                  <a:gd name="T13" fmla="*/ 59 h 72"/>
                  <a:gd name="T14" fmla="*/ 64 w 127"/>
                  <a:gd name="T15" fmla="*/ 59 h 72"/>
                  <a:gd name="T16" fmla="*/ 64 w 127"/>
                  <a:gd name="T17" fmla="*/ 72 h 72"/>
                  <a:gd name="T18" fmla="*/ 127 w 127"/>
                  <a:gd name="T19" fmla="*/ 72 h 72"/>
                  <a:gd name="T20" fmla="*/ 127 w 127"/>
                  <a:gd name="T21" fmla="*/ 0 h 72"/>
                  <a:gd name="T22" fmla="*/ 114 w 127"/>
                  <a:gd name="T23" fmla="*/ 0 h 72"/>
                  <a:gd name="T24" fmla="*/ 99 w 127"/>
                  <a:gd name="T25" fmla="*/ 0 h 72"/>
                  <a:gd name="T26" fmla="*/ 64 w 127"/>
                  <a:gd name="T27" fmla="*/ 0 h 72"/>
                  <a:gd name="T28" fmla="*/ 0 w 127"/>
                  <a:gd name="T29" fmla="*/ 0 h 72"/>
                  <a:gd name="T30" fmla="*/ 0 w 127"/>
                  <a:gd name="T31" fmla="*/ 72 h 72"/>
                  <a:gd name="T32" fmla="*/ 64 w 127"/>
                  <a:gd name="T33" fmla="*/ 72 h 72"/>
                  <a:gd name="T34" fmla="*/ 64 w 127"/>
                  <a:gd name="T35" fmla="*/ 59 h 72"/>
                  <a:gd name="T36" fmla="*/ 59 w 127"/>
                  <a:gd name="T37" fmla="*/ 59 h 72"/>
                  <a:gd name="T38" fmla="*/ 59 w 127"/>
                  <a:gd name="T39" fmla="*/ 41 h 72"/>
                  <a:gd name="T40" fmla="*/ 52 w 127"/>
                  <a:gd name="T41" fmla="*/ 31 h 72"/>
                  <a:gd name="T42" fmla="*/ 64 w 127"/>
                  <a:gd name="T43" fmla="*/ 20 h 72"/>
                  <a:gd name="T44" fmla="*/ 64 w 127"/>
                  <a:gd name="T45" fmla="*/ 20 h 72"/>
                  <a:gd name="T46" fmla="*/ 64 w 127"/>
                  <a:gd name="T47" fmla="*/ 0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7" h="72">
                    <a:moveTo>
                      <a:pt x="99" y="0"/>
                    </a:moveTo>
                    <a:cubicBezTo>
                      <a:pt x="64" y="0"/>
                      <a:pt x="64" y="0"/>
                      <a:pt x="64" y="0"/>
                    </a:cubicBezTo>
                    <a:cubicBezTo>
                      <a:pt x="64" y="20"/>
                      <a:pt x="64" y="20"/>
                      <a:pt x="64" y="20"/>
                    </a:cubicBezTo>
                    <a:cubicBezTo>
                      <a:pt x="70" y="20"/>
                      <a:pt x="75" y="25"/>
                      <a:pt x="75" y="31"/>
                    </a:cubicBezTo>
                    <a:cubicBezTo>
                      <a:pt x="75" y="36"/>
                      <a:pt x="72" y="40"/>
                      <a:pt x="68" y="41"/>
                    </a:cubicBezTo>
                    <a:cubicBezTo>
                      <a:pt x="68" y="41"/>
                      <a:pt x="68" y="41"/>
                      <a:pt x="68" y="41"/>
                    </a:cubicBezTo>
                    <a:cubicBezTo>
                      <a:pt x="68" y="59"/>
                      <a:pt x="68" y="59"/>
                      <a:pt x="68" y="59"/>
                    </a:cubicBezTo>
                    <a:cubicBezTo>
                      <a:pt x="64" y="59"/>
                      <a:pt x="64" y="59"/>
                      <a:pt x="64" y="59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127" y="72"/>
                      <a:pt x="127" y="72"/>
                      <a:pt x="127" y="72"/>
                    </a:cubicBezTo>
                    <a:cubicBezTo>
                      <a:pt x="127" y="0"/>
                      <a:pt x="127" y="0"/>
                      <a:pt x="127" y="0"/>
                    </a:cubicBezTo>
                    <a:cubicBezTo>
                      <a:pt x="114" y="0"/>
                      <a:pt x="114" y="0"/>
                      <a:pt x="114" y="0"/>
                    </a:cubicBezTo>
                    <a:lnTo>
                      <a:pt x="99" y="0"/>
                    </a:lnTo>
                    <a:close/>
                    <a:moveTo>
                      <a:pt x="64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72"/>
                      <a:pt x="0" y="72"/>
                      <a:pt x="0" y="72"/>
                    </a:cubicBezTo>
                    <a:cubicBezTo>
                      <a:pt x="64" y="72"/>
                      <a:pt x="64" y="72"/>
                      <a:pt x="64" y="72"/>
                    </a:cubicBezTo>
                    <a:cubicBezTo>
                      <a:pt x="64" y="59"/>
                      <a:pt x="64" y="59"/>
                      <a:pt x="64" y="59"/>
                    </a:cubicBezTo>
                    <a:cubicBezTo>
                      <a:pt x="59" y="59"/>
                      <a:pt x="59" y="59"/>
                      <a:pt x="59" y="59"/>
                    </a:cubicBezTo>
                    <a:cubicBezTo>
                      <a:pt x="59" y="41"/>
                      <a:pt x="59" y="41"/>
                      <a:pt x="59" y="41"/>
                    </a:cubicBezTo>
                    <a:cubicBezTo>
                      <a:pt x="55" y="40"/>
                      <a:pt x="52" y="36"/>
                      <a:pt x="52" y="31"/>
                    </a:cubicBezTo>
                    <a:cubicBezTo>
                      <a:pt x="52" y="25"/>
                      <a:pt x="57" y="20"/>
                      <a:pt x="64" y="20"/>
                    </a:cubicBezTo>
                    <a:cubicBezTo>
                      <a:pt x="64" y="20"/>
                      <a:pt x="64" y="20"/>
                      <a:pt x="64" y="20"/>
                    </a:cubicBezTo>
                    <a:lnTo>
                      <a:pt x="6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0" name="Freeform 319"/>
              <p:cNvSpPr/>
              <p:nvPr/>
            </p:nvSpPr>
            <p:spPr bwMode="auto">
              <a:xfrm>
                <a:off x="-7085012" y="3255962"/>
                <a:ext cx="687387" cy="644525"/>
              </a:xfrm>
              <a:custGeom>
                <a:avLst/>
                <a:gdLst>
                  <a:gd name="T0" fmla="*/ 26 w 183"/>
                  <a:gd name="T1" fmla="*/ 139 h 172"/>
                  <a:gd name="T2" fmla="*/ 76 w 183"/>
                  <a:gd name="T3" fmla="*/ 113 h 172"/>
                  <a:gd name="T4" fmla="*/ 85 w 183"/>
                  <a:gd name="T5" fmla="*/ 111 h 172"/>
                  <a:gd name="T6" fmla="*/ 86 w 183"/>
                  <a:gd name="T7" fmla="*/ 121 h 172"/>
                  <a:gd name="T8" fmla="*/ 85 w 183"/>
                  <a:gd name="T9" fmla="*/ 142 h 172"/>
                  <a:gd name="T10" fmla="*/ 84 w 183"/>
                  <a:gd name="T11" fmla="*/ 172 h 172"/>
                  <a:gd name="T12" fmla="*/ 99 w 183"/>
                  <a:gd name="T13" fmla="*/ 172 h 172"/>
                  <a:gd name="T14" fmla="*/ 98 w 183"/>
                  <a:gd name="T15" fmla="*/ 142 h 172"/>
                  <a:gd name="T16" fmla="*/ 97 w 183"/>
                  <a:gd name="T17" fmla="*/ 121 h 172"/>
                  <a:gd name="T18" fmla="*/ 97 w 183"/>
                  <a:gd name="T19" fmla="*/ 111 h 172"/>
                  <a:gd name="T20" fmla="*/ 106 w 183"/>
                  <a:gd name="T21" fmla="*/ 113 h 172"/>
                  <a:gd name="T22" fmla="*/ 156 w 183"/>
                  <a:gd name="T23" fmla="*/ 139 h 172"/>
                  <a:gd name="T24" fmla="*/ 176 w 183"/>
                  <a:gd name="T25" fmla="*/ 119 h 172"/>
                  <a:gd name="T26" fmla="*/ 164 w 183"/>
                  <a:gd name="T27" fmla="*/ 56 h 172"/>
                  <a:gd name="T28" fmla="*/ 102 w 183"/>
                  <a:gd name="T29" fmla="*/ 96 h 172"/>
                  <a:gd name="T30" fmla="*/ 99 w 183"/>
                  <a:gd name="T31" fmla="*/ 90 h 172"/>
                  <a:gd name="T32" fmla="*/ 110 w 183"/>
                  <a:gd name="T33" fmla="*/ 69 h 172"/>
                  <a:gd name="T34" fmla="*/ 131 w 183"/>
                  <a:gd name="T35" fmla="*/ 21 h 172"/>
                  <a:gd name="T36" fmla="*/ 91 w 183"/>
                  <a:gd name="T37" fmla="*/ 1 h 172"/>
                  <a:gd name="T38" fmla="*/ 52 w 183"/>
                  <a:gd name="T39" fmla="*/ 21 h 172"/>
                  <a:gd name="T40" fmla="*/ 72 w 183"/>
                  <a:gd name="T41" fmla="*/ 69 h 172"/>
                  <a:gd name="T42" fmla="*/ 83 w 183"/>
                  <a:gd name="T43" fmla="*/ 90 h 172"/>
                  <a:gd name="T44" fmla="*/ 81 w 183"/>
                  <a:gd name="T45" fmla="*/ 96 h 172"/>
                  <a:gd name="T46" fmla="*/ 19 w 183"/>
                  <a:gd name="T47" fmla="*/ 56 h 172"/>
                  <a:gd name="T48" fmla="*/ 6 w 183"/>
                  <a:gd name="T49" fmla="*/ 119 h 172"/>
                  <a:gd name="T50" fmla="*/ 26 w 183"/>
                  <a:gd name="T51" fmla="*/ 139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83" h="172">
                    <a:moveTo>
                      <a:pt x="26" y="139"/>
                    </a:moveTo>
                    <a:cubicBezTo>
                      <a:pt x="45" y="141"/>
                      <a:pt x="61" y="121"/>
                      <a:pt x="76" y="113"/>
                    </a:cubicBezTo>
                    <a:cubicBezTo>
                      <a:pt x="78" y="112"/>
                      <a:pt x="83" y="109"/>
                      <a:pt x="85" y="111"/>
                    </a:cubicBezTo>
                    <a:cubicBezTo>
                      <a:pt x="87" y="114"/>
                      <a:pt x="86" y="118"/>
                      <a:pt x="86" y="121"/>
                    </a:cubicBezTo>
                    <a:cubicBezTo>
                      <a:pt x="86" y="128"/>
                      <a:pt x="85" y="135"/>
                      <a:pt x="85" y="142"/>
                    </a:cubicBezTo>
                    <a:cubicBezTo>
                      <a:pt x="85" y="150"/>
                      <a:pt x="84" y="164"/>
                      <a:pt x="84" y="172"/>
                    </a:cubicBezTo>
                    <a:cubicBezTo>
                      <a:pt x="99" y="172"/>
                      <a:pt x="99" y="172"/>
                      <a:pt x="99" y="172"/>
                    </a:cubicBezTo>
                    <a:cubicBezTo>
                      <a:pt x="98" y="164"/>
                      <a:pt x="98" y="150"/>
                      <a:pt x="98" y="142"/>
                    </a:cubicBezTo>
                    <a:cubicBezTo>
                      <a:pt x="97" y="135"/>
                      <a:pt x="97" y="128"/>
                      <a:pt x="97" y="121"/>
                    </a:cubicBezTo>
                    <a:cubicBezTo>
                      <a:pt x="97" y="118"/>
                      <a:pt x="96" y="114"/>
                      <a:pt x="97" y="111"/>
                    </a:cubicBezTo>
                    <a:cubicBezTo>
                      <a:pt x="99" y="109"/>
                      <a:pt x="105" y="112"/>
                      <a:pt x="106" y="113"/>
                    </a:cubicBezTo>
                    <a:cubicBezTo>
                      <a:pt x="122" y="121"/>
                      <a:pt x="137" y="141"/>
                      <a:pt x="156" y="139"/>
                    </a:cubicBezTo>
                    <a:cubicBezTo>
                      <a:pt x="167" y="137"/>
                      <a:pt x="173" y="128"/>
                      <a:pt x="176" y="119"/>
                    </a:cubicBezTo>
                    <a:cubicBezTo>
                      <a:pt x="182" y="101"/>
                      <a:pt x="183" y="68"/>
                      <a:pt x="164" y="56"/>
                    </a:cubicBezTo>
                    <a:cubicBezTo>
                      <a:pt x="135" y="39"/>
                      <a:pt x="126" y="94"/>
                      <a:pt x="102" y="96"/>
                    </a:cubicBezTo>
                    <a:cubicBezTo>
                      <a:pt x="97" y="96"/>
                      <a:pt x="98" y="94"/>
                      <a:pt x="99" y="90"/>
                    </a:cubicBezTo>
                    <a:cubicBezTo>
                      <a:pt x="101" y="82"/>
                      <a:pt x="105" y="75"/>
                      <a:pt x="110" y="69"/>
                    </a:cubicBezTo>
                    <a:cubicBezTo>
                      <a:pt x="120" y="56"/>
                      <a:pt x="134" y="39"/>
                      <a:pt x="131" y="21"/>
                    </a:cubicBezTo>
                    <a:cubicBezTo>
                      <a:pt x="128" y="5"/>
                      <a:pt x="109" y="0"/>
                      <a:pt x="91" y="1"/>
                    </a:cubicBezTo>
                    <a:cubicBezTo>
                      <a:pt x="74" y="0"/>
                      <a:pt x="54" y="5"/>
                      <a:pt x="52" y="21"/>
                    </a:cubicBezTo>
                    <a:cubicBezTo>
                      <a:pt x="49" y="39"/>
                      <a:pt x="62" y="56"/>
                      <a:pt x="72" y="69"/>
                    </a:cubicBezTo>
                    <a:cubicBezTo>
                      <a:pt x="77" y="75"/>
                      <a:pt x="81" y="82"/>
                      <a:pt x="83" y="90"/>
                    </a:cubicBezTo>
                    <a:cubicBezTo>
                      <a:pt x="85" y="94"/>
                      <a:pt x="85" y="96"/>
                      <a:pt x="81" y="96"/>
                    </a:cubicBezTo>
                    <a:cubicBezTo>
                      <a:pt x="57" y="94"/>
                      <a:pt x="47" y="39"/>
                      <a:pt x="19" y="56"/>
                    </a:cubicBezTo>
                    <a:cubicBezTo>
                      <a:pt x="0" y="68"/>
                      <a:pt x="0" y="101"/>
                      <a:pt x="6" y="119"/>
                    </a:cubicBezTo>
                    <a:cubicBezTo>
                      <a:pt x="9" y="128"/>
                      <a:pt x="16" y="137"/>
                      <a:pt x="26" y="1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1" name="Freeform 320"/>
              <p:cNvSpPr/>
              <p:nvPr/>
            </p:nvSpPr>
            <p:spPr bwMode="auto">
              <a:xfrm>
                <a:off x="-4222750" y="-420688"/>
                <a:ext cx="492125" cy="525463"/>
              </a:xfrm>
              <a:custGeom>
                <a:avLst/>
                <a:gdLst>
                  <a:gd name="T0" fmla="*/ 108 w 131"/>
                  <a:gd name="T1" fmla="*/ 96 h 140"/>
                  <a:gd name="T2" fmla="*/ 118 w 131"/>
                  <a:gd name="T3" fmla="*/ 91 h 140"/>
                  <a:gd name="T4" fmla="*/ 129 w 131"/>
                  <a:gd name="T5" fmla="*/ 87 h 140"/>
                  <a:gd name="T6" fmla="*/ 130 w 131"/>
                  <a:gd name="T7" fmla="*/ 70 h 140"/>
                  <a:gd name="T8" fmla="*/ 127 w 131"/>
                  <a:gd name="T9" fmla="*/ 41 h 140"/>
                  <a:gd name="T10" fmla="*/ 98 w 131"/>
                  <a:gd name="T11" fmla="*/ 66 h 140"/>
                  <a:gd name="T12" fmla="*/ 88 w 131"/>
                  <a:gd name="T13" fmla="*/ 76 h 140"/>
                  <a:gd name="T14" fmla="*/ 88 w 131"/>
                  <a:gd name="T15" fmla="*/ 65 h 140"/>
                  <a:gd name="T16" fmla="*/ 98 w 131"/>
                  <a:gd name="T17" fmla="*/ 46 h 140"/>
                  <a:gd name="T18" fmla="*/ 89 w 131"/>
                  <a:gd name="T19" fmla="*/ 28 h 140"/>
                  <a:gd name="T20" fmla="*/ 66 w 131"/>
                  <a:gd name="T21" fmla="*/ 1 h 140"/>
                  <a:gd name="T22" fmla="*/ 66 w 131"/>
                  <a:gd name="T23" fmla="*/ 0 h 140"/>
                  <a:gd name="T24" fmla="*/ 65 w 131"/>
                  <a:gd name="T25" fmla="*/ 0 h 140"/>
                  <a:gd name="T26" fmla="*/ 65 w 131"/>
                  <a:gd name="T27" fmla="*/ 0 h 140"/>
                  <a:gd name="T28" fmla="*/ 65 w 131"/>
                  <a:gd name="T29" fmla="*/ 1 h 140"/>
                  <a:gd name="T30" fmla="*/ 42 w 131"/>
                  <a:gd name="T31" fmla="*/ 28 h 140"/>
                  <a:gd name="T32" fmla="*/ 33 w 131"/>
                  <a:gd name="T33" fmla="*/ 46 h 140"/>
                  <a:gd name="T34" fmla="*/ 43 w 131"/>
                  <a:gd name="T35" fmla="*/ 65 h 140"/>
                  <a:gd name="T36" fmla="*/ 43 w 131"/>
                  <a:gd name="T37" fmla="*/ 76 h 140"/>
                  <a:gd name="T38" fmla="*/ 33 w 131"/>
                  <a:gd name="T39" fmla="*/ 66 h 140"/>
                  <a:gd name="T40" fmla="*/ 4 w 131"/>
                  <a:gd name="T41" fmla="*/ 41 h 140"/>
                  <a:gd name="T42" fmla="*/ 1 w 131"/>
                  <a:gd name="T43" fmla="*/ 70 h 140"/>
                  <a:gd name="T44" fmla="*/ 2 w 131"/>
                  <a:gd name="T45" fmla="*/ 87 h 140"/>
                  <a:gd name="T46" fmla="*/ 13 w 131"/>
                  <a:gd name="T47" fmla="*/ 91 h 140"/>
                  <a:gd name="T48" fmla="*/ 23 w 131"/>
                  <a:gd name="T49" fmla="*/ 96 h 140"/>
                  <a:gd name="T50" fmla="*/ 21 w 131"/>
                  <a:gd name="T51" fmla="*/ 103 h 140"/>
                  <a:gd name="T52" fmla="*/ 1 w 131"/>
                  <a:gd name="T53" fmla="*/ 96 h 140"/>
                  <a:gd name="T54" fmla="*/ 30 w 131"/>
                  <a:gd name="T55" fmla="*/ 137 h 140"/>
                  <a:gd name="T56" fmla="*/ 44 w 131"/>
                  <a:gd name="T57" fmla="*/ 135 h 140"/>
                  <a:gd name="T58" fmla="*/ 58 w 131"/>
                  <a:gd name="T59" fmla="*/ 126 h 140"/>
                  <a:gd name="T60" fmla="*/ 62 w 131"/>
                  <a:gd name="T61" fmla="*/ 124 h 140"/>
                  <a:gd name="T62" fmla="*/ 62 w 131"/>
                  <a:gd name="T63" fmla="*/ 118 h 140"/>
                  <a:gd name="T64" fmla="*/ 65 w 131"/>
                  <a:gd name="T65" fmla="*/ 62 h 140"/>
                  <a:gd name="T66" fmla="*/ 69 w 131"/>
                  <a:gd name="T67" fmla="*/ 118 h 140"/>
                  <a:gd name="T68" fmla="*/ 69 w 131"/>
                  <a:gd name="T69" fmla="*/ 124 h 140"/>
                  <a:gd name="T70" fmla="*/ 73 w 131"/>
                  <a:gd name="T71" fmla="*/ 126 h 140"/>
                  <a:gd name="T72" fmla="*/ 87 w 131"/>
                  <a:gd name="T73" fmla="*/ 135 h 140"/>
                  <a:gd name="T74" fmla="*/ 101 w 131"/>
                  <a:gd name="T75" fmla="*/ 137 h 140"/>
                  <a:gd name="T76" fmla="*/ 130 w 131"/>
                  <a:gd name="T77" fmla="*/ 96 h 140"/>
                  <a:gd name="T78" fmla="*/ 110 w 131"/>
                  <a:gd name="T79" fmla="*/ 103 h 140"/>
                  <a:gd name="T80" fmla="*/ 108 w 131"/>
                  <a:gd name="T81" fmla="*/ 96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31" h="140">
                    <a:moveTo>
                      <a:pt x="108" y="96"/>
                    </a:moveTo>
                    <a:cubicBezTo>
                      <a:pt x="111" y="94"/>
                      <a:pt x="114" y="93"/>
                      <a:pt x="118" y="91"/>
                    </a:cubicBezTo>
                    <a:cubicBezTo>
                      <a:pt x="121" y="90"/>
                      <a:pt x="125" y="89"/>
                      <a:pt x="129" y="87"/>
                    </a:cubicBezTo>
                    <a:cubicBezTo>
                      <a:pt x="130" y="81"/>
                      <a:pt x="131" y="76"/>
                      <a:pt x="130" y="70"/>
                    </a:cubicBezTo>
                    <a:cubicBezTo>
                      <a:pt x="129" y="60"/>
                      <a:pt x="127" y="51"/>
                      <a:pt x="127" y="41"/>
                    </a:cubicBezTo>
                    <a:cubicBezTo>
                      <a:pt x="115" y="48"/>
                      <a:pt x="101" y="52"/>
                      <a:pt x="98" y="66"/>
                    </a:cubicBezTo>
                    <a:cubicBezTo>
                      <a:pt x="97" y="69"/>
                      <a:pt x="93" y="79"/>
                      <a:pt x="88" y="76"/>
                    </a:cubicBezTo>
                    <a:cubicBezTo>
                      <a:pt x="84" y="73"/>
                      <a:pt x="86" y="68"/>
                      <a:pt x="88" y="65"/>
                    </a:cubicBezTo>
                    <a:cubicBezTo>
                      <a:pt x="92" y="59"/>
                      <a:pt x="98" y="54"/>
                      <a:pt x="98" y="46"/>
                    </a:cubicBezTo>
                    <a:cubicBezTo>
                      <a:pt x="98" y="39"/>
                      <a:pt x="93" y="33"/>
                      <a:pt x="89" y="28"/>
                    </a:cubicBezTo>
                    <a:cubicBezTo>
                      <a:pt x="82" y="19"/>
                      <a:pt x="73" y="11"/>
                      <a:pt x="66" y="1"/>
                    </a:cubicBezTo>
                    <a:cubicBezTo>
                      <a:pt x="66" y="0"/>
                      <a:pt x="66" y="0"/>
                      <a:pt x="66" y="0"/>
                    </a:cubicBezTo>
                    <a:cubicBezTo>
                      <a:pt x="66" y="0"/>
                      <a:pt x="66" y="0"/>
                      <a:pt x="65" y="0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65" y="1"/>
                      <a:pt x="65" y="1"/>
                      <a:pt x="65" y="1"/>
                    </a:cubicBezTo>
                    <a:cubicBezTo>
                      <a:pt x="58" y="11"/>
                      <a:pt x="49" y="19"/>
                      <a:pt x="42" y="28"/>
                    </a:cubicBezTo>
                    <a:cubicBezTo>
                      <a:pt x="38" y="33"/>
                      <a:pt x="33" y="39"/>
                      <a:pt x="33" y="46"/>
                    </a:cubicBezTo>
                    <a:cubicBezTo>
                      <a:pt x="33" y="54"/>
                      <a:pt x="39" y="59"/>
                      <a:pt x="43" y="65"/>
                    </a:cubicBezTo>
                    <a:cubicBezTo>
                      <a:pt x="45" y="68"/>
                      <a:pt x="47" y="73"/>
                      <a:pt x="43" y="76"/>
                    </a:cubicBezTo>
                    <a:cubicBezTo>
                      <a:pt x="38" y="79"/>
                      <a:pt x="34" y="69"/>
                      <a:pt x="33" y="66"/>
                    </a:cubicBezTo>
                    <a:cubicBezTo>
                      <a:pt x="30" y="52"/>
                      <a:pt x="16" y="48"/>
                      <a:pt x="4" y="41"/>
                    </a:cubicBezTo>
                    <a:cubicBezTo>
                      <a:pt x="4" y="51"/>
                      <a:pt x="2" y="60"/>
                      <a:pt x="1" y="70"/>
                    </a:cubicBezTo>
                    <a:cubicBezTo>
                      <a:pt x="0" y="76"/>
                      <a:pt x="1" y="81"/>
                      <a:pt x="2" y="87"/>
                    </a:cubicBezTo>
                    <a:cubicBezTo>
                      <a:pt x="6" y="89"/>
                      <a:pt x="10" y="90"/>
                      <a:pt x="13" y="91"/>
                    </a:cubicBezTo>
                    <a:cubicBezTo>
                      <a:pt x="17" y="93"/>
                      <a:pt x="20" y="94"/>
                      <a:pt x="23" y="96"/>
                    </a:cubicBezTo>
                    <a:cubicBezTo>
                      <a:pt x="26" y="98"/>
                      <a:pt x="26" y="104"/>
                      <a:pt x="21" y="103"/>
                    </a:cubicBezTo>
                    <a:cubicBezTo>
                      <a:pt x="14" y="102"/>
                      <a:pt x="8" y="95"/>
                      <a:pt x="1" y="96"/>
                    </a:cubicBezTo>
                    <a:cubicBezTo>
                      <a:pt x="4" y="114"/>
                      <a:pt x="13" y="130"/>
                      <a:pt x="30" y="137"/>
                    </a:cubicBezTo>
                    <a:cubicBezTo>
                      <a:pt x="36" y="140"/>
                      <a:pt x="39" y="139"/>
                      <a:pt x="44" y="135"/>
                    </a:cubicBezTo>
                    <a:cubicBezTo>
                      <a:pt x="49" y="131"/>
                      <a:pt x="52" y="127"/>
                      <a:pt x="58" y="126"/>
                    </a:cubicBezTo>
                    <a:cubicBezTo>
                      <a:pt x="60" y="126"/>
                      <a:pt x="62" y="127"/>
                      <a:pt x="62" y="124"/>
                    </a:cubicBezTo>
                    <a:cubicBezTo>
                      <a:pt x="62" y="122"/>
                      <a:pt x="62" y="120"/>
                      <a:pt x="62" y="118"/>
                    </a:cubicBezTo>
                    <a:cubicBezTo>
                      <a:pt x="63" y="97"/>
                      <a:pt x="65" y="84"/>
                      <a:pt x="65" y="62"/>
                    </a:cubicBezTo>
                    <a:cubicBezTo>
                      <a:pt x="66" y="84"/>
                      <a:pt x="68" y="97"/>
                      <a:pt x="69" y="118"/>
                    </a:cubicBezTo>
                    <a:cubicBezTo>
                      <a:pt x="69" y="120"/>
                      <a:pt x="69" y="122"/>
                      <a:pt x="69" y="124"/>
                    </a:cubicBezTo>
                    <a:cubicBezTo>
                      <a:pt x="69" y="127"/>
                      <a:pt x="71" y="126"/>
                      <a:pt x="73" y="126"/>
                    </a:cubicBezTo>
                    <a:cubicBezTo>
                      <a:pt x="79" y="127"/>
                      <a:pt x="82" y="131"/>
                      <a:pt x="87" y="135"/>
                    </a:cubicBezTo>
                    <a:cubicBezTo>
                      <a:pt x="92" y="139"/>
                      <a:pt x="95" y="140"/>
                      <a:pt x="101" y="137"/>
                    </a:cubicBezTo>
                    <a:cubicBezTo>
                      <a:pt x="118" y="130"/>
                      <a:pt x="127" y="114"/>
                      <a:pt x="130" y="96"/>
                    </a:cubicBezTo>
                    <a:cubicBezTo>
                      <a:pt x="123" y="95"/>
                      <a:pt x="117" y="102"/>
                      <a:pt x="110" y="103"/>
                    </a:cubicBezTo>
                    <a:cubicBezTo>
                      <a:pt x="105" y="104"/>
                      <a:pt x="105" y="98"/>
                      <a:pt x="108" y="9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2" name="Rectangle 321"/>
              <p:cNvSpPr>
                <a:spLocks noChangeArrowheads="1"/>
              </p:cNvSpPr>
              <p:nvPr/>
            </p:nvSpPr>
            <p:spPr bwMode="auto">
              <a:xfrm>
                <a:off x="-3994150" y="68262"/>
                <a:ext cx="34925" cy="15716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3" name="Freeform 322"/>
              <p:cNvSpPr>
                <a:spLocks noEditPoints="1"/>
              </p:cNvSpPr>
              <p:nvPr/>
            </p:nvSpPr>
            <p:spPr bwMode="auto">
              <a:xfrm>
                <a:off x="-3865563" y="8597900"/>
                <a:ext cx="577850" cy="420688"/>
              </a:xfrm>
              <a:custGeom>
                <a:avLst/>
                <a:gdLst>
                  <a:gd name="T0" fmla="*/ 103 w 154"/>
                  <a:gd name="T1" fmla="*/ 112 h 112"/>
                  <a:gd name="T2" fmla="*/ 154 w 154"/>
                  <a:gd name="T3" fmla="*/ 112 h 112"/>
                  <a:gd name="T4" fmla="*/ 154 w 154"/>
                  <a:gd name="T5" fmla="*/ 0 h 112"/>
                  <a:gd name="T6" fmla="*/ 103 w 154"/>
                  <a:gd name="T7" fmla="*/ 0 h 112"/>
                  <a:gd name="T8" fmla="*/ 103 w 154"/>
                  <a:gd name="T9" fmla="*/ 47 h 112"/>
                  <a:gd name="T10" fmla="*/ 140 w 154"/>
                  <a:gd name="T11" fmla="*/ 99 h 112"/>
                  <a:gd name="T12" fmla="*/ 103 w 154"/>
                  <a:gd name="T13" fmla="*/ 99 h 112"/>
                  <a:gd name="T14" fmla="*/ 103 w 154"/>
                  <a:gd name="T15" fmla="*/ 112 h 112"/>
                  <a:gd name="T16" fmla="*/ 70 w 154"/>
                  <a:gd name="T17" fmla="*/ 112 h 112"/>
                  <a:gd name="T18" fmla="*/ 103 w 154"/>
                  <a:gd name="T19" fmla="*/ 112 h 112"/>
                  <a:gd name="T20" fmla="*/ 103 w 154"/>
                  <a:gd name="T21" fmla="*/ 99 h 112"/>
                  <a:gd name="T22" fmla="*/ 80 w 154"/>
                  <a:gd name="T23" fmla="*/ 99 h 112"/>
                  <a:gd name="T24" fmla="*/ 78 w 154"/>
                  <a:gd name="T25" fmla="*/ 96 h 112"/>
                  <a:gd name="T26" fmla="*/ 70 w 154"/>
                  <a:gd name="T27" fmla="*/ 85 h 112"/>
                  <a:gd name="T28" fmla="*/ 70 w 154"/>
                  <a:gd name="T29" fmla="*/ 92 h 112"/>
                  <a:gd name="T30" fmla="*/ 75 w 154"/>
                  <a:gd name="T31" fmla="*/ 99 h 112"/>
                  <a:gd name="T32" fmla="*/ 70 w 154"/>
                  <a:gd name="T33" fmla="*/ 99 h 112"/>
                  <a:gd name="T34" fmla="*/ 70 w 154"/>
                  <a:gd name="T35" fmla="*/ 112 h 112"/>
                  <a:gd name="T36" fmla="*/ 103 w 154"/>
                  <a:gd name="T37" fmla="*/ 0 h 112"/>
                  <a:gd name="T38" fmla="*/ 70 w 154"/>
                  <a:gd name="T39" fmla="*/ 0 h 112"/>
                  <a:gd name="T40" fmla="*/ 70 w 154"/>
                  <a:gd name="T41" fmla="*/ 72 h 112"/>
                  <a:gd name="T42" fmla="*/ 95 w 154"/>
                  <a:gd name="T43" fmla="*/ 37 h 112"/>
                  <a:gd name="T44" fmla="*/ 95 w 154"/>
                  <a:gd name="T45" fmla="*/ 37 h 112"/>
                  <a:gd name="T46" fmla="*/ 103 w 154"/>
                  <a:gd name="T47" fmla="*/ 47 h 112"/>
                  <a:gd name="T48" fmla="*/ 103 w 154"/>
                  <a:gd name="T49" fmla="*/ 0 h 112"/>
                  <a:gd name="T50" fmla="*/ 44 w 154"/>
                  <a:gd name="T51" fmla="*/ 112 h 112"/>
                  <a:gd name="T52" fmla="*/ 70 w 154"/>
                  <a:gd name="T53" fmla="*/ 112 h 112"/>
                  <a:gd name="T54" fmla="*/ 70 w 154"/>
                  <a:gd name="T55" fmla="*/ 99 h 112"/>
                  <a:gd name="T56" fmla="*/ 51 w 154"/>
                  <a:gd name="T57" fmla="*/ 99 h 112"/>
                  <a:gd name="T58" fmla="*/ 44 w 154"/>
                  <a:gd name="T59" fmla="*/ 99 h 112"/>
                  <a:gd name="T60" fmla="*/ 44 w 154"/>
                  <a:gd name="T61" fmla="*/ 112 h 112"/>
                  <a:gd name="T62" fmla="*/ 70 w 154"/>
                  <a:gd name="T63" fmla="*/ 0 h 112"/>
                  <a:gd name="T64" fmla="*/ 44 w 154"/>
                  <a:gd name="T65" fmla="*/ 0 h 112"/>
                  <a:gd name="T66" fmla="*/ 44 w 154"/>
                  <a:gd name="T67" fmla="*/ 19 h 112"/>
                  <a:gd name="T68" fmla="*/ 47 w 154"/>
                  <a:gd name="T69" fmla="*/ 27 h 112"/>
                  <a:gd name="T70" fmla="*/ 44 w 154"/>
                  <a:gd name="T71" fmla="*/ 35 h 112"/>
                  <a:gd name="T72" fmla="*/ 44 w 154"/>
                  <a:gd name="T73" fmla="*/ 56 h 112"/>
                  <a:gd name="T74" fmla="*/ 44 w 154"/>
                  <a:gd name="T75" fmla="*/ 56 h 112"/>
                  <a:gd name="T76" fmla="*/ 63 w 154"/>
                  <a:gd name="T77" fmla="*/ 82 h 112"/>
                  <a:gd name="T78" fmla="*/ 70 w 154"/>
                  <a:gd name="T79" fmla="*/ 92 h 112"/>
                  <a:gd name="T80" fmla="*/ 70 w 154"/>
                  <a:gd name="T81" fmla="*/ 85 h 112"/>
                  <a:gd name="T82" fmla="*/ 66 w 154"/>
                  <a:gd name="T83" fmla="*/ 78 h 112"/>
                  <a:gd name="T84" fmla="*/ 70 w 154"/>
                  <a:gd name="T85" fmla="*/ 72 h 112"/>
                  <a:gd name="T86" fmla="*/ 70 w 154"/>
                  <a:gd name="T87" fmla="*/ 0 h 112"/>
                  <a:gd name="T88" fmla="*/ 0 w 154"/>
                  <a:gd name="T89" fmla="*/ 112 h 112"/>
                  <a:gd name="T90" fmla="*/ 44 w 154"/>
                  <a:gd name="T91" fmla="*/ 112 h 112"/>
                  <a:gd name="T92" fmla="*/ 44 w 154"/>
                  <a:gd name="T93" fmla="*/ 99 h 112"/>
                  <a:gd name="T94" fmla="*/ 13 w 154"/>
                  <a:gd name="T95" fmla="*/ 99 h 112"/>
                  <a:gd name="T96" fmla="*/ 13 w 154"/>
                  <a:gd name="T97" fmla="*/ 99 h 112"/>
                  <a:gd name="T98" fmla="*/ 44 w 154"/>
                  <a:gd name="T99" fmla="*/ 56 h 112"/>
                  <a:gd name="T100" fmla="*/ 44 w 154"/>
                  <a:gd name="T101" fmla="*/ 35 h 112"/>
                  <a:gd name="T102" fmla="*/ 35 w 154"/>
                  <a:gd name="T103" fmla="*/ 39 h 112"/>
                  <a:gd name="T104" fmla="*/ 22 w 154"/>
                  <a:gd name="T105" fmla="*/ 27 h 112"/>
                  <a:gd name="T106" fmla="*/ 35 w 154"/>
                  <a:gd name="T107" fmla="*/ 15 h 112"/>
                  <a:gd name="T108" fmla="*/ 35 w 154"/>
                  <a:gd name="T109" fmla="*/ 15 h 112"/>
                  <a:gd name="T110" fmla="*/ 44 w 154"/>
                  <a:gd name="T111" fmla="*/ 19 h 112"/>
                  <a:gd name="T112" fmla="*/ 44 w 154"/>
                  <a:gd name="T113" fmla="*/ 0 h 112"/>
                  <a:gd name="T114" fmla="*/ 0 w 154"/>
                  <a:gd name="T115" fmla="*/ 0 h 112"/>
                  <a:gd name="T116" fmla="*/ 0 w 154"/>
                  <a:gd name="T117" fmla="*/ 112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4" h="112">
                    <a:moveTo>
                      <a:pt x="103" y="112"/>
                    </a:moveTo>
                    <a:cubicBezTo>
                      <a:pt x="154" y="112"/>
                      <a:pt x="154" y="112"/>
                      <a:pt x="154" y="112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03" y="0"/>
                      <a:pt x="103" y="0"/>
                      <a:pt x="103" y="0"/>
                    </a:cubicBezTo>
                    <a:cubicBezTo>
                      <a:pt x="103" y="47"/>
                      <a:pt x="103" y="47"/>
                      <a:pt x="103" y="47"/>
                    </a:cubicBezTo>
                    <a:cubicBezTo>
                      <a:pt x="140" y="99"/>
                      <a:pt x="140" y="99"/>
                      <a:pt x="140" y="99"/>
                    </a:cubicBezTo>
                    <a:cubicBezTo>
                      <a:pt x="103" y="99"/>
                      <a:pt x="103" y="99"/>
                      <a:pt x="103" y="99"/>
                    </a:cubicBezTo>
                    <a:lnTo>
                      <a:pt x="103" y="112"/>
                    </a:lnTo>
                    <a:close/>
                    <a:moveTo>
                      <a:pt x="70" y="112"/>
                    </a:moveTo>
                    <a:cubicBezTo>
                      <a:pt x="103" y="112"/>
                      <a:pt x="103" y="112"/>
                      <a:pt x="103" y="112"/>
                    </a:cubicBezTo>
                    <a:cubicBezTo>
                      <a:pt x="103" y="99"/>
                      <a:pt x="103" y="99"/>
                      <a:pt x="103" y="99"/>
                    </a:cubicBezTo>
                    <a:cubicBezTo>
                      <a:pt x="80" y="99"/>
                      <a:pt x="80" y="99"/>
                      <a:pt x="80" y="99"/>
                    </a:cubicBezTo>
                    <a:cubicBezTo>
                      <a:pt x="78" y="96"/>
                      <a:pt x="78" y="96"/>
                      <a:pt x="78" y="96"/>
                    </a:cubicBezTo>
                    <a:cubicBezTo>
                      <a:pt x="70" y="85"/>
                      <a:pt x="70" y="85"/>
                      <a:pt x="70" y="85"/>
                    </a:cubicBezTo>
                    <a:cubicBezTo>
                      <a:pt x="70" y="92"/>
                      <a:pt x="70" y="92"/>
                      <a:pt x="70" y="92"/>
                    </a:cubicBezTo>
                    <a:cubicBezTo>
                      <a:pt x="75" y="99"/>
                      <a:pt x="75" y="99"/>
                      <a:pt x="75" y="99"/>
                    </a:cubicBezTo>
                    <a:cubicBezTo>
                      <a:pt x="70" y="99"/>
                      <a:pt x="70" y="99"/>
                      <a:pt x="70" y="99"/>
                    </a:cubicBezTo>
                    <a:cubicBezTo>
                      <a:pt x="70" y="112"/>
                      <a:pt x="70" y="112"/>
                      <a:pt x="70" y="112"/>
                    </a:cubicBezTo>
                    <a:close/>
                    <a:moveTo>
                      <a:pt x="103" y="0"/>
                    </a:moveTo>
                    <a:cubicBezTo>
                      <a:pt x="70" y="0"/>
                      <a:pt x="70" y="0"/>
                      <a:pt x="70" y="0"/>
                    </a:cubicBezTo>
                    <a:cubicBezTo>
                      <a:pt x="70" y="72"/>
                      <a:pt x="70" y="72"/>
                      <a:pt x="70" y="72"/>
                    </a:cubicBezTo>
                    <a:cubicBezTo>
                      <a:pt x="95" y="37"/>
                      <a:pt x="95" y="37"/>
                      <a:pt x="95" y="37"/>
                    </a:cubicBezTo>
                    <a:cubicBezTo>
                      <a:pt x="95" y="37"/>
                      <a:pt x="95" y="37"/>
                      <a:pt x="95" y="37"/>
                    </a:cubicBezTo>
                    <a:cubicBezTo>
                      <a:pt x="103" y="47"/>
                      <a:pt x="103" y="47"/>
                      <a:pt x="103" y="47"/>
                    </a:cubicBezTo>
                    <a:lnTo>
                      <a:pt x="103" y="0"/>
                    </a:lnTo>
                    <a:close/>
                    <a:moveTo>
                      <a:pt x="44" y="112"/>
                    </a:moveTo>
                    <a:cubicBezTo>
                      <a:pt x="70" y="112"/>
                      <a:pt x="70" y="112"/>
                      <a:pt x="70" y="112"/>
                    </a:cubicBezTo>
                    <a:cubicBezTo>
                      <a:pt x="70" y="99"/>
                      <a:pt x="70" y="99"/>
                      <a:pt x="70" y="99"/>
                    </a:cubicBezTo>
                    <a:cubicBezTo>
                      <a:pt x="51" y="99"/>
                      <a:pt x="51" y="99"/>
                      <a:pt x="51" y="99"/>
                    </a:cubicBezTo>
                    <a:cubicBezTo>
                      <a:pt x="44" y="99"/>
                      <a:pt x="44" y="99"/>
                      <a:pt x="44" y="99"/>
                    </a:cubicBezTo>
                    <a:cubicBezTo>
                      <a:pt x="44" y="112"/>
                      <a:pt x="44" y="112"/>
                      <a:pt x="44" y="112"/>
                    </a:cubicBezTo>
                    <a:close/>
                    <a:moveTo>
                      <a:pt x="70" y="0"/>
                    </a:moveTo>
                    <a:cubicBezTo>
                      <a:pt x="44" y="0"/>
                      <a:pt x="44" y="0"/>
                      <a:pt x="44" y="0"/>
                    </a:cubicBezTo>
                    <a:cubicBezTo>
                      <a:pt x="44" y="19"/>
                      <a:pt x="44" y="19"/>
                      <a:pt x="44" y="19"/>
                    </a:cubicBezTo>
                    <a:cubicBezTo>
                      <a:pt x="46" y="21"/>
                      <a:pt x="47" y="24"/>
                      <a:pt x="47" y="27"/>
                    </a:cubicBezTo>
                    <a:cubicBezTo>
                      <a:pt x="47" y="30"/>
                      <a:pt x="46" y="32"/>
                      <a:pt x="44" y="35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63" y="82"/>
                      <a:pt x="63" y="82"/>
                      <a:pt x="63" y="82"/>
                    </a:cubicBezTo>
                    <a:cubicBezTo>
                      <a:pt x="70" y="92"/>
                      <a:pt x="70" y="92"/>
                      <a:pt x="70" y="92"/>
                    </a:cubicBezTo>
                    <a:cubicBezTo>
                      <a:pt x="70" y="85"/>
                      <a:pt x="70" y="85"/>
                      <a:pt x="70" y="85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70" y="72"/>
                      <a:pt x="70" y="72"/>
                      <a:pt x="70" y="72"/>
                    </a:cubicBezTo>
                    <a:lnTo>
                      <a:pt x="70" y="0"/>
                    </a:lnTo>
                    <a:close/>
                    <a:moveTo>
                      <a:pt x="0" y="112"/>
                    </a:moveTo>
                    <a:cubicBezTo>
                      <a:pt x="44" y="112"/>
                      <a:pt x="44" y="112"/>
                      <a:pt x="44" y="112"/>
                    </a:cubicBezTo>
                    <a:cubicBezTo>
                      <a:pt x="44" y="99"/>
                      <a:pt x="44" y="99"/>
                      <a:pt x="44" y="99"/>
                    </a:cubicBezTo>
                    <a:cubicBezTo>
                      <a:pt x="13" y="99"/>
                      <a:pt x="13" y="99"/>
                      <a:pt x="13" y="99"/>
                    </a:cubicBezTo>
                    <a:cubicBezTo>
                      <a:pt x="13" y="99"/>
                      <a:pt x="13" y="99"/>
                      <a:pt x="13" y="99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44" y="35"/>
                      <a:pt x="44" y="35"/>
                      <a:pt x="44" y="35"/>
                    </a:cubicBezTo>
                    <a:cubicBezTo>
                      <a:pt x="42" y="37"/>
                      <a:pt x="38" y="39"/>
                      <a:pt x="35" y="39"/>
                    </a:cubicBezTo>
                    <a:cubicBezTo>
                      <a:pt x="28" y="39"/>
                      <a:pt x="22" y="34"/>
                      <a:pt x="22" y="27"/>
                    </a:cubicBezTo>
                    <a:cubicBezTo>
                      <a:pt x="22" y="20"/>
                      <a:pt x="28" y="15"/>
                      <a:pt x="35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8" y="15"/>
                      <a:pt x="42" y="17"/>
                      <a:pt x="44" y="19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4" name="Freeform 323"/>
              <p:cNvSpPr>
                <a:spLocks noEditPoints="1"/>
              </p:cNvSpPr>
              <p:nvPr/>
            </p:nvSpPr>
            <p:spPr bwMode="auto">
              <a:xfrm>
                <a:off x="-5237163" y="4356100"/>
                <a:ext cx="585787" cy="561975"/>
              </a:xfrm>
              <a:custGeom>
                <a:avLst/>
                <a:gdLst>
                  <a:gd name="T0" fmla="*/ 80 w 156"/>
                  <a:gd name="T1" fmla="*/ 147 h 150"/>
                  <a:gd name="T2" fmla="*/ 107 w 156"/>
                  <a:gd name="T3" fmla="*/ 145 h 150"/>
                  <a:gd name="T4" fmla="*/ 133 w 156"/>
                  <a:gd name="T5" fmla="*/ 104 h 150"/>
                  <a:gd name="T6" fmla="*/ 156 w 156"/>
                  <a:gd name="T7" fmla="*/ 0 h 150"/>
                  <a:gd name="T8" fmla="*/ 80 w 156"/>
                  <a:gd name="T9" fmla="*/ 17 h 150"/>
                  <a:gd name="T10" fmla="*/ 80 w 156"/>
                  <a:gd name="T11" fmla="*/ 32 h 150"/>
                  <a:gd name="T12" fmla="*/ 136 w 156"/>
                  <a:gd name="T13" fmla="*/ 20 h 150"/>
                  <a:gd name="T14" fmla="*/ 119 w 156"/>
                  <a:gd name="T15" fmla="*/ 97 h 150"/>
                  <a:gd name="T16" fmla="*/ 105 w 156"/>
                  <a:gd name="T17" fmla="*/ 127 h 150"/>
                  <a:gd name="T18" fmla="*/ 80 w 156"/>
                  <a:gd name="T19" fmla="*/ 130 h 150"/>
                  <a:gd name="T20" fmla="*/ 80 w 156"/>
                  <a:gd name="T21" fmla="*/ 147 h 150"/>
                  <a:gd name="T22" fmla="*/ 80 w 156"/>
                  <a:gd name="T23" fmla="*/ 111 h 150"/>
                  <a:gd name="T24" fmla="*/ 80 w 156"/>
                  <a:gd name="T25" fmla="*/ 96 h 150"/>
                  <a:gd name="T26" fmla="*/ 107 w 156"/>
                  <a:gd name="T27" fmla="*/ 96 h 150"/>
                  <a:gd name="T28" fmla="*/ 103 w 156"/>
                  <a:gd name="T29" fmla="*/ 109 h 150"/>
                  <a:gd name="T30" fmla="*/ 96 w 156"/>
                  <a:gd name="T31" fmla="*/ 111 h 150"/>
                  <a:gd name="T32" fmla="*/ 80 w 156"/>
                  <a:gd name="T33" fmla="*/ 111 h 150"/>
                  <a:gd name="T34" fmla="*/ 80 w 156"/>
                  <a:gd name="T35" fmla="*/ 86 h 150"/>
                  <a:gd name="T36" fmla="*/ 80 w 156"/>
                  <a:gd name="T37" fmla="*/ 45 h 150"/>
                  <a:gd name="T38" fmla="*/ 88 w 156"/>
                  <a:gd name="T39" fmla="*/ 43 h 150"/>
                  <a:gd name="T40" fmla="*/ 88 w 156"/>
                  <a:gd name="T41" fmla="*/ 58 h 150"/>
                  <a:gd name="T42" fmla="*/ 105 w 156"/>
                  <a:gd name="T43" fmla="*/ 41 h 150"/>
                  <a:gd name="T44" fmla="*/ 121 w 156"/>
                  <a:gd name="T45" fmla="*/ 35 h 150"/>
                  <a:gd name="T46" fmla="*/ 115 w 156"/>
                  <a:gd name="T47" fmla="*/ 51 h 150"/>
                  <a:gd name="T48" fmla="*/ 98 w 156"/>
                  <a:gd name="T49" fmla="*/ 68 h 150"/>
                  <a:gd name="T50" fmla="*/ 113 w 156"/>
                  <a:gd name="T51" fmla="*/ 68 h 150"/>
                  <a:gd name="T52" fmla="*/ 109 w 156"/>
                  <a:gd name="T53" fmla="*/ 83 h 150"/>
                  <a:gd name="T54" fmla="*/ 96 w 156"/>
                  <a:gd name="T55" fmla="*/ 84 h 150"/>
                  <a:gd name="T56" fmla="*/ 82 w 156"/>
                  <a:gd name="T57" fmla="*/ 84 h 150"/>
                  <a:gd name="T58" fmla="*/ 80 w 156"/>
                  <a:gd name="T59" fmla="*/ 86 h 150"/>
                  <a:gd name="T60" fmla="*/ 19 w 156"/>
                  <a:gd name="T61" fmla="*/ 137 h 150"/>
                  <a:gd name="T62" fmla="*/ 24 w 156"/>
                  <a:gd name="T63" fmla="*/ 142 h 150"/>
                  <a:gd name="T64" fmla="*/ 50 w 156"/>
                  <a:gd name="T65" fmla="*/ 116 h 150"/>
                  <a:gd name="T66" fmla="*/ 80 w 156"/>
                  <a:gd name="T67" fmla="*/ 147 h 150"/>
                  <a:gd name="T68" fmla="*/ 80 w 156"/>
                  <a:gd name="T69" fmla="*/ 130 h 150"/>
                  <a:gd name="T70" fmla="*/ 67 w 156"/>
                  <a:gd name="T71" fmla="*/ 111 h 150"/>
                  <a:gd name="T72" fmla="*/ 80 w 156"/>
                  <a:gd name="T73" fmla="*/ 111 h 150"/>
                  <a:gd name="T74" fmla="*/ 80 w 156"/>
                  <a:gd name="T75" fmla="*/ 96 h 150"/>
                  <a:gd name="T76" fmla="*/ 70 w 156"/>
                  <a:gd name="T77" fmla="*/ 96 h 150"/>
                  <a:gd name="T78" fmla="*/ 80 w 156"/>
                  <a:gd name="T79" fmla="*/ 86 h 150"/>
                  <a:gd name="T80" fmla="*/ 80 w 156"/>
                  <a:gd name="T81" fmla="*/ 45 h 150"/>
                  <a:gd name="T82" fmla="*/ 73 w 156"/>
                  <a:gd name="T83" fmla="*/ 47 h 150"/>
                  <a:gd name="T84" fmla="*/ 72 w 156"/>
                  <a:gd name="T85" fmla="*/ 61 h 150"/>
                  <a:gd name="T86" fmla="*/ 72 w 156"/>
                  <a:gd name="T87" fmla="*/ 74 h 150"/>
                  <a:gd name="T88" fmla="*/ 60 w 156"/>
                  <a:gd name="T89" fmla="*/ 86 h 150"/>
                  <a:gd name="T90" fmla="*/ 60 w 156"/>
                  <a:gd name="T91" fmla="*/ 49 h 150"/>
                  <a:gd name="T92" fmla="*/ 47 w 156"/>
                  <a:gd name="T93" fmla="*/ 53 h 150"/>
                  <a:gd name="T94" fmla="*/ 45 w 156"/>
                  <a:gd name="T95" fmla="*/ 60 h 150"/>
                  <a:gd name="T96" fmla="*/ 45 w 156"/>
                  <a:gd name="T97" fmla="*/ 89 h 150"/>
                  <a:gd name="T98" fmla="*/ 29 w 156"/>
                  <a:gd name="T99" fmla="*/ 51 h 150"/>
                  <a:gd name="T100" fmla="*/ 29 w 156"/>
                  <a:gd name="T101" fmla="*/ 51 h 150"/>
                  <a:gd name="T102" fmla="*/ 59 w 156"/>
                  <a:gd name="T103" fmla="*/ 38 h 150"/>
                  <a:gd name="T104" fmla="*/ 80 w 156"/>
                  <a:gd name="T105" fmla="*/ 32 h 150"/>
                  <a:gd name="T106" fmla="*/ 80 w 156"/>
                  <a:gd name="T107" fmla="*/ 17 h 150"/>
                  <a:gd name="T108" fmla="*/ 52 w 156"/>
                  <a:gd name="T109" fmla="*/ 24 h 150"/>
                  <a:gd name="T110" fmla="*/ 11 w 156"/>
                  <a:gd name="T111" fmla="*/ 49 h 150"/>
                  <a:gd name="T112" fmla="*/ 40 w 156"/>
                  <a:gd name="T113" fmla="*/ 106 h 150"/>
                  <a:gd name="T114" fmla="*/ 14 w 156"/>
                  <a:gd name="T115" fmla="*/ 132 h 150"/>
                  <a:gd name="T116" fmla="*/ 19 w 156"/>
                  <a:gd name="T117" fmla="*/ 137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56" h="150">
                    <a:moveTo>
                      <a:pt x="80" y="147"/>
                    </a:moveTo>
                    <a:cubicBezTo>
                      <a:pt x="88" y="150"/>
                      <a:pt x="98" y="149"/>
                      <a:pt x="107" y="145"/>
                    </a:cubicBezTo>
                    <a:cubicBezTo>
                      <a:pt x="124" y="137"/>
                      <a:pt x="128" y="121"/>
                      <a:pt x="133" y="104"/>
                    </a:cubicBezTo>
                    <a:cubicBezTo>
                      <a:pt x="141" y="70"/>
                      <a:pt x="149" y="35"/>
                      <a:pt x="156" y="0"/>
                    </a:cubicBezTo>
                    <a:cubicBezTo>
                      <a:pt x="130" y="5"/>
                      <a:pt x="105" y="11"/>
                      <a:pt x="80" y="17"/>
                    </a:cubicBezTo>
                    <a:cubicBezTo>
                      <a:pt x="80" y="32"/>
                      <a:pt x="80" y="32"/>
                      <a:pt x="80" y="32"/>
                    </a:cubicBezTo>
                    <a:cubicBezTo>
                      <a:pt x="99" y="27"/>
                      <a:pt x="118" y="23"/>
                      <a:pt x="136" y="20"/>
                    </a:cubicBezTo>
                    <a:cubicBezTo>
                      <a:pt x="132" y="46"/>
                      <a:pt x="125" y="72"/>
                      <a:pt x="119" y="97"/>
                    </a:cubicBezTo>
                    <a:cubicBezTo>
                      <a:pt x="116" y="108"/>
                      <a:pt x="114" y="120"/>
                      <a:pt x="105" y="127"/>
                    </a:cubicBezTo>
                    <a:cubicBezTo>
                      <a:pt x="97" y="133"/>
                      <a:pt x="88" y="134"/>
                      <a:pt x="80" y="130"/>
                    </a:cubicBezTo>
                    <a:cubicBezTo>
                      <a:pt x="80" y="147"/>
                      <a:pt x="80" y="147"/>
                      <a:pt x="80" y="147"/>
                    </a:cubicBezTo>
                    <a:close/>
                    <a:moveTo>
                      <a:pt x="80" y="111"/>
                    </a:moveTo>
                    <a:cubicBezTo>
                      <a:pt x="80" y="96"/>
                      <a:pt x="80" y="96"/>
                      <a:pt x="80" y="96"/>
                    </a:cubicBezTo>
                    <a:cubicBezTo>
                      <a:pt x="107" y="96"/>
                      <a:pt x="107" y="96"/>
                      <a:pt x="107" y="96"/>
                    </a:cubicBezTo>
                    <a:cubicBezTo>
                      <a:pt x="106" y="100"/>
                      <a:pt x="104" y="105"/>
                      <a:pt x="103" y="109"/>
                    </a:cubicBezTo>
                    <a:cubicBezTo>
                      <a:pt x="102" y="112"/>
                      <a:pt x="99" y="111"/>
                      <a:pt x="96" y="111"/>
                    </a:cubicBezTo>
                    <a:cubicBezTo>
                      <a:pt x="80" y="111"/>
                      <a:pt x="80" y="111"/>
                      <a:pt x="80" y="111"/>
                    </a:cubicBezTo>
                    <a:close/>
                    <a:moveTo>
                      <a:pt x="80" y="86"/>
                    </a:moveTo>
                    <a:cubicBezTo>
                      <a:pt x="80" y="45"/>
                      <a:pt x="80" y="45"/>
                      <a:pt x="80" y="45"/>
                    </a:cubicBezTo>
                    <a:cubicBezTo>
                      <a:pt x="88" y="43"/>
                      <a:pt x="88" y="43"/>
                      <a:pt x="88" y="43"/>
                    </a:cubicBezTo>
                    <a:cubicBezTo>
                      <a:pt x="88" y="58"/>
                      <a:pt x="88" y="58"/>
                      <a:pt x="88" y="58"/>
                    </a:cubicBezTo>
                    <a:cubicBezTo>
                      <a:pt x="94" y="52"/>
                      <a:pt x="100" y="46"/>
                      <a:pt x="105" y="41"/>
                    </a:cubicBezTo>
                    <a:cubicBezTo>
                      <a:pt x="110" y="36"/>
                      <a:pt x="115" y="36"/>
                      <a:pt x="121" y="35"/>
                    </a:cubicBezTo>
                    <a:cubicBezTo>
                      <a:pt x="120" y="41"/>
                      <a:pt x="120" y="47"/>
                      <a:pt x="115" y="51"/>
                    </a:cubicBezTo>
                    <a:cubicBezTo>
                      <a:pt x="110" y="57"/>
                      <a:pt x="104" y="62"/>
                      <a:pt x="98" y="68"/>
                    </a:cubicBezTo>
                    <a:cubicBezTo>
                      <a:pt x="113" y="68"/>
                      <a:pt x="113" y="68"/>
                      <a:pt x="113" y="68"/>
                    </a:cubicBezTo>
                    <a:cubicBezTo>
                      <a:pt x="112" y="73"/>
                      <a:pt x="111" y="78"/>
                      <a:pt x="109" y="83"/>
                    </a:cubicBezTo>
                    <a:cubicBezTo>
                      <a:pt x="108" y="85"/>
                      <a:pt x="98" y="84"/>
                      <a:pt x="96" y="84"/>
                    </a:cubicBezTo>
                    <a:cubicBezTo>
                      <a:pt x="93" y="84"/>
                      <a:pt x="84" y="83"/>
                      <a:pt x="82" y="84"/>
                    </a:cubicBezTo>
                    <a:lnTo>
                      <a:pt x="80" y="86"/>
                    </a:lnTo>
                    <a:close/>
                    <a:moveTo>
                      <a:pt x="19" y="137"/>
                    </a:moveTo>
                    <a:cubicBezTo>
                      <a:pt x="24" y="142"/>
                      <a:pt x="24" y="142"/>
                      <a:pt x="24" y="142"/>
                    </a:cubicBezTo>
                    <a:cubicBezTo>
                      <a:pt x="50" y="116"/>
                      <a:pt x="50" y="116"/>
                      <a:pt x="50" y="116"/>
                    </a:cubicBezTo>
                    <a:cubicBezTo>
                      <a:pt x="54" y="131"/>
                      <a:pt x="66" y="143"/>
                      <a:pt x="80" y="147"/>
                    </a:cubicBezTo>
                    <a:cubicBezTo>
                      <a:pt x="80" y="130"/>
                      <a:pt x="80" y="130"/>
                      <a:pt x="80" y="130"/>
                    </a:cubicBezTo>
                    <a:cubicBezTo>
                      <a:pt x="73" y="127"/>
                      <a:pt x="67" y="120"/>
                      <a:pt x="67" y="111"/>
                    </a:cubicBezTo>
                    <a:cubicBezTo>
                      <a:pt x="80" y="111"/>
                      <a:pt x="80" y="111"/>
                      <a:pt x="80" y="111"/>
                    </a:cubicBezTo>
                    <a:cubicBezTo>
                      <a:pt x="80" y="96"/>
                      <a:pt x="80" y="96"/>
                      <a:pt x="80" y="96"/>
                    </a:cubicBezTo>
                    <a:cubicBezTo>
                      <a:pt x="70" y="96"/>
                      <a:pt x="70" y="96"/>
                      <a:pt x="70" y="96"/>
                    </a:cubicBezTo>
                    <a:cubicBezTo>
                      <a:pt x="80" y="86"/>
                      <a:pt x="80" y="86"/>
                      <a:pt x="80" y="86"/>
                    </a:cubicBezTo>
                    <a:cubicBezTo>
                      <a:pt x="80" y="45"/>
                      <a:pt x="80" y="45"/>
                      <a:pt x="80" y="45"/>
                    </a:cubicBezTo>
                    <a:cubicBezTo>
                      <a:pt x="73" y="47"/>
                      <a:pt x="73" y="47"/>
                      <a:pt x="73" y="47"/>
                    </a:cubicBezTo>
                    <a:cubicBezTo>
                      <a:pt x="71" y="48"/>
                      <a:pt x="72" y="59"/>
                      <a:pt x="72" y="61"/>
                    </a:cubicBezTo>
                    <a:cubicBezTo>
                      <a:pt x="72" y="63"/>
                      <a:pt x="74" y="72"/>
                      <a:pt x="72" y="74"/>
                    </a:cubicBezTo>
                    <a:cubicBezTo>
                      <a:pt x="68" y="78"/>
                      <a:pt x="64" y="82"/>
                      <a:pt x="60" y="86"/>
                    </a:cubicBezTo>
                    <a:cubicBezTo>
                      <a:pt x="60" y="49"/>
                      <a:pt x="60" y="49"/>
                      <a:pt x="60" y="49"/>
                    </a:cubicBezTo>
                    <a:cubicBezTo>
                      <a:pt x="56" y="50"/>
                      <a:pt x="51" y="52"/>
                      <a:pt x="47" y="53"/>
                    </a:cubicBezTo>
                    <a:cubicBezTo>
                      <a:pt x="44" y="54"/>
                      <a:pt x="45" y="57"/>
                      <a:pt x="45" y="60"/>
                    </a:cubicBezTo>
                    <a:cubicBezTo>
                      <a:pt x="45" y="70"/>
                      <a:pt x="45" y="80"/>
                      <a:pt x="45" y="89"/>
                    </a:cubicBezTo>
                    <a:cubicBezTo>
                      <a:pt x="26" y="88"/>
                      <a:pt x="17" y="66"/>
                      <a:pt x="29" y="51"/>
                    </a:cubicBezTo>
                    <a:cubicBezTo>
                      <a:pt x="29" y="51"/>
                      <a:pt x="29" y="51"/>
                      <a:pt x="29" y="51"/>
                    </a:cubicBezTo>
                    <a:cubicBezTo>
                      <a:pt x="36" y="42"/>
                      <a:pt x="48" y="40"/>
                      <a:pt x="59" y="38"/>
                    </a:cubicBezTo>
                    <a:cubicBezTo>
                      <a:pt x="66" y="36"/>
                      <a:pt x="73" y="34"/>
                      <a:pt x="80" y="32"/>
                    </a:cubicBezTo>
                    <a:cubicBezTo>
                      <a:pt x="80" y="17"/>
                      <a:pt x="80" y="17"/>
                      <a:pt x="80" y="17"/>
                    </a:cubicBezTo>
                    <a:cubicBezTo>
                      <a:pt x="71" y="19"/>
                      <a:pt x="62" y="21"/>
                      <a:pt x="52" y="24"/>
                    </a:cubicBezTo>
                    <a:cubicBezTo>
                      <a:pt x="36" y="28"/>
                      <a:pt x="19" y="32"/>
                      <a:pt x="11" y="49"/>
                    </a:cubicBezTo>
                    <a:cubicBezTo>
                      <a:pt x="0" y="73"/>
                      <a:pt x="16" y="100"/>
                      <a:pt x="40" y="106"/>
                    </a:cubicBezTo>
                    <a:cubicBezTo>
                      <a:pt x="14" y="132"/>
                      <a:pt x="14" y="132"/>
                      <a:pt x="14" y="132"/>
                    </a:cubicBezTo>
                    <a:lnTo>
                      <a:pt x="19" y="1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5" name="Freeform 324"/>
              <p:cNvSpPr/>
              <p:nvPr/>
            </p:nvSpPr>
            <p:spPr bwMode="auto">
              <a:xfrm>
                <a:off x="-2674938" y="6529388"/>
                <a:ext cx="60325" cy="192088"/>
              </a:xfrm>
              <a:custGeom>
                <a:avLst/>
                <a:gdLst>
                  <a:gd name="T0" fmla="*/ 16 w 16"/>
                  <a:gd name="T1" fmla="*/ 51 h 51"/>
                  <a:gd name="T2" fmla="*/ 16 w 16"/>
                  <a:gd name="T3" fmla="*/ 0 h 51"/>
                  <a:gd name="T4" fmla="*/ 8 w 16"/>
                  <a:gd name="T5" fmla="*/ 0 h 51"/>
                  <a:gd name="T6" fmla="*/ 0 w 16"/>
                  <a:gd name="T7" fmla="*/ 0 h 51"/>
                  <a:gd name="T8" fmla="*/ 0 w 16"/>
                  <a:gd name="T9" fmla="*/ 51 h 51"/>
                  <a:gd name="T10" fmla="*/ 8 w 16"/>
                  <a:gd name="T11" fmla="*/ 51 h 51"/>
                  <a:gd name="T12" fmla="*/ 16 w 16"/>
                  <a:gd name="T13" fmla="*/ 5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6" h="51">
                    <a:moveTo>
                      <a:pt x="16" y="51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13" y="0"/>
                      <a:pt x="11" y="0"/>
                      <a:pt x="8" y="0"/>
                    </a:cubicBezTo>
                    <a:cubicBezTo>
                      <a:pt x="5" y="0"/>
                      <a:pt x="3" y="0"/>
                      <a:pt x="0" y="0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3" y="51"/>
                      <a:pt x="5" y="51"/>
                      <a:pt x="8" y="51"/>
                    </a:cubicBezTo>
                    <a:cubicBezTo>
                      <a:pt x="11" y="51"/>
                      <a:pt x="13" y="51"/>
                      <a:pt x="16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6" name="Freeform 325"/>
              <p:cNvSpPr/>
              <p:nvPr/>
            </p:nvSpPr>
            <p:spPr bwMode="auto">
              <a:xfrm>
                <a:off x="-2922588" y="6097588"/>
                <a:ext cx="555625" cy="412750"/>
              </a:xfrm>
              <a:custGeom>
                <a:avLst/>
                <a:gdLst>
                  <a:gd name="T0" fmla="*/ 148 w 148"/>
                  <a:gd name="T1" fmla="*/ 36 h 110"/>
                  <a:gd name="T2" fmla="*/ 138 w 148"/>
                  <a:gd name="T3" fmla="*/ 0 h 110"/>
                  <a:gd name="T4" fmla="*/ 106 w 148"/>
                  <a:gd name="T5" fmla="*/ 18 h 110"/>
                  <a:gd name="T6" fmla="*/ 74 w 148"/>
                  <a:gd name="T7" fmla="*/ 0 h 110"/>
                  <a:gd name="T8" fmla="*/ 42 w 148"/>
                  <a:gd name="T9" fmla="*/ 18 h 110"/>
                  <a:gd name="T10" fmla="*/ 10 w 148"/>
                  <a:gd name="T11" fmla="*/ 0 h 110"/>
                  <a:gd name="T12" fmla="*/ 0 w 148"/>
                  <a:gd name="T13" fmla="*/ 36 h 110"/>
                  <a:gd name="T14" fmla="*/ 66 w 148"/>
                  <a:gd name="T15" fmla="*/ 110 h 110"/>
                  <a:gd name="T16" fmla="*/ 74 w 148"/>
                  <a:gd name="T17" fmla="*/ 110 h 110"/>
                  <a:gd name="T18" fmla="*/ 82 w 148"/>
                  <a:gd name="T19" fmla="*/ 110 h 110"/>
                  <a:gd name="T20" fmla="*/ 148 w 148"/>
                  <a:gd name="T21" fmla="*/ 36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8" h="110">
                    <a:moveTo>
                      <a:pt x="148" y="36"/>
                    </a:moveTo>
                    <a:cubicBezTo>
                      <a:pt x="148" y="23"/>
                      <a:pt x="144" y="11"/>
                      <a:pt x="138" y="0"/>
                    </a:cubicBezTo>
                    <a:cubicBezTo>
                      <a:pt x="106" y="18"/>
                      <a:pt x="106" y="18"/>
                      <a:pt x="106" y="18"/>
                    </a:cubicBezTo>
                    <a:cubicBezTo>
                      <a:pt x="74" y="0"/>
                      <a:pt x="74" y="0"/>
                      <a:pt x="74" y="0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4" y="11"/>
                      <a:pt x="0" y="23"/>
                      <a:pt x="0" y="36"/>
                    </a:cubicBezTo>
                    <a:cubicBezTo>
                      <a:pt x="0" y="74"/>
                      <a:pt x="29" y="106"/>
                      <a:pt x="66" y="110"/>
                    </a:cubicBezTo>
                    <a:cubicBezTo>
                      <a:pt x="69" y="110"/>
                      <a:pt x="71" y="110"/>
                      <a:pt x="74" y="110"/>
                    </a:cubicBezTo>
                    <a:cubicBezTo>
                      <a:pt x="77" y="110"/>
                      <a:pt x="79" y="110"/>
                      <a:pt x="82" y="110"/>
                    </a:cubicBezTo>
                    <a:cubicBezTo>
                      <a:pt x="119" y="106"/>
                      <a:pt x="148" y="74"/>
                      <a:pt x="148" y="3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7" name="Freeform 326"/>
              <p:cNvSpPr/>
              <p:nvPr/>
            </p:nvSpPr>
            <p:spPr bwMode="auto">
              <a:xfrm>
                <a:off x="-2806700" y="6537325"/>
                <a:ext cx="115887" cy="115888"/>
              </a:xfrm>
              <a:custGeom>
                <a:avLst/>
                <a:gdLst>
                  <a:gd name="T0" fmla="*/ 30 w 31"/>
                  <a:gd name="T1" fmla="*/ 29 h 31"/>
                  <a:gd name="T2" fmla="*/ 23 w 31"/>
                  <a:gd name="T3" fmla="*/ 8 h 31"/>
                  <a:gd name="T4" fmla="*/ 2 w 31"/>
                  <a:gd name="T5" fmla="*/ 1 h 31"/>
                  <a:gd name="T6" fmla="*/ 8 w 31"/>
                  <a:gd name="T7" fmla="*/ 23 h 31"/>
                  <a:gd name="T8" fmla="*/ 30 w 31"/>
                  <a:gd name="T9" fmla="*/ 29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1">
                    <a:moveTo>
                      <a:pt x="30" y="29"/>
                    </a:moveTo>
                    <a:cubicBezTo>
                      <a:pt x="31" y="22"/>
                      <a:pt x="29" y="14"/>
                      <a:pt x="23" y="8"/>
                    </a:cubicBezTo>
                    <a:cubicBezTo>
                      <a:pt x="17" y="2"/>
                      <a:pt x="9" y="0"/>
                      <a:pt x="2" y="1"/>
                    </a:cubicBezTo>
                    <a:cubicBezTo>
                      <a:pt x="0" y="9"/>
                      <a:pt x="3" y="17"/>
                      <a:pt x="8" y="23"/>
                    </a:cubicBezTo>
                    <a:cubicBezTo>
                      <a:pt x="14" y="28"/>
                      <a:pt x="22" y="31"/>
                      <a:pt x="30" y="2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8" name="Freeform 327"/>
              <p:cNvSpPr/>
              <p:nvPr/>
            </p:nvSpPr>
            <p:spPr bwMode="auto">
              <a:xfrm>
                <a:off x="-2600325" y="6537325"/>
                <a:ext cx="115887" cy="115888"/>
              </a:xfrm>
              <a:custGeom>
                <a:avLst/>
                <a:gdLst>
                  <a:gd name="T0" fmla="*/ 23 w 31"/>
                  <a:gd name="T1" fmla="*/ 23 h 31"/>
                  <a:gd name="T2" fmla="*/ 29 w 31"/>
                  <a:gd name="T3" fmla="*/ 1 h 31"/>
                  <a:gd name="T4" fmla="*/ 8 w 31"/>
                  <a:gd name="T5" fmla="*/ 8 h 31"/>
                  <a:gd name="T6" fmla="*/ 1 w 31"/>
                  <a:gd name="T7" fmla="*/ 29 h 31"/>
                  <a:gd name="T8" fmla="*/ 23 w 31"/>
                  <a:gd name="T9" fmla="*/ 2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31">
                    <a:moveTo>
                      <a:pt x="23" y="23"/>
                    </a:moveTo>
                    <a:cubicBezTo>
                      <a:pt x="29" y="17"/>
                      <a:pt x="31" y="9"/>
                      <a:pt x="29" y="1"/>
                    </a:cubicBezTo>
                    <a:cubicBezTo>
                      <a:pt x="22" y="0"/>
                      <a:pt x="14" y="2"/>
                      <a:pt x="8" y="8"/>
                    </a:cubicBezTo>
                    <a:cubicBezTo>
                      <a:pt x="2" y="14"/>
                      <a:pt x="0" y="22"/>
                      <a:pt x="1" y="29"/>
                    </a:cubicBezTo>
                    <a:cubicBezTo>
                      <a:pt x="9" y="31"/>
                      <a:pt x="17" y="28"/>
                      <a:pt x="23" y="2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199" name="Freeform 328"/>
              <p:cNvSpPr/>
              <p:nvPr/>
            </p:nvSpPr>
            <p:spPr bwMode="auto">
              <a:xfrm>
                <a:off x="-2806700" y="6738938"/>
                <a:ext cx="322262" cy="95250"/>
              </a:xfrm>
              <a:custGeom>
                <a:avLst/>
                <a:gdLst>
                  <a:gd name="T0" fmla="*/ 51 w 86"/>
                  <a:gd name="T1" fmla="*/ 0 h 25"/>
                  <a:gd name="T2" fmla="*/ 43 w 86"/>
                  <a:gd name="T3" fmla="*/ 0 h 25"/>
                  <a:gd name="T4" fmla="*/ 35 w 86"/>
                  <a:gd name="T5" fmla="*/ 0 h 25"/>
                  <a:gd name="T6" fmla="*/ 0 w 86"/>
                  <a:gd name="T7" fmla="*/ 25 h 25"/>
                  <a:gd name="T8" fmla="*/ 86 w 86"/>
                  <a:gd name="T9" fmla="*/ 25 h 25"/>
                  <a:gd name="T10" fmla="*/ 51 w 86"/>
                  <a:gd name="T11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6" h="25">
                    <a:moveTo>
                      <a:pt x="51" y="0"/>
                    </a:moveTo>
                    <a:cubicBezTo>
                      <a:pt x="48" y="0"/>
                      <a:pt x="46" y="0"/>
                      <a:pt x="43" y="0"/>
                    </a:cubicBezTo>
                    <a:cubicBezTo>
                      <a:pt x="40" y="0"/>
                      <a:pt x="38" y="0"/>
                      <a:pt x="35" y="0"/>
                    </a:cubicBezTo>
                    <a:cubicBezTo>
                      <a:pt x="15" y="2"/>
                      <a:pt x="0" y="13"/>
                      <a:pt x="0" y="25"/>
                    </a:cubicBezTo>
                    <a:cubicBezTo>
                      <a:pt x="86" y="25"/>
                      <a:pt x="86" y="25"/>
                      <a:pt x="86" y="25"/>
                    </a:cubicBezTo>
                    <a:cubicBezTo>
                      <a:pt x="86" y="13"/>
                      <a:pt x="71" y="2"/>
                      <a:pt x="5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0" name="Freeform 329"/>
              <p:cNvSpPr/>
              <p:nvPr/>
            </p:nvSpPr>
            <p:spPr bwMode="auto">
              <a:xfrm>
                <a:off x="-5410200" y="3240087"/>
                <a:ext cx="323850" cy="244475"/>
              </a:xfrm>
              <a:custGeom>
                <a:avLst/>
                <a:gdLst>
                  <a:gd name="T0" fmla="*/ 43 w 86"/>
                  <a:gd name="T1" fmla="*/ 0 h 65"/>
                  <a:gd name="T2" fmla="*/ 0 w 86"/>
                  <a:gd name="T3" fmla="*/ 44 h 65"/>
                  <a:gd name="T4" fmla="*/ 5 w 86"/>
                  <a:gd name="T5" fmla="*/ 64 h 65"/>
                  <a:gd name="T6" fmla="*/ 5 w 86"/>
                  <a:gd name="T7" fmla="*/ 53 h 65"/>
                  <a:gd name="T8" fmla="*/ 7 w 86"/>
                  <a:gd name="T9" fmla="*/ 47 h 65"/>
                  <a:gd name="T10" fmla="*/ 7 w 86"/>
                  <a:gd name="T11" fmla="*/ 44 h 65"/>
                  <a:gd name="T12" fmla="*/ 43 w 86"/>
                  <a:gd name="T13" fmla="*/ 7 h 65"/>
                  <a:gd name="T14" fmla="*/ 79 w 86"/>
                  <a:gd name="T15" fmla="*/ 44 h 65"/>
                  <a:gd name="T16" fmla="*/ 79 w 86"/>
                  <a:gd name="T17" fmla="*/ 47 h 65"/>
                  <a:gd name="T18" fmla="*/ 80 w 86"/>
                  <a:gd name="T19" fmla="*/ 53 h 65"/>
                  <a:gd name="T20" fmla="*/ 80 w 86"/>
                  <a:gd name="T21" fmla="*/ 65 h 65"/>
                  <a:gd name="T22" fmla="*/ 86 w 86"/>
                  <a:gd name="T23" fmla="*/ 44 h 65"/>
                  <a:gd name="T24" fmla="*/ 43 w 86"/>
                  <a:gd name="T25" fmla="*/ 0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6" h="65">
                    <a:moveTo>
                      <a:pt x="43" y="0"/>
                    </a:moveTo>
                    <a:cubicBezTo>
                      <a:pt x="19" y="0"/>
                      <a:pt x="0" y="20"/>
                      <a:pt x="0" y="44"/>
                    </a:cubicBezTo>
                    <a:cubicBezTo>
                      <a:pt x="0" y="51"/>
                      <a:pt x="1" y="58"/>
                      <a:pt x="5" y="64"/>
                    </a:cubicBezTo>
                    <a:cubicBezTo>
                      <a:pt x="5" y="53"/>
                      <a:pt x="5" y="53"/>
                      <a:pt x="5" y="53"/>
                    </a:cubicBezTo>
                    <a:cubicBezTo>
                      <a:pt x="5" y="51"/>
                      <a:pt x="6" y="49"/>
                      <a:pt x="7" y="47"/>
                    </a:cubicBezTo>
                    <a:cubicBezTo>
                      <a:pt x="7" y="46"/>
                      <a:pt x="7" y="45"/>
                      <a:pt x="7" y="44"/>
                    </a:cubicBezTo>
                    <a:cubicBezTo>
                      <a:pt x="7" y="24"/>
                      <a:pt x="23" y="7"/>
                      <a:pt x="43" y="7"/>
                    </a:cubicBezTo>
                    <a:cubicBezTo>
                      <a:pt x="63" y="7"/>
                      <a:pt x="79" y="24"/>
                      <a:pt x="79" y="44"/>
                    </a:cubicBezTo>
                    <a:cubicBezTo>
                      <a:pt x="79" y="45"/>
                      <a:pt x="79" y="46"/>
                      <a:pt x="79" y="47"/>
                    </a:cubicBezTo>
                    <a:cubicBezTo>
                      <a:pt x="80" y="49"/>
                      <a:pt x="80" y="51"/>
                      <a:pt x="80" y="53"/>
                    </a:cubicBezTo>
                    <a:cubicBezTo>
                      <a:pt x="80" y="65"/>
                      <a:pt x="80" y="65"/>
                      <a:pt x="80" y="65"/>
                    </a:cubicBezTo>
                    <a:cubicBezTo>
                      <a:pt x="84" y="58"/>
                      <a:pt x="86" y="51"/>
                      <a:pt x="86" y="44"/>
                    </a:cubicBezTo>
                    <a:cubicBezTo>
                      <a:pt x="86" y="20"/>
                      <a:pt x="67" y="0"/>
                      <a:pt x="4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1" name="Freeform 330"/>
              <p:cNvSpPr/>
              <p:nvPr/>
            </p:nvSpPr>
            <p:spPr bwMode="auto">
              <a:xfrm>
                <a:off x="-5383213" y="3405187"/>
                <a:ext cx="71437" cy="128588"/>
              </a:xfrm>
              <a:custGeom>
                <a:avLst/>
                <a:gdLst>
                  <a:gd name="T0" fmla="*/ 0 w 19"/>
                  <a:gd name="T1" fmla="*/ 7 h 34"/>
                  <a:gd name="T2" fmla="*/ 0 w 19"/>
                  <a:gd name="T3" fmla="*/ 9 h 34"/>
                  <a:gd name="T4" fmla="*/ 0 w 19"/>
                  <a:gd name="T5" fmla="*/ 20 h 34"/>
                  <a:gd name="T6" fmla="*/ 0 w 19"/>
                  <a:gd name="T7" fmla="*/ 25 h 34"/>
                  <a:gd name="T8" fmla="*/ 13 w 19"/>
                  <a:gd name="T9" fmla="*/ 34 h 34"/>
                  <a:gd name="T10" fmla="*/ 19 w 19"/>
                  <a:gd name="T11" fmla="*/ 34 h 34"/>
                  <a:gd name="T12" fmla="*/ 19 w 19"/>
                  <a:gd name="T13" fmla="*/ 0 h 34"/>
                  <a:gd name="T14" fmla="*/ 13 w 19"/>
                  <a:gd name="T15" fmla="*/ 0 h 34"/>
                  <a:gd name="T16" fmla="*/ 0 w 19"/>
                  <a:gd name="T17" fmla="*/ 7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34">
                    <a:moveTo>
                      <a:pt x="0" y="7"/>
                    </a:moveTo>
                    <a:cubicBezTo>
                      <a:pt x="0" y="8"/>
                      <a:pt x="0" y="8"/>
                      <a:pt x="0" y="9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30"/>
                      <a:pt x="6" y="34"/>
                      <a:pt x="13" y="34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7" y="0"/>
                      <a:pt x="2" y="3"/>
                      <a:pt x="0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  <p:sp>
            <p:nvSpPr>
              <p:cNvPr id="202" name="Freeform 331"/>
              <p:cNvSpPr/>
              <p:nvPr/>
            </p:nvSpPr>
            <p:spPr bwMode="auto">
              <a:xfrm>
                <a:off x="-5187950" y="3405187"/>
                <a:ext cx="71437" cy="128588"/>
              </a:xfrm>
              <a:custGeom>
                <a:avLst/>
                <a:gdLst>
                  <a:gd name="T0" fmla="*/ 19 w 19"/>
                  <a:gd name="T1" fmla="*/ 25 h 34"/>
                  <a:gd name="T2" fmla="*/ 19 w 19"/>
                  <a:gd name="T3" fmla="*/ 20 h 34"/>
                  <a:gd name="T4" fmla="*/ 19 w 19"/>
                  <a:gd name="T5" fmla="*/ 9 h 34"/>
                  <a:gd name="T6" fmla="*/ 19 w 19"/>
                  <a:gd name="T7" fmla="*/ 8 h 34"/>
                  <a:gd name="T8" fmla="*/ 6 w 19"/>
                  <a:gd name="T9" fmla="*/ 0 h 34"/>
                  <a:gd name="T10" fmla="*/ 0 w 19"/>
                  <a:gd name="T11" fmla="*/ 0 h 34"/>
                  <a:gd name="T12" fmla="*/ 0 w 19"/>
                  <a:gd name="T13" fmla="*/ 34 h 34"/>
                  <a:gd name="T14" fmla="*/ 6 w 19"/>
                  <a:gd name="T15" fmla="*/ 34 h 34"/>
                  <a:gd name="T16" fmla="*/ 19 w 19"/>
                  <a:gd name="T17" fmla="*/ 25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" h="34">
                    <a:moveTo>
                      <a:pt x="19" y="25"/>
                    </a:moveTo>
                    <a:cubicBezTo>
                      <a:pt x="19" y="20"/>
                      <a:pt x="19" y="20"/>
                      <a:pt x="19" y="20"/>
                    </a:cubicBezTo>
                    <a:cubicBezTo>
                      <a:pt x="19" y="9"/>
                      <a:pt x="19" y="9"/>
                      <a:pt x="19" y="9"/>
                    </a:cubicBezTo>
                    <a:cubicBezTo>
                      <a:pt x="19" y="8"/>
                      <a:pt x="19" y="8"/>
                      <a:pt x="19" y="8"/>
                    </a:cubicBezTo>
                    <a:cubicBezTo>
                      <a:pt x="18" y="3"/>
                      <a:pt x="13" y="0"/>
                      <a:pt x="6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6" y="34"/>
                      <a:pt x="6" y="34"/>
                      <a:pt x="6" y="34"/>
                    </a:cubicBezTo>
                    <a:cubicBezTo>
                      <a:pt x="13" y="34"/>
                      <a:pt x="19" y="30"/>
                      <a:pt x="19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68580" tIns="34290" rIns="68580" bIns="34290" numCol="1" anchor="t" anchorCtr="0" compatLnSpc="1"/>
              <a:lstStyle/>
              <a:p>
                <a:endParaRPr lang="id-ID" sz="1350">
                  <a:cs typeface="+mn-ea"/>
                  <a:sym typeface="+mn-lt"/>
                </a:endParaRPr>
              </a:p>
            </p:txBody>
          </p:sp>
        </p:grpSp>
        <p:sp>
          <p:nvSpPr>
            <p:cNvPr id="140" name="AutoShape 117"/>
            <p:cNvSpPr/>
            <p:nvPr/>
          </p:nvSpPr>
          <p:spPr bwMode="auto">
            <a:xfrm>
              <a:off x="2593362" y="2711873"/>
              <a:ext cx="464344" cy="348456"/>
            </a:xfrm>
            <a:custGeom>
              <a:avLst/>
              <a:gdLst>
                <a:gd name="T0" fmla="+- 0 10799 1"/>
                <a:gd name="T1" fmla="*/ T0 w 21596"/>
                <a:gd name="T2" fmla="*/ 10800 h 21600"/>
                <a:gd name="T3" fmla="+- 0 10799 1"/>
                <a:gd name="T4" fmla="*/ T3 w 21596"/>
                <a:gd name="T5" fmla="*/ 10800 h 21600"/>
                <a:gd name="T6" fmla="+- 0 10799 1"/>
                <a:gd name="T7" fmla="*/ T6 w 21596"/>
                <a:gd name="T8" fmla="*/ 10800 h 21600"/>
                <a:gd name="T9" fmla="+- 0 10799 1"/>
                <a:gd name="T10" fmla="*/ T9 w 21596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96" h="21600">
                  <a:moveTo>
                    <a:pt x="4511" y="2151"/>
                  </a:moveTo>
                  <a:lnTo>
                    <a:pt x="6064" y="3877"/>
                  </a:lnTo>
                  <a:lnTo>
                    <a:pt x="4246" y="6302"/>
                  </a:lnTo>
                  <a:lnTo>
                    <a:pt x="1353" y="6302"/>
                  </a:lnTo>
                  <a:cubicBezTo>
                    <a:pt x="1353" y="6302"/>
                    <a:pt x="4511" y="2151"/>
                    <a:pt x="4511" y="2151"/>
                  </a:cubicBezTo>
                  <a:close/>
                  <a:moveTo>
                    <a:pt x="17348" y="6302"/>
                  </a:moveTo>
                  <a:lnTo>
                    <a:pt x="15531" y="3877"/>
                  </a:lnTo>
                  <a:lnTo>
                    <a:pt x="17082" y="2153"/>
                  </a:lnTo>
                  <a:lnTo>
                    <a:pt x="20191" y="6302"/>
                  </a:lnTo>
                  <a:cubicBezTo>
                    <a:pt x="20191" y="6302"/>
                    <a:pt x="17348" y="6302"/>
                    <a:pt x="17348" y="6302"/>
                  </a:cubicBezTo>
                  <a:close/>
                  <a:moveTo>
                    <a:pt x="17264" y="7202"/>
                  </a:moveTo>
                  <a:lnTo>
                    <a:pt x="19663" y="7202"/>
                  </a:lnTo>
                  <a:lnTo>
                    <a:pt x="13021" y="16638"/>
                  </a:lnTo>
                  <a:cubicBezTo>
                    <a:pt x="13021" y="16638"/>
                    <a:pt x="17264" y="7202"/>
                    <a:pt x="17264" y="7202"/>
                  </a:cubicBezTo>
                  <a:close/>
                  <a:moveTo>
                    <a:pt x="8574" y="16637"/>
                  </a:moveTo>
                  <a:lnTo>
                    <a:pt x="1933" y="7202"/>
                  </a:lnTo>
                  <a:lnTo>
                    <a:pt x="4330" y="7202"/>
                  </a:lnTo>
                  <a:cubicBezTo>
                    <a:pt x="4330" y="7202"/>
                    <a:pt x="8574" y="16637"/>
                    <a:pt x="8574" y="16637"/>
                  </a:cubicBezTo>
                  <a:close/>
                  <a:moveTo>
                    <a:pt x="8429" y="7202"/>
                  </a:moveTo>
                  <a:lnTo>
                    <a:pt x="10084" y="18249"/>
                  </a:lnTo>
                  <a:lnTo>
                    <a:pt x="5117" y="7202"/>
                  </a:lnTo>
                  <a:cubicBezTo>
                    <a:pt x="5117" y="7202"/>
                    <a:pt x="8429" y="7202"/>
                    <a:pt x="8429" y="7202"/>
                  </a:cubicBezTo>
                  <a:close/>
                  <a:moveTo>
                    <a:pt x="6584" y="4456"/>
                  </a:moveTo>
                  <a:lnTo>
                    <a:pt x="8246" y="6302"/>
                  </a:lnTo>
                  <a:lnTo>
                    <a:pt x="5200" y="6302"/>
                  </a:lnTo>
                  <a:cubicBezTo>
                    <a:pt x="5200" y="6302"/>
                    <a:pt x="6584" y="4456"/>
                    <a:pt x="6584" y="4456"/>
                  </a:cubicBezTo>
                  <a:close/>
                  <a:moveTo>
                    <a:pt x="6543" y="3238"/>
                  </a:moveTo>
                  <a:lnTo>
                    <a:pt x="5250" y="1800"/>
                  </a:lnTo>
                  <a:lnTo>
                    <a:pt x="7621" y="1800"/>
                  </a:lnTo>
                  <a:cubicBezTo>
                    <a:pt x="7621" y="1800"/>
                    <a:pt x="6543" y="3238"/>
                    <a:pt x="6543" y="3238"/>
                  </a:cubicBezTo>
                  <a:close/>
                  <a:moveTo>
                    <a:pt x="10797" y="3466"/>
                  </a:moveTo>
                  <a:lnTo>
                    <a:pt x="9299" y="1800"/>
                  </a:lnTo>
                  <a:lnTo>
                    <a:pt x="12296" y="1800"/>
                  </a:lnTo>
                  <a:cubicBezTo>
                    <a:pt x="12296" y="1800"/>
                    <a:pt x="10797" y="3466"/>
                    <a:pt x="10797" y="3466"/>
                  </a:cubicBezTo>
                  <a:close/>
                  <a:moveTo>
                    <a:pt x="13974" y="1800"/>
                  </a:moveTo>
                  <a:lnTo>
                    <a:pt x="16345" y="1800"/>
                  </a:lnTo>
                  <a:lnTo>
                    <a:pt x="15052" y="3238"/>
                  </a:lnTo>
                  <a:cubicBezTo>
                    <a:pt x="15052" y="3238"/>
                    <a:pt x="13974" y="1800"/>
                    <a:pt x="13974" y="1800"/>
                  </a:cubicBezTo>
                  <a:close/>
                  <a:moveTo>
                    <a:pt x="13349" y="6302"/>
                  </a:moveTo>
                  <a:lnTo>
                    <a:pt x="15011" y="4456"/>
                  </a:lnTo>
                  <a:lnTo>
                    <a:pt x="16394" y="6302"/>
                  </a:lnTo>
                  <a:cubicBezTo>
                    <a:pt x="16394" y="6302"/>
                    <a:pt x="13349" y="6302"/>
                    <a:pt x="13349" y="6302"/>
                  </a:cubicBezTo>
                  <a:close/>
                  <a:moveTo>
                    <a:pt x="13166" y="7202"/>
                  </a:moveTo>
                  <a:lnTo>
                    <a:pt x="16478" y="7202"/>
                  </a:lnTo>
                  <a:lnTo>
                    <a:pt x="11511" y="18249"/>
                  </a:lnTo>
                  <a:cubicBezTo>
                    <a:pt x="11511" y="18249"/>
                    <a:pt x="13166" y="7202"/>
                    <a:pt x="13166" y="7202"/>
                  </a:cubicBezTo>
                  <a:close/>
                  <a:moveTo>
                    <a:pt x="12478" y="7202"/>
                  </a:moveTo>
                  <a:lnTo>
                    <a:pt x="10797" y="18414"/>
                  </a:lnTo>
                  <a:lnTo>
                    <a:pt x="9117" y="7202"/>
                  </a:lnTo>
                  <a:cubicBezTo>
                    <a:pt x="9117" y="7202"/>
                    <a:pt x="12478" y="7202"/>
                    <a:pt x="12478" y="7202"/>
                  </a:cubicBezTo>
                  <a:close/>
                  <a:moveTo>
                    <a:pt x="8773" y="5716"/>
                  </a:moveTo>
                  <a:lnTo>
                    <a:pt x="7064" y="3817"/>
                  </a:lnTo>
                  <a:lnTo>
                    <a:pt x="8426" y="2000"/>
                  </a:lnTo>
                  <a:lnTo>
                    <a:pt x="10270" y="4051"/>
                  </a:lnTo>
                  <a:cubicBezTo>
                    <a:pt x="10270" y="4051"/>
                    <a:pt x="8773" y="5716"/>
                    <a:pt x="8773" y="5716"/>
                  </a:cubicBezTo>
                  <a:close/>
                  <a:moveTo>
                    <a:pt x="11325" y="4051"/>
                  </a:moveTo>
                  <a:lnTo>
                    <a:pt x="13169" y="2000"/>
                  </a:lnTo>
                  <a:lnTo>
                    <a:pt x="14531" y="3817"/>
                  </a:lnTo>
                  <a:lnTo>
                    <a:pt x="12822" y="5716"/>
                  </a:lnTo>
                  <a:cubicBezTo>
                    <a:pt x="12822" y="5716"/>
                    <a:pt x="11325" y="4051"/>
                    <a:pt x="11325" y="4051"/>
                  </a:cubicBezTo>
                  <a:close/>
                  <a:moveTo>
                    <a:pt x="12296" y="6302"/>
                  </a:moveTo>
                  <a:lnTo>
                    <a:pt x="9299" y="6302"/>
                  </a:lnTo>
                  <a:lnTo>
                    <a:pt x="10797" y="4638"/>
                  </a:lnTo>
                  <a:cubicBezTo>
                    <a:pt x="10797" y="4638"/>
                    <a:pt x="12296" y="6302"/>
                    <a:pt x="12296" y="6302"/>
                  </a:cubicBezTo>
                  <a:close/>
                  <a:moveTo>
                    <a:pt x="21200" y="5102"/>
                  </a:moveTo>
                  <a:lnTo>
                    <a:pt x="17771" y="527"/>
                  </a:lnTo>
                  <a:cubicBezTo>
                    <a:pt x="17518" y="189"/>
                    <a:pt x="17176" y="0"/>
                    <a:pt x="16817" y="0"/>
                  </a:cubicBezTo>
                  <a:lnTo>
                    <a:pt x="4779" y="0"/>
                  </a:lnTo>
                  <a:cubicBezTo>
                    <a:pt x="4420" y="0"/>
                    <a:pt x="4077" y="189"/>
                    <a:pt x="3824" y="527"/>
                  </a:cubicBezTo>
                  <a:lnTo>
                    <a:pt x="395" y="5102"/>
                  </a:lnTo>
                  <a:cubicBezTo>
                    <a:pt x="131" y="5455"/>
                    <a:pt x="-1" y="5921"/>
                    <a:pt x="-1" y="6387"/>
                  </a:cubicBezTo>
                  <a:cubicBezTo>
                    <a:pt x="1" y="6810"/>
                    <a:pt x="114" y="7233"/>
                    <a:pt x="341" y="7573"/>
                  </a:cubicBezTo>
                  <a:lnTo>
                    <a:pt x="9788" y="20995"/>
                  </a:lnTo>
                  <a:cubicBezTo>
                    <a:pt x="10045" y="21379"/>
                    <a:pt x="10412" y="21599"/>
                    <a:pt x="10797" y="21599"/>
                  </a:cubicBezTo>
                  <a:cubicBezTo>
                    <a:pt x="11183" y="21599"/>
                    <a:pt x="11550" y="21379"/>
                    <a:pt x="11807" y="20995"/>
                  </a:cubicBezTo>
                  <a:lnTo>
                    <a:pt x="21255" y="7573"/>
                  </a:lnTo>
                  <a:cubicBezTo>
                    <a:pt x="21485" y="7226"/>
                    <a:pt x="21598" y="6791"/>
                    <a:pt x="21595" y="6359"/>
                  </a:cubicBezTo>
                  <a:cubicBezTo>
                    <a:pt x="21593" y="5902"/>
                    <a:pt x="21459" y="5449"/>
                    <a:pt x="21200" y="5102"/>
                  </a:cubicBezTo>
                </a:path>
              </a:pathLst>
            </a:custGeom>
            <a:grpFill/>
            <a:ln>
              <a:noFill/>
            </a:ln>
            <a:effectLst/>
          </p:spPr>
          <p:txBody>
            <a:bodyPr lIns="19050" tIns="19050" rIns="19050" bIns="19050" anchor="ctr"/>
            <a:lstStyle/>
            <a:p>
              <a:pPr algn="ctr" defTabSz="22860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50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+mn-ea"/>
                <a:sym typeface="+mn-lt"/>
              </a:endParaRPr>
            </a:p>
          </p:txBody>
        </p:sp>
      </p:grpSp>
      <p:sp>
        <p:nvSpPr>
          <p:cNvPr id="463" name="Content Placeholder 2"/>
          <p:cNvSpPr txBox="1"/>
          <p:nvPr/>
        </p:nvSpPr>
        <p:spPr>
          <a:xfrm>
            <a:off x="5714284" y="2376421"/>
            <a:ext cx="5156396" cy="26071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Web服务测试是一个重要的问题，必须合理考虑。测试必须广泛，全面并且自动化到所有重要级别（单元，黑盒，白盒，回归，负载，组件和系统级别的测试）。</a:t>
            </a:r>
            <a:endParaRPr lang="en-US" altLang="zh-CN" sz="1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algn="l"/>
            <a:endParaRPr lang="zh-CN" altLang="en-US" sz="1600" b="1" dirty="0"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algn="l"/>
            <a:r>
              <a:rPr lang="zh-CN" altLang="en-US" sz="1600" b="1" dirty="0"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为了评估Web服务的性能，必须评估QoS（服务质量）属性，例如操作性，可重用性，可审核性，可维护性，准确性和性能，以提高服务质量。不同的方法，框架，模型和工具在对七个参数的主要影响之中，这七个参数是安全性，性能，操作性，可维护性，可重用性，可靠性和效率，以评估更好的Web服务测试质量。</a:t>
            </a:r>
          </a:p>
        </p:txBody>
      </p:sp>
      <p:grpSp>
        <p:nvGrpSpPr>
          <p:cNvPr id="464" name="组合 463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465" name="文本框 464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研究结论</a:t>
              </a:r>
            </a:p>
          </p:txBody>
        </p:sp>
        <p:cxnSp>
          <p:nvCxnSpPr>
            <p:cNvPr id="466" name="直接连接符 465"/>
            <p:cNvCxnSpPr/>
            <p:nvPr/>
          </p:nvCxnSpPr>
          <p:spPr>
            <a:xfrm>
              <a:off x="4831844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直接连接符 466"/>
            <p:cNvCxnSpPr/>
            <p:nvPr/>
          </p:nvCxnSpPr>
          <p:spPr>
            <a:xfrm>
              <a:off x="6861408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10" y="1628800"/>
            <a:ext cx="12188090" cy="3240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Group 4"/>
          <p:cNvGrpSpPr/>
          <p:nvPr/>
        </p:nvGrpSpPr>
        <p:grpSpPr>
          <a:xfrm>
            <a:off x="7062558" y="2012885"/>
            <a:ext cx="5010106" cy="2669967"/>
            <a:chOff x="3937441" y="1178069"/>
            <a:chExt cx="8247063" cy="4394994"/>
          </a:xfrm>
        </p:grpSpPr>
        <p:sp>
          <p:nvSpPr>
            <p:cNvPr id="17" name="AutoShape 2"/>
            <p:cNvSpPr/>
            <p:nvPr/>
          </p:nvSpPr>
          <p:spPr bwMode="auto">
            <a:xfrm>
              <a:off x="4851841" y="1178069"/>
              <a:ext cx="6407150" cy="427910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20453"/>
                  </a:moveTo>
                  <a:cubicBezTo>
                    <a:pt x="21600" y="21086"/>
                    <a:pt x="21251" y="21599"/>
                    <a:pt x="20820" y="21599"/>
                  </a:cubicBezTo>
                  <a:lnTo>
                    <a:pt x="779" y="21599"/>
                  </a:lnTo>
                  <a:cubicBezTo>
                    <a:pt x="348" y="21599"/>
                    <a:pt x="0" y="21086"/>
                    <a:pt x="0" y="20453"/>
                  </a:cubicBezTo>
                  <a:lnTo>
                    <a:pt x="0" y="1146"/>
                  </a:lnTo>
                  <a:cubicBezTo>
                    <a:pt x="0" y="513"/>
                    <a:pt x="348" y="0"/>
                    <a:pt x="779" y="0"/>
                  </a:cubicBezTo>
                  <a:lnTo>
                    <a:pt x="20820" y="0"/>
                  </a:lnTo>
                  <a:cubicBezTo>
                    <a:pt x="21251" y="0"/>
                    <a:pt x="21600" y="513"/>
                    <a:pt x="21600" y="1146"/>
                  </a:cubicBezTo>
                  <a:cubicBezTo>
                    <a:pt x="21600" y="1146"/>
                    <a:pt x="21600" y="20453"/>
                    <a:pt x="21600" y="20453"/>
                  </a:cubicBezTo>
                  <a:close/>
                </a:path>
              </a:pathLst>
            </a:custGeom>
            <a:solidFill>
              <a:srgbClr val="484849"/>
            </a:solidFill>
            <a:ln w="38100" cap="flat" cmpd="sng">
              <a:solidFill>
                <a:srgbClr val="6E6D6E"/>
              </a:solidFill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8" name="AutoShape 3"/>
            <p:cNvSpPr/>
            <p:nvPr/>
          </p:nvSpPr>
          <p:spPr bwMode="auto">
            <a:xfrm>
              <a:off x="4870891" y="1190769"/>
              <a:ext cx="5091907" cy="427910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21599"/>
                  </a:moveTo>
                  <a:lnTo>
                    <a:pt x="980" y="21599"/>
                  </a:lnTo>
                  <a:cubicBezTo>
                    <a:pt x="438" y="21599"/>
                    <a:pt x="0" y="21086"/>
                    <a:pt x="0" y="20453"/>
                  </a:cubicBezTo>
                  <a:lnTo>
                    <a:pt x="0" y="1146"/>
                  </a:lnTo>
                  <a:cubicBezTo>
                    <a:pt x="0" y="513"/>
                    <a:pt x="438" y="0"/>
                    <a:pt x="980" y="0"/>
                  </a:cubicBezTo>
                  <a:lnTo>
                    <a:pt x="15217" y="0"/>
                  </a:lnTo>
                  <a:cubicBezTo>
                    <a:pt x="15217" y="0"/>
                    <a:pt x="21600" y="21599"/>
                    <a:pt x="21600" y="21599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9" name="AutoShape 4"/>
            <p:cNvSpPr/>
            <p:nvPr/>
          </p:nvSpPr>
          <p:spPr bwMode="auto">
            <a:xfrm>
              <a:off x="8058591" y="1214928"/>
              <a:ext cx="108744" cy="10715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600" y="10794"/>
                  </a:moveTo>
                  <a:cubicBezTo>
                    <a:pt x="21600" y="16761"/>
                    <a:pt x="16755" y="21599"/>
                    <a:pt x="10791" y="21599"/>
                  </a:cubicBezTo>
                  <a:cubicBezTo>
                    <a:pt x="4831" y="21599"/>
                    <a:pt x="0" y="16761"/>
                    <a:pt x="0" y="10794"/>
                  </a:cubicBezTo>
                  <a:cubicBezTo>
                    <a:pt x="0" y="4832"/>
                    <a:pt x="4831" y="0"/>
                    <a:pt x="10791" y="0"/>
                  </a:cubicBezTo>
                  <a:cubicBezTo>
                    <a:pt x="16755" y="0"/>
                    <a:pt x="21600" y="4832"/>
                    <a:pt x="21600" y="10794"/>
                  </a:cubicBezTo>
                  <a:close/>
                </a:path>
              </a:pathLst>
            </a:custGeom>
            <a:solidFill>
              <a:srgbClr val="232323"/>
            </a:solidFill>
            <a:ln w="12700" cap="flat" cmpd="sng">
              <a:solidFill>
                <a:srgbClr val="232323"/>
              </a:solidFill>
              <a:prstDash val="solid"/>
              <a:miter lim="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0" name="AutoShape 5"/>
            <p:cNvSpPr/>
            <p:nvPr/>
          </p:nvSpPr>
          <p:spPr bwMode="auto">
            <a:xfrm>
              <a:off x="5118541" y="1374919"/>
              <a:ext cx="5899150" cy="37504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1599" y="21599"/>
                  </a:moveTo>
                  <a:lnTo>
                    <a:pt x="0" y="21599"/>
                  </a:lnTo>
                  <a:lnTo>
                    <a:pt x="0" y="0"/>
                  </a:lnTo>
                  <a:lnTo>
                    <a:pt x="21599" y="0"/>
                  </a:lnTo>
                  <a:cubicBezTo>
                    <a:pt x="21599" y="0"/>
                    <a:pt x="21599" y="21599"/>
                    <a:pt x="21599" y="21599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DCDEE0"/>
                  </a:outerShdw>
                </a:effectLst>
              </a:endParaRPr>
            </a:p>
          </p:txBody>
        </p:sp>
        <p:sp>
          <p:nvSpPr>
            <p:cNvPr id="21" name="AutoShape 6"/>
            <p:cNvSpPr/>
            <p:nvPr/>
          </p:nvSpPr>
          <p:spPr bwMode="auto">
            <a:xfrm>
              <a:off x="3937441" y="5330969"/>
              <a:ext cx="8247063" cy="24209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999" y="0"/>
                  </a:moveTo>
                  <a:lnTo>
                    <a:pt x="20988" y="0"/>
                  </a:lnTo>
                  <a:lnTo>
                    <a:pt x="611" y="0"/>
                  </a:lnTo>
                  <a:lnTo>
                    <a:pt x="600" y="0"/>
                  </a:lnTo>
                  <a:cubicBezTo>
                    <a:pt x="268" y="0"/>
                    <a:pt x="0" y="4463"/>
                    <a:pt x="0" y="9970"/>
                  </a:cubicBezTo>
                  <a:lnTo>
                    <a:pt x="0" y="11632"/>
                  </a:lnTo>
                  <a:cubicBezTo>
                    <a:pt x="0" y="17137"/>
                    <a:pt x="268" y="21599"/>
                    <a:pt x="600" y="21599"/>
                  </a:cubicBezTo>
                  <a:lnTo>
                    <a:pt x="611" y="21599"/>
                  </a:lnTo>
                  <a:lnTo>
                    <a:pt x="20988" y="21599"/>
                  </a:lnTo>
                  <a:lnTo>
                    <a:pt x="20999" y="21599"/>
                  </a:lnTo>
                  <a:cubicBezTo>
                    <a:pt x="21331" y="21599"/>
                    <a:pt x="21600" y="17137"/>
                    <a:pt x="21600" y="11632"/>
                  </a:cubicBezTo>
                  <a:lnTo>
                    <a:pt x="21600" y="9970"/>
                  </a:lnTo>
                  <a:cubicBezTo>
                    <a:pt x="21600" y="4463"/>
                    <a:pt x="21331" y="0"/>
                    <a:pt x="20999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2" name="AutoShape 7"/>
            <p:cNvSpPr/>
            <p:nvPr/>
          </p:nvSpPr>
          <p:spPr bwMode="auto">
            <a:xfrm>
              <a:off x="3937441" y="5330969"/>
              <a:ext cx="8247063" cy="130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ubicBezTo>
                    <a:pt x="0" y="21599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bg2">
                <a:lumMod val="75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19050" tIns="19050" rIns="19050" bIns="19050" anchor="ctr"/>
            <a:lstStyle>
              <a:lvl1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1pPr>
              <a:lvl2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2pPr>
              <a:lvl3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3pPr>
              <a:lvl4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4pPr>
              <a:lvl5pPr defTabSz="457200"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5pPr>
              <a:lvl6pPr marL="18288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6pPr>
              <a:lvl7pPr marL="22860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7pPr>
              <a:lvl8pPr marL="27432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8pPr>
              <a:lvl9pPr marL="3200400" algn="ctr" defTabSz="457200" fontAlgn="base" hangingPunct="0">
                <a:spcBef>
                  <a:spcPct val="0"/>
                </a:spcBef>
                <a:spcAft>
                  <a:spcPct val="0"/>
                </a:spcAft>
                <a:defRPr sz="5600">
                  <a:solidFill>
                    <a:srgbClr val="000000"/>
                  </a:solidFill>
                  <a:latin typeface="Gill Sans" charset="0"/>
                  <a:ea typeface="Gill Sans" charset="0"/>
                  <a:cs typeface="Gill Sans" charset="0"/>
                  <a:sym typeface="Gill Sans" charset="0"/>
                </a:defRPr>
              </a:lvl9pPr>
            </a:lstStyle>
            <a:p>
              <a:pPr algn="ctr" eaLnBrk="1">
                <a:defRPr/>
              </a:pPr>
              <a:endParaRPr lang="en-US" sz="15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25" name="文本框 8"/>
          <p:cNvSpPr txBox="1"/>
          <p:nvPr/>
        </p:nvSpPr>
        <p:spPr>
          <a:xfrm>
            <a:off x="908101" y="1749485"/>
            <a:ext cx="5367018" cy="2988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阅读此篇文献，我们了解到，70％的Web服务测试是基于不同的测试技术而不是框架或模型执行的，以确保Web服务测试的质量更高。在利用有关系统的不同功能和非功能需求的Web服务时，此类框架和模型提供了更好的方法。端到端，服务到服务以及接口到接口测试这三个主要级别的评估和测试，由于其非凡的结构，对于确保更好的Web服务质量非常重要。</a:t>
            </a: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endParaRPr lang="en-US" altLang="zh-CN" sz="1400" b="1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ea"/>
              <a:sym typeface="+mn-lt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</a:pPr>
            <a:r>
              <a:rPr lang="zh-CN" altLang="en-US" sz="1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ea"/>
                <a:sym typeface="+mn-lt"/>
              </a:rPr>
              <a:t>这是因为，最关心的方面是用户需要具有新更改的更好的图形用户界面（GUI），并提供与用户计算机的兼容性，互操作性和性能。需要注意的其他重要方面可能包括可追溯性，兼容性和复杂性。完整性和有效性也应包括在内，以确保更好的Web服务质量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33" b="47929"/>
          <a:stretch>
            <a:fillRect/>
          </a:stretch>
        </p:blipFill>
        <p:spPr>
          <a:xfrm>
            <a:off x="7719060" y="2132472"/>
            <a:ext cx="3644763" cy="2278417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165600" y="277508"/>
            <a:ext cx="3860800" cy="461665"/>
            <a:chOff x="4165600" y="226708"/>
            <a:chExt cx="3860800" cy="461665"/>
          </a:xfrm>
        </p:grpSpPr>
        <p:sp>
          <p:nvSpPr>
            <p:cNvPr id="28" name="文本框 27"/>
            <p:cNvSpPr txBox="1"/>
            <p:nvPr/>
          </p:nvSpPr>
          <p:spPr>
            <a:xfrm>
              <a:off x="4165600" y="226708"/>
              <a:ext cx="3860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b="1" dirty="0">
                  <a:latin typeface="+mj-ea"/>
                  <a:ea typeface="+mj-ea"/>
                </a:rPr>
                <a:t>研究结论</a:t>
              </a: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4831844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861408" y="457541"/>
              <a:ext cx="48768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 descr="timg[4]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9215" y="2132330"/>
            <a:ext cx="3674745" cy="2278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73755" y="2518800"/>
            <a:ext cx="7453948" cy="652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kumimoji="1" lang="zh-CN" altLang="en-US" sz="4000" dirty="0">
                <a:ln w="38100">
                  <a:noFill/>
                </a:ln>
                <a:solidFill>
                  <a:srgbClr val="231F20"/>
                </a:solidFill>
                <a:latin typeface="+mn-ea"/>
                <a:sym typeface="Wingdings" panose="05000000000000000000" pitchFamily="2" charset="2"/>
              </a:rPr>
              <a:t>谢谢大家</a:t>
            </a:r>
            <a:endParaRPr kumimoji="1" lang="zh-CN" altLang="en-US" sz="4000" dirty="0">
              <a:ln w="38100">
                <a:noFill/>
              </a:ln>
              <a:solidFill>
                <a:srgbClr val="231F20"/>
              </a:solidFill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8F7DFC-50C7-4433-A0D5-D7DAE929F6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8950" y="3742216"/>
            <a:ext cx="1865264" cy="17927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C0EE"/>
      </a:accent1>
      <a:accent2>
        <a:srgbClr val="231F20"/>
      </a:accent2>
      <a:accent3>
        <a:srgbClr val="55C0EE"/>
      </a:accent3>
      <a:accent4>
        <a:srgbClr val="231F2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模板专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5C0EE"/>
    </a:accent1>
    <a:accent2>
      <a:srgbClr val="231F20"/>
    </a:accent2>
    <a:accent3>
      <a:srgbClr val="55C0EE"/>
    </a:accent3>
    <a:accent4>
      <a:srgbClr val="231F2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5C0EE"/>
    </a:accent1>
    <a:accent2>
      <a:srgbClr val="231F20"/>
    </a:accent2>
    <a:accent3>
      <a:srgbClr val="55C0EE"/>
    </a:accent3>
    <a:accent4>
      <a:srgbClr val="231F2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5C0EE"/>
    </a:accent1>
    <a:accent2>
      <a:srgbClr val="231F20"/>
    </a:accent2>
    <a:accent3>
      <a:srgbClr val="55C0EE"/>
    </a:accent3>
    <a:accent4>
      <a:srgbClr val="231F2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5C0EE"/>
    </a:accent1>
    <a:accent2>
      <a:srgbClr val="231F20"/>
    </a:accent2>
    <a:accent3>
      <a:srgbClr val="55C0EE"/>
    </a:accent3>
    <a:accent4>
      <a:srgbClr val="231F2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5C0EE"/>
    </a:accent1>
    <a:accent2>
      <a:srgbClr val="231F20"/>
    </a:accent2>
    <a:accent3>
      <a:srgbClr val="55C0EE"/>
    </a:accent3>
    <a:accent4>
      <a:srgbClr val="231F2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5C0EE"/>
    </a:accent1>
    <a:accent2>
      <a:srgbClr val="231F20"/>
    </a:accent2>
    <a:accent3>
      <a:srgbClr val="55C0EE"/>
    </a:accent3>
    <a:accent4>
      <a:srgbClr val="231F2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5C0EE"/>
    </a:accent1>
    <a:accent2>
      <a:srgbClr val="231F20"/>
    </a:accent2>
    <a:accent3>
      <a:srgbClr val="55C0EE"/>
    </a:accent3>
    <a:accent4>
      <a:srgbClr val="231F2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2602</Words>
  <Application>Microsoft Office PowerPoint</Application>
  <PresentationFormat>宽屏</PresentationFormat>
  <Paragraphs>163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FontAwesome</vt:lpstr>
      <vt:lpstr>Gill Sans</vt:lpstr>
      <vt:lpstr>Sinkin Sans 300 Light</vt:lpstr>
      <vt:lpstr>等线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PPTS</dc:title>
  <dc:subject>PPTS</dc:subject>
  <dc:creator>PPTS</dc:creator>
  <cp:keywords>PPTS</cp:keywords>
  <dc:description>PPTS</dc:description>
  <cp:lastModifiedBy>1916344726@qq.com</cp:lastModifiedBy>
  <cp:revision>206</cp:revision>
  <dcterms:created xsi:type="dcterms:W3CDTF">2016-05-06T09:27:00Z</dcterms:created>
  <dcterms:modified xsi:type="dcterms:W3CDTF">2020-11-09T07:01:57Z</dcterms:modified>
  <cp:category>PPTS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  <property fmtid="{D5CDD505-2E9C-101B-9397-08002B2CF9AE}" pid="3" name="KSORubyTemplateID">
    <vt:lpwstr>8</vt:lpwstr>
  </property>
</Properties>
</file>